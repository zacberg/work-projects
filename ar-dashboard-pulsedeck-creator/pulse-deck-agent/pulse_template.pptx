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833" r:id="rId5"/>
  </p:sldMasterIdLst>
  <p:notesMasterIdLst>
    <p:notesMasterId r:id="rId17"/>
  </p:notesMasterIdLst>
  <p:handoutMasterIdLst>
    <p:handoutMasterId r:id="rId18"/>
  </p:handoutMasterIdLst>
  <p:sldIdLst>
    <p:sldId id="346" r:id="rId6"/>
    <p:sldId id="2145704930" r:id="rId7"/>
    <p:sldId id="2145704910" r:id="rId8"/>
    <p:sldId id="2145704933" r:id="rId9"/>
    <p:sldId id="2145704924" r:id="rId10"/>
    <p:sldId id="2145704969" r:id="rId11"/>
    <p:sldId id="2145704946" r:id="rId12"/>
    <p:sldId id="2145704968" r:id="rId13"/>
    <p:sldId id="2145704965" r:id="rId14"/>
    <p:sldId id="2145704963" r:id="rId15"/>
    <p:sldId id="214570493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AE9C5E4-CDC8-FC4B-8B18-811A063EF087}">
          <p14:sldIdLst>
            <p14:sldId id="346"/>
            <p14:sldId id="2145704930"/>
            <p14:sldId id="2145704910"/>
            <p14:sldId id="2145704933"/>
            <p14:sldId id="2145704924"/>
            <p14:sldId id="2145704969"/>
            <p14:sldId id="2145704946"/>
            <p14:sldId id="2145704968"/>
            <p14:sldId id="2145704965"/>
            <p14:sldId id="2145704963"/>
            <p14:sldId id="214570493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8EB718-0DEF-68F7-528B-F511EDF9D82D}" name="Scott McVicker" initials="SM" userId="S::Scott.McVicker@advantive.com::5356134c-2982-46da-aae9-be92f82acc6a" providerId="AD"/>
  <p188:author id="{D0621568-980D-B2E7-6884-5074961C44B5}" name="Jordan Duke" initials="JD" userId="S::jordan.duke@advantive.com::b253b570-712c-4b8b-a856-819f0e7984a0" providerId="AD"/>
  <p188:author id="{8CB56D6E-9087-C5D5-45D4-220A32DA8C7D}" name="Ryan Asche" initials="RA" userId="S::ryan.asche@advantive.com::9123c1b0-6913-4625-af67-d059932d8a35" providerId="AD"/>
  <p188:author id="{05F4158F-E321-BDDD-A155-101311B0C770}" name="Keith Reviello" initials="KR" userId="S::keith.reviello@advantive.com::a6955b63-af71-4cd1-903e-12aef8d9be97" providerId="AD"/>
  <p188:author id="{5AD40990-8696-A11E-44BD-341E78534B0D}" name="Kelsea Meyers" initials="" userId="S::Kelsea.Meyers@Advantive.com::0bce171a-1591-434f-918b-9460d0b82cc6" providerId="AD"/>
  <p188:author id="{835F3F90-1EBF-A560-5B72-D3C2F4E6D428}" name="Casey Conner" initials="CC" userId="S::casey.conner@advantive.com::d8e5a54b-32e4-43fe-93e2-4103e434d7c3" providerId="AD"/>
  <p188:author id="{4CF2159E-994B-862F-417C-83B0BCA01D74}" name="Keith Reviello" initials="" userId="S::Keith.Reviello@advantive.com::a6955b63-af71-4cd1-903e-12aef8d9be97" providerId="AD"/>
  <p188:author id="{3BBC1CA1-B4CA-DB04-84A5-BF1CBEF65C68}" name="Justin Wixom" initials="JW" userId="S::justin.wixom@advantive.com::5f731166-b1d8-4107-87c0-0386829f72db" providerId="AD"/>
  <p188:author id="{1ACEFFA5-BEA8-B604-CE4A-1D76974D4FC2}" name="Ryan Asche" initials="RA" userId="S::Ryan.Asche@advantive.com::9123c1b0-6913-4625-af67-d059932d8a35" providerId="AD"/>
  <p188:author id="{8DF0E1B0-D97A-87E4-8BB2-A743C1FCAB22}" name="Ben Fuller" initials="BF" userId="S::ben.fuller@advantive.com::ffdb4279-0331-4f3b-8389-89f1bc8da2ee" providerId="AD"/>
  <p188:author id="{44FCEAB7-FE82-7387-3126-5DBB8FBB3F45}" name="Scott McVicker" initials="" userId="S::scott.mcvicker@advantive.com::5356134c-2982-46da-aae9-be92f82acc6a" providerId="AD"/>
  <p188:author id="{A945E5C4-E238-4071-321A-2255FA5F1681}" name="Joy Jones" initials="JJ" userId="S::joy.jones@advantive.com::3b51fdd3-5855-47bf-9a1b-bc2c3e3c139b" providerId="AD"/>
  <p188:author id="{7416D1EB-3F82-BA37-F490-7D4AD6DE7353}" name="James Wiseman" initials="JW" userId="S::james.wiseman@advantive.com::1a8f822e-55b9-4517-980c-0cb4b5c11ac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43661D"/>
    <a:srgbClr val="000000"/>
    <a:srgbClr val="EB7831"/>
    <a:srgbClr val="F2F6FB"/>
    <a:srgbClr val="FF5F00"/>
    <a:srgbClr val="8C8C8C"/>
    <a:srgbClr val="E8FCD0"/>
    <a:srgbClr val="ABDCFF"/>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5E75FF-F055-9571-AADE-E96E78D149F7}" v="895" dt="2026-05-22T14:43:07.864"/>
    <p1510:client id="{8563E9D9-5F32-CA84-8683-96237B37B0C6}" v="318" dt="2026-05-22T18:47:33.391"/>
    <p1510:client id="{8B967057-4F4B-400C-94CA-D77915243E80}" v="211" dt="2026-05-22T16:33:36.022"/>
    <p1510:client id="{AD8AB3FD-A45B-DFD2-C0AD-17D11684C017}" v="6" dt="2026-05-22T18:51:58.505"/>
    <p1510:client id="{AFCF3592-C028-E6DD-9CF4-55FD71102375}" v="250" dt="2026-05-22T14:46:32.5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AE52AE-625C-4258-8A5F-6B2A6E478BF6}"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97FB00CC-9DA6-47E3-A5C7-AD220DE7BA31}">
      <dgm:prSet phldr="0" custT="1"/>
      <dgm:spPr/>
      <dgm:t>
        <a:bodyPr/>
        <a:lstStyle/>
        <a:p>
          <a:pPr algn="l" rtl="0"/>
          <a:r>
            <a:rPr lang="en-US" sz="1500" b="0">
              <a:solidFill>
                <a:srgbClr val="444444"/>
              </a:solidFill>
              <a:latin typeface="Segoe UI"/>
              <a:ea typeface="Calibri"/>
              <a:cs typeface="Segoe UI"/>
            </a:rPr>
            <a:t> Hallmark - $465K</a:t>
          </a:r>
        </a:p>
      </dgm:t>
    </dgm:pt>
    <dgm:pt modelId="{F9EEDD57-EDEB-4D61-B238-A04230D5654A}" type="parTrans" cxnId="{5B1AD233-349D-41D0-A1D0-5557E3F7D1F9}">
      <dgm:prSet/>
      <dgm:spPr/>
      <dgm:t>
        <a:bodyPr/>
        <a:lstStyle/>
        <a:p>
          <a:endParaRPr lang="en-US"/>
        </a:p>
      </dgm:t>
    </dgm:pt>
    <dgm:pt modelId="{E0E3D7C9-8403-450C-BD62-63E7DF9D7FAA}" type="sibTrans" cxnId="{5B1AD233-349D-41D0-A1D0-5557E3F7D1F9}">
      <dgm:prSet/>
      <dgm:spPr/>
      <dgm:t>
        <a:bodyPr/>
        <a:lstStyle/>
        <a:p>
          <a:endParaRPr lang="en-US"/>
        </a:p>
      </dgm:t>
    </dgm:pt>
    <dgm:pt modelId="{0F37CE57-68A7-4A09-86DE-6A31D7046F33}">
      <dgm:prSet phldr="0" custT="1"/>
      <dgm:spPr/>
      <dgm:t>
        <a:bodyPr/>
        <a:lstStyle/>
        <a:p>
          <a:pPr algn="l" rtl="0"/>
          <a:r>
            <a:rPr lang="en-US" sz="1100" b="0">
              <a:solidFill>
                <a:srgbClr val="444444"/>
              </a:solidFill>
              <a:latin typeface="Calibri"/>
              <a:ea typeface="Calibri"/>
              <a:cs typeface="Calibri"/>
            </a:rPr>
            <a:t>Anheuser-Busch - $</a:t>
          </a:r>
          <a:r>
            <a:rPr lang="en-US" sz="1100" b="0">
              <a:solidFill>
                <a:srgbClr val="000000"/>
              </a:solidFill>
              <a:latin typeface="Calibri"/>
              <a:ea typeface="Calibri"/>
              <a:cs typeface="Calibri"/>
            </a:rPr>
            <a:t>157k</a:t>
          </a:r>
        </a:p>
      </dgm:t>
    </dgm:pt>
    <dgm:pt modelId="{B1778301-830A-41C3-931B-C86B65CCBF36}" type="parTrans" cxnId="{31E93916-3F55-4ED7-8FF1-6C52EDC6C0A5}">
      <dgm:prSet/>
      <dgm:spPr/>
      <dgm:t>
        <a:bodyPr/>
        <a:lstStyle/>
        <a:p>
          <a:endParaRPr lang="en-US"/>
        </a:p>
      </dgm:t>
    </dgm:pt>
    <dgm:pt modelId="{946393CD-3327-4B96-8AF2-37BA7FC52569}" type="sibTrans" cxnId="{31E93916-3F55-4ED7-8FF1-6C52EDC6C0A5}">
      <dgm:prSet/>
      <dgm:spPr/>
      <dgm:t>
        <a:bodyPr/>
        <a:lstStyle/>
        <a:p>
          <a:endParaRPr lang="en-US"/>
        </a:p>
      </dgm:t>
    </dgm:pt>
    <dgm:pt modelId="{995AD958-0DAF-4D3F-94EF-3C2EDBE8E085}">
      <dgm:prSet phldr="0"/>
      <dgm:spPr/>
      <dgm:t>
        <a:bodyPr/>
        <a:lstStyle/>
        <a:p>
          <a:pPr algn="l" rtl="0"/>
          <a:r>
            <a:rPr lang="en-US" sz="1100" b="0">
              <a:solidFill>
                <a:schemeClr val="bg1"/>
              </a:solidFill>
              <a:latin typeface="Calibri"/>
              <a:ea typeface="Calibri"/>
              <a:cs typeface="Calibri"/>
            </a:rPr>
            <a:t>Owens Corning - $91K</a:t>
          </a:r>
        </a:p>
      </dgm:t>
    </dgm:pt>
    <dgm:pt modelId="{DA743905-9E65-4504-825C-2E0D18B09B42}" type="parTrans" cxnId="{A18EC016-040E-4DB5-B18C-7DA0436E9E4F}">
      <dgm:prSet/>
      <dgm:spPr/>
    </dgm:pt>
    <dgm:pt modelId="{7B57D228-F170-4DDC-BF13-CCD4384A7778}" type="sibTrans" cxnId="{A18EC016-040E-4DB5-B18C-7DA0436E9E4F}">
      <dgm:prSet/>
      <dgm:spPr/>
    </dgm:pt>
    <dgm:pt modelId="{B51D6FF4-E3CD-4F7E-9D4E-9DCCD73B1AF2}">
      <dgm:prSet phldr="0"/>
      <dgm:spPr/>
      <dgm:t>
        <a:bodyPr/>
        <a:lstStyle/>
        <a:p>
          <a:pPr algn="l" rtl="0"/>
          <a:r>
            <a:rPr lang="en-US" sz="1500" b="0">
              <a:latin typeface="Segoe UI"/>
              <a:ea typeface="Calibri"/>
              <a:cs typeface="Segoe UI"/>
            </a:rPr>
            <a:t>Amsted Industries - $85K</a:t>
          </a:r>
        </a:p>
      </dgm:t>
    </dgm:pt>
    <dgm:pt modelId="{03330CF9-0841-4ACC-8DDB-90C7195E04A7}" type="parTrans" cxnId="{FDF962BC-5971-477B-875A-B6BBA0EC9AAA}">
      <dgm:prSet/>
      <dgm:spPr/>
    </dgm:pt>
    <dgm:pt modelId="{3DBF0700-D5A4-4A71-9F9F-6E64CBD6BA5D}" type="sibTrans" cxnId="{FDF962BC-5971-477B-875A-B6BBA0EC9AAA}">
      <dgm:prSet/>
      <dgm:spPr/>
    </dgm:pt>
    <dgm:pt modelId="{E52596F0-8411-4542-8C0C-61B5079677E4}">
      <dgm:prSet phldrT="[Text]" phldr="0" custT="1"/>
      <dgm:spPr/>
      <dgm:t>
        <a:bodyPr/>
        <a:lstStyle/>
        <a:p>
          <a:pPr algn="l" rtl="0"/>
          <a:r>
            <a:rPr lang="en-US" sz="1100" b="0">
              <a:solidFill>
                <a:srgbClr val="444444"/>
              </a:solidFill>
              <a:latin typeface="Segoe UI"/>
              <a:ea typeface="Calibri"/>
              <a:cs typeface="Segoe UI"/>
            </a:rPr>
            <a:t>Payment received </a:t>
          </a:r>
        </a:p>
      </dgm:t>
    </dgm:pt>
    <dgm:pt modelId="{39EB4E1E-D267-47F4-AF80-3F2A521C4B7D}" type="parTrans" cxnId="{9BE08DA4-DE2C-4629-9E19-A6C19A2EFC98}">
      <dgm:prSet/>
      <dgm:spPr/>
    </dgm:pt>
    <dgm:pt modelId="{32549659-8F4A-4E80-AFD1-97BDB72E2216}" type="sibTrans" cxnId="{9BE08DA4-DE2C-4629-9E19-A6C19A2EFC98}">
      <dgm:prSet/>
      <dgm:spPr/>
    </dgm:pt>
    <dgm:pt modelId="{1D9F40B8-3636-40EC-A638-A5FE5A2AF4F3}">
      <dgm:prSet phldrT="[Text]" phldr="0" custT="1"/>
      <dgm:spPr/>
      <dgm:t>
        <a:bodyPr/>
        <a:lstStyle/>
        <a:p>
          <a:pPr algn="l" rtl="0"/>
          <a:r>
            <a:rPr lang="en-US" sz="700" b="0">
              <a:solidFill>
                <a:srgbClr val="000000"/>
              </a:solidFill>
              <a:latin typeface="Calibri"/>
              <a:ea typeface="Calibri"/>
              <a:cs typeface="Calibri"/>
            </a:rPr>
            <a:t> </a:t>
          </a:r>
          <a:r>
            <a:rPr lang="en-US" sz="1000" b="0">
              <a:solidFill>
                <a:srgbClr val="000000"/>
              </a:solidFill>
              <a:latin typeface="Calibri"/>
              <a:ea typeface="Calibri"/>
              <a:cs typeface="Calibri"/>
            </a:rPr>
            <a:t>Consolidated invoice sent a month late – payment promised for 6/1.</a:t>
          </a:r>
        </a:p>
      </dgm:t>
    </dgm:pt>
    <dgm:pt modelId="{2A36AA7A-20E8-41B6-B566-089FC4A913FF}" type="parTrans" cxnId="{E43F310C-FEB9-4566-8262-9E758D4421A2}">
      <dgm:prSet/>
      <dgm:spPr/>
    </dgm:pt>
    <dgm:pt modelId="{9622883D-0FC5-4645-8C7C-53F99BDB9830}" type="sibTrans" cxnId="{E43F310C-FEB9-4566-8262-9E758D4421A2}">
      <dgm:prSet/>
      <dgm:spPr/>
    </dgm:pt>
    <dgm:pt modelId="{AB3F239B-A8BA-4DA7-BDB3-E6D537B49449}">
      <dgm:prSet phldrT="[Text]" phldr="0" custT="1"/>
      <dgm:spPr/>
      <dgm:t>
        <a:bodyPr/>
        <a:lstStyle/>
        <a:p>
          <a:pPr algn="l" rtl="0"/>
          <a:r>
            <a:rPr lang="en-US" sz="1000" b="0">
              <a:latin typeface="Calibri"/>
              <a:ea typeface="Calibri"/>
              <a:cs typeface="Calibri"/>
            </a:rPr>
            <a:t>The customer has indicated they are actively working internally to issue the required PO. Accounts Receivable continues to follow up to confirm the expected payment timeline. On 5/21, AR reached out to Robert Brod to request an update, as the customer advised they are coordinating with him to finalize the PO.</a:t>
          </a:r>
        </a:p>
      </dgm:t>
    </dgm:pt>
    <dgm:pt modelId="{5E8F0983-0B5D-4E28-A5BC-A581CD77D20F}" type="parTrans" cxnId="{2A0B5E02-E833-4355-BF9B-82FA8EED355E}">
      <dgm:prSet/>
      <dgm:spPr/>
    </dgm:pt>
    <dgm:pt modelId="{D70B4D11-DDA7-423C-B0D4-21F83CCE23C4}" type="sibTrans" cxnId="{2A0B5E02-E833-4355-BF9B-82FA8EED355E}">
      <dgm:prSet/>
      <dgm:spPr/>
    </dgm:pt>
    <dgm:pt modelId="{AB76CEE7-E40E-42E4-AAB4-1589BB290508}">
      <dgm:prSet phldrT="[Text]" phldr="0" custT="1"/>
      <dgm:spPr/>
      <dgm:t>
        <a:bodyPr/>
        <a:lstStyle/>
        <a:p>
          <a:pPr algn="l" rtl="0"/>
          <a:r>
            <a:rPr lang="en-US" sz="1000" b="0">
              <a:latin typeface="Calibri"/>
              <a:ea typeface="Calibri"/>
              <a:cs typeface="Calibri"/>
            </a:rPr>
            <a:t>The customer is disputing the invoice due to ongoing software issues and is considering filing a warranty claim. AM closely engaged with the customer and advised on 5/12 that efforts are underway to identify a resolution to the product concerns. Accounts Receivable followed up on 5/20 requesting an update on the status of the dispute and clarity on next steps required to resolve the outstanding balance.</a:t>
          </a:r>
        </a:p>
      </dgm:t>
    </dgm:pt>
    <dgm:pt modelId="{E74FFE2A-F080-4F78-B352-F47DEC79656A}" type="parTrans" cxnId="{19171000-89B5-414A-B401-173B1A69607B}">
      <dgm:prSet/>
      <dgm:spPr/>
    </dgm:pt>
    <dgm:pt modelId="{09A24427-4AF6-42A9-A5FE-D2F505A6D588}" type="sibTrans" cxnId="{19171000-89B5-414A-B401-173B1A69607B}">
      <dgm:prSet/>
      <dgm:spPr/>
    </dgm:pt>
    <dgm:pt modelId="{BE54A717-339A-422A-B238-36ADBE6D3547}" type="pres">
      <dgm:prSet presAssocID="{ACAE52AE-625C-4258-8A5F-6B2A6E478BF6}" presName="linear" presStyleCnt="0">
        <dgm:presLayoutVars>
          <dgm:dir/>
          <dgm:animLvl val="lvl"/>
          <dgm:resizeHandles val="exact"/>
        </dgm:presLayoutVars>
      </dgm:prSet>
      <dgm:spPr/>
    </dgm:pt>
    <dgm:pt modelId="{74634005-5A7D-4E64-9717-6B6E0F3ADD6F}" type="pres">
      <dgm:prSet presAssocID="{97FB00CC-9DA6-47E3-A5C7-AD220DE7BA31}" presName="parentLin" presStyleCnt="0"/>
      <dgm:spPr/>
    </dgm:pt>
    <dgm:pt modelId="{6DC72B6C-97CD-4419-9136-8B5C83DF0014}" type="pres">
      <dgm:prSet presAssocID="{97FB00CC-9DA6-47E3-A5C7-AD220DE7BA31}" presName="parentLeftMargin" presStyleLbl="node1" presStyleIdx="0" presStyleCnt="4"/>
      <dgm:spPr/>
    </dgm:pt>
    <dgm:pt modelId="{59F43554-1698-482E-A191-4D311DB842BF}" type="pres">
      <dgm:prSet presAssocID="{97FB00CC-9DA6-47E3-A5C7-AD220DE7BA31}" presName="parentText" presStyleLbl="node1" presStyleIdx="0" presStyleCnt="4">
        <dgm:presLayoutVars>
          <dgm:chMax val="0"/>
          <dgm:bulletEnabled val="1"/>
        </dgm:presLayoutVars>
      </dgm:prSet>
      <dgm:spPr/>
    </dgm:pt>
    <dgm:pt modelId="{36D20910-C88E-44C1-95E7-3586F92450C3}" type="pres">
      <dgm:prSet presAssocID="{97FB00CC-9DA6-47E3-A5C7-AD220DE7BA31}" presName="negativeSpace" presStyleCnt="0"/>
      <dgm:spPr/>
    </dgm:pt>
    <dgm:pt modelId="{842253AD-6144-4B1D-90D9-093C319404F7}" type="pres">
      <dgm:prSet presAssocID="{97FB00CC-9DA6-47E3-A5C7-AD220DE7BA31}" presName="childText" presStyleLbl="conFgAcc1" presStyleIdx="0" presStyleCnt="4">
        <dgm:presLayoutVars>
          <dgm:bulletEnabled val="1"/>
        </dgm:presLayoutVars>
      </dgm:prSet>
      <dgm:spPr/>
    </dgm:pt>
    <dgm:pt modelId="{F5D422A3-7BAC-4FF3-AC01-37D92604E31B}" type="pres">
      <dgm:prSet presAssocID="{E0E3D7C9-8403-450C-BD62-63E7DF9D7FAA}" presName="spaceBetweenRectangles" presStyleCnt="0"/>
      <dgm:spPr/>
    </dgm:pt>
    <dgm:pt modelId="{E679F8B2-1822-424A-9489-DB0BF02CD963}" type="pres">
      <dgm:prSet presAssocID="{0F37CE57-68A7-4A09-86DE-6A31D7046F33}" presName="parentLin" presStyleCnt="0"/>
      <dgm:spPr/>
    </dgm:pt>
    <dgm:pt modelId="{FAD53DD2-D2DC-4426-950D-B08ED1B7EFD9}" type="pres">
      <dgm:prSet presAssocID="{0F37CE57-68A7-4A09-86DE-6A31D7046F33}" presName="parentLeftMargin" presStyleLbl="node1" presStyleIdx="0" presStyleCnt="4"/>
      <dgm:spPr/>
    </dgm:pt>
    <dgm:pt modelId="{A9189277-4BB0-4C94-8564-268F9D084E4B}" type="pres">
      <dgm:prSet presAssocID="{0F37CE57-68A7-4A09-86DE-6A31D7046F33}" presName="parentText" presStyleLbl="node1" presStyleIdx="1" presStyleCnt="4">
        <dgm:presLayoutVars>
          <dgm:chMax val="0"/>
          <dgm:bulletEnabled val="1"/>
        </dgm:presLayoutVars>
      </dgm:prSet>
      <dgm:spPr/>
    </dgm:pt>
    <dgm:pt modelId="{F5BCF382-2284-4C59-A739-0BAD86C8D581}" type="pres">
      <dgm:prSet presAssocID="{0F37CE57-68A7-4A09-86DE-6A31D7046F33}" presName="negativeSpace" presStyleCnt="0"/>
      <dgm:spPr/>
    </dgm:pt>
    <dgm:pt modelId="{0B7F33F5-25A5-4E4E-8540-6009D3BE41B8}" type="pres">
      <dgm:prSet presAssocID="{0F37CE57-68A7-4A09-86DE-6A31D7046F33}" presName="childText" presStyleLbl="conFgAcc1" presStyleIdx="1" presStyleCnt="4">
        <dgm:presLayoutVars>
          <dgm:bulletEnabled val="1"/>
        </dgm:presLayoutVars>
      </dgm:prSet>
      <dgm:spPr/>
    </dgm:pt>
    <dgm:pt modelId="{DA5D5BCF-755A-43C6-BE1E-0AB971200AB1}" type="pres">
      <dgm:prSet presAssocID="{946393CD-3327-4B96-8AF2-37BA7FC52569}" presName="spaceBetweenRectangles" presStyleCnt="0"/>
      <dgm:spPr/>
    </dgm:pt>
    <dgm:pt modelId="{C91EEF80-6A40-4EC4-9826-1271F96812D4}" type="pres">
      <dgm:prSet presAssocID="{995AD958-0DAF-4D3F-94EF-3C2EDBE8E085}" presName="parentLin" presStyleCnt="0"/>
      <dgm:spPr/>
    </dgm:pt>
    <dgm:pt modelId="{AEB7372D-84D9-457F-AE49-38EF6E99741D}" type="pres">
      <dgm:prSet presAssocID="{995AD958-0DAF-4D3F-94EF-3C2EDBE8E085}" presName="parentLeftMargin" presStyleLbl="node1" presStyleIdx="1" presStyleCnt="4"/>
      <dgm:spPr/>
    </dgm:pt>
    <dgm:pt modelId="{042F9294-A1D2-4FF4-BF15-50F124AEED3A}" type="pres">
      <dgm:prSet presAssocID="{995AD958-0DAF-4D3F-94EF-3C2EDBE8E085}" presName="parentText" presStyleLbl="node1" presStyleIdx="2" presStyleCnt="4">
        <dgm:presLayoutVars>
          <dgm:chMax val="0"/>
          <dgm:bulletEnabled val="1"/>
        </dgm:presLayoutVars>
      </dgm:prSet>
      <dgm:spPr/>
    </dgm:pt>
    <dgm:pt modelId="{F7CA4C8F-6501-4AA6-A90F-33E948D73A17}" type="pres">
      <dgm:prSet presAssocID="{995AD958-0DAF-4D3F-94EF-3C2EDBE8E085}" presName="negativeSpace" presStyleCnt="0"/>
      <dgm:spPr/>
    </dgm:pt>
    <dgm:pt modelId="{AB612970-60C4-41D9-864B-A9835394EBCF}" type="pres">
      <dgm:prSet presAssocID="{995AD958-0DAF-4D3F-94EF-3C2EDBE8E085}" presName="childText" presStyleLbl="conFgAcc1" presStyleIdx="2" presStyleCnt="4">
        <dgm:presLayoutVars>
          <dgm:bulletEnabled val="1"/>
        </dgm:presLayoutVars>
      </dgm:prSet>
      <dgm:spPr/>
    </dgm:pt>
    <dgm:pt modelId="{31671214-F298-4D1C-AE8C-BA2CFDB7C00F}" type="pres">
      <dgm:prSet presAssocID="{7B57D228-F170-4DDC-BF13-CCD4384A7778}" presName="spaceBetweenRectangles" presStyleCnt="0"/>
      <dgm:spPr/>
    </dgm:pt>
    <dgm:pt modelId="{311F203C-B930-4C1F-9E72-8957B805FF3F}" type="pres">
      <dgm:prSet presAssocID="{B51D6FF4-E3CD-4F7E-9D4E-9DCCD73B1AF2}" presName="parentLin" presStyleCnt="0"/>
      <dgm:spPr/>
    </dgm:pt>
    <dgm:pt modelId="{0DE29124-43AD-4492-81FD-C6BB405CB717}" type="pres">
      <dgm:prSet presAssocID="{B51D6FF4-E3CD-4F7E-9D4E-9DCCD73B1AF2}" presName="parentLeftMargin" presStyleLbl="node1" presStyleIdx="2" presStyleCnt="4"/>
      <dgm:spPr/>
    </dgm:pt>
    <dgm:pt modelId="{FF92B8FC-2CC3-4C3D-B7A7-F4522B0997CE}" type="pres">
      <dgm:prSet presAssocID="{B51D6FF4-E3CD-4F7E-9D4E-9DCCD73B1AF2}" presName="parentText" presStyleLbl="node1" presStyleIdx="3" presStyleCnt="4">
        <dgm:presLayoutVars>
          <dgm:chMax val="0"/>
          <dgm:bulletEnabled val="1"/>
        </dgm:presLayoutVars>
      </dgm:prSet>
      <dgm:spPr/>
    </dgm:pt>
    <dgm:pt modelId="{E7DC42BB-DFDA-4A9E-9B49-8A3E5DD502E4}" type="pres">
      <dgm:prSet presAssocID="{B51D6FF4-E3CD-4F7E-9D4E-9DCCD73B1AF2}" presName="negativeSpace" presStyleCnt="0"/>
      <dgm:spPr/>
    </dgm:pt>
    <dgm:pt modelId="{58AC0F7E-36B6-4505-B527-14E9E3F6CE19}" type="pres">
      <dgm:prSet presAssocID="{B51D6FF4-E3CD-4F7E-9D4E-9DCCD73B1AF2}" presName="childText" presStyleLbl="conFgAcc1" presStyleIdx="3" presStyleCnt="4">
        <dgm:presLayoutVars>
          <dgm:bulletEnabled val="1"/>
        </dgm:presLayoutVars>
      </dgm:prSet>
      <dgm:spPr/>
    </dgm:pt>
  </dgm:ptLst>
  <dgm:cxnLst>
    <dgm:cxn modelId="{19171000-89B5-414A-B401-173B1A69607B}" srcId="{B51D6FF4-E3CD-4F7E-9D4E-9DCCD73B1AF2}" destId="{AB76CEE7-E40E-42E4-AAB4-1589BB290508}" srcOrd="0" destOrd="0" parTransId="{E74FFE2A-F080-4F78-B352-F47DEC79656A}" sibTransId="{09A24427-4AF6-42A9-A5FE-D2F505A6D588}"/>
    <dgm:cxn modelId="{2A0B5E02-E833-4355-BF9B-82FA8EED355E}" srcId="{995AD958-0DAF-4D3F-94EF-3C2EDBE8E085}" destId="{AB3F239B-A8BA-4DA7-BDB3-E6D537B49449}" srcOrd="0" destOrd="0" parTransId="{5E8F0983-0B5D-4E28-A5BC-A581CD77D20F}" sibTransId="{D70B4D11-DDA7-423C-B0D4-21F83CCE23C4}"/>
    <dgm:cxn modelId="{CE32AA07-0DE2-42A7-BB4B-5F78AC238B86}" type="presOf" srcId="{97FB00CC-9DA6-47E3-A5C7-AD220DE7BA31}" destId="{59F43554-1698-482E-A191-4D311DB842BF}" srcOrd="1" destOrd="0" presId="urn:microsoft.com/office/officeart/2005/8/layout/list1"/>
    <dgm:cxn modelId="{EFABCD09-25D8-4591-B602-9520D67DB16E}" type="presOf" srcId="{AB76CEE7-E40E-42E4-AAB4-1589BB290508}" destId="{58AC0F7E-36B6-4505-B527-14E9E3F6CE19}" srcOrd="0" destOrd="0" presId="urn:microsoft.com/office/officeart/2005/8/layout/list1"/>
    <dgm:cxn modelId="{E43F310C-FEB9-4566-8262-9E758D4421A2}" srcId="{0F37CE57-68A7-4A09-86DE-6A31D7046F33}" destId="{1D9F40B8-3636-40EC-A638-A5FE5A2AF4F3}" srcOrd="0" destOrd="0" parTransId="{2A36AA7A-20E8-41B6-B566-089FC4A913FF}" sibTransId="{9622883D-0FC5-4645-8C7C-53F99BDB9830}"/>
    <dgm:cxn modelId="{4BA52916-3949-465E-90E6-0C68A110FF8B}" type="presOf" srcId="{0F37CE57-68A7-4A09-86DE-6A31D7046F33}" destId="{FAD53DD2-D2DC-4426-950D-B08ED1B7EFD9}" srcOrd="0" destOrd="0" presId="urn:microsoft.com/office/officeart/2005/8/layout/list1"/>
    <dgm:cxn modelId="{31E93916-3F55-4ED7-8FF1-6C52EDC6C0A5}" srcId="{ACAE52AE-625C-4258-8A5F-6B2A6E478BF6}" destId="{0F37CE57-68A7-4A09-86DE-6A31D7046F33}" srcOrd="1" destOrd="0" parTransId="{B1778301-830A-41C3-931B-C86B65CCBF36}" sibTransId="{946393CD-3327-4B96-8AF2-37BA7FC52569}"/>
    <dgm:cxn modelId="{A18EC016-040E-4DB5-B18C-7DA0436E9E4F}" srcId="{ACAE52AE-625C-4258-8A5F-6B2A6E478BF6}" destId="{995AD958-0DAF-4D3F-94EF-3C2EDBE8E085}" srcOrd="2" destOrd="0" parTransId="{DA743905-9E65-4504-825C-2E0D18B09B42}" sibTransId="{7B57D228-F170-4DDC-BF13-CCD4384A7778}"/>
    <dgm:cxn modelId="{A9E4F01D-3130-4C46-8D24-3C16F0778FD1}" type="presOf" srcId="{0F37CE57-68A7-4A09-86DE-6A31D7046F33}" destId="{A9189277-4BB0-4C94-8564-268F9D084E4B}" srcOrd="1" destOrd="0" presId="urn:microsoft.com/office/officeart/2005/8/layout/list1"/>
    <dgm:cxn modelId="{50651123-7D8A-4A2A-A83C-1235EFCFDFFE}" type="presOf" srcId="{ACAE52AE-625C-4258-8A5F-6B2A6E478BF6}" destId="{BE54A717-339A-422A-B238-36ADBE6D3547}" srcOrd="0" destOrd="0" presId="urn:microsoft.com/office/officeart/2005/8/layout/list1"/>
    <dgm:cxn modelId="{4D2E9C29-359D-480F-BBF3-4364B55B7446}" type="presOf" srcId="{995AD958-0DAF-4D3F-94EF-3C2EDBE8E085}" destId="{AEB7372D-84D9-457F-AE49-38EF6E99741D}" srcOrd="0" destOrd="0" presId="urn:microsoft.com/office/officeart/2005/8/layout/list1"/>
    <dgm:cxn modelId="{98F3CA2F-5E11-41DF-8901-033DE3767772}" type="presOf" srcId="{E52596F0-8411-4542-8C0C-61B5079677E4}" destId="{842253AD-6144-4B1D-90D9-093C319404F7}" srcOrd="0" destOrd="0" presId="urn:microsoft.com/office/officeart/2005/8/layout/list1"/>
    <dgm:cxn modelId="{850C9130-1BC7-4BEB-A1F4-355633DA1151}" type="presOf" srcId="{B51D6FF4-E3CD-4F7E-9D4E-9DCCD73B1AF2}" destId="{0DE29124-43AD-4492-81FD-C6BB405CB717}" srcOrd="0" destOrd="0" presId="urn:microsoft.com/office/officeart/2005/8/layout/list1"/>
    <dgm:cxn modelId="{5B1AD233-349D-41D0-A1D0-5557E3F7D1F9}" srcId="{ACAE52AE-625C-4258-8A5F-6B2A6E478BF6}" destId="{97FB00CC-9DA6-47E3-A5C7-AD220DE7BA31}" srcOrd="0" destOrd="0" parTransId="{F9EEDD57-EDEB-4D61-B238-A04230D5654A}" sibTransId="{E0E3D7C9-8403-450C-BD62-63E7DF9D7FAA}"/>
    <dgm:cxn modelId="{2678DE5F-35FF-41CD-ADAC-81C63E3ED93A}" type="presOf" srcId="{B51D6FF4-E3CD-4F7E-9D4E-9DCCD73B1AF2}" destId="{FF92B8FC-2CC3-4C3D-B7A7-F4522B0997CE}" srcOrd="1" destOrd="0" presId="urn:microsoft.com/office/officeart/2005/8/layout/list1"/>
    <dgm:cxn modelId="{9B46C045-ACF3-4A15-B14D-D6886250DDDD}" type="presOf" srcId="{995AD958-0DAF-4D3F-94EF-3C2EDBE8E085}" destId="{042F9294-A1D2-4FF4-BF15-50F124AEED3A}" srcOrd="1" destOrd="0" presId="urn:microsoft.com/office/officeart/2005/8/layout/list1"/>
    <dgm:cxn modelId="{9BE08DA4-DE2C-4629-9E19-A6C19A2EFC98}" srcId="{97FB00CC-9DA6-47E3-A5C7-AD220DE7BA31}" destId="{E52596F0-8411-4542-8C0C-61B5079677E4}" srcOrd="0" destOrd="0" parTransId="{39EB4E1E-D267-47F4-AF80-3F2A521C4B7D}" sibTransId="{32549659-8F4A-4E80-AFD1-97BDB72E2216}"/>
    <dgm:cxn modelId="{6344EFB6-C6E3-41A8-BAFB-A2BC1ACF4225}" type="presOf" srcId="{1D9F40B8-3636-40EC-A638-A5FE5A2AF4F3}" destId="{0B7F33F5-25A5-4E4E-8540-6009D3BE41B8}" srcOrd="0" destOrd="0" presId="urn:microsoft.com/office/officeart/2005/8/layout/list1"/>
    <dgm:cxn modelId="{FDF962BC-5971-477B-875A-B6BBA0EC9AAA}" srcId="{ACAE52AE-625C-4258-8A5F-6B2A6E478BF6}" destId="{B51D6FF4-E3CD-4F7E-9D4E-9DCCD73B1AF2}" srcOrd="3" destOrd="0" parTransId="{03330CF9-0841-4ACC-8DDB-90C7195E04A7}" sibTransId="{3DBF0700-D5A4-4A71-9F9F-6E64CBD6BA5D}"/>
    <dgm:cxn modelId="{11E16CE6-E1C1-445A-8EE7-9624603EABAE}" type="presOf" srcId="{AB3F239B-A8BA-4DA7-BDB3-E6D537B49449}" destId="{AB612970-60C4-41D9-864B-A9835394EBCF}" srcOrd="0" destOrd="0" presId="urn:microsoft.com/office/officeart/2005/8/layout/list1"/>
    <dgm:cxn modelId="{88AF68F8-4BB3-40FE-A638-D0C130684AC3}" type="presOf" srcId="{97FB00CC-9DA6-47E3-A5C7-AD220DE7BA31}" destId="{6DC72B6C-97CD-4419-9136-8B5C83DF0014}" srcOrd="0" destOrd="0" presId="urn:microsoft.com/office/officeart/2005/8/layout/list1"/>
    <dgm:cxn modelId="{31F9D395-59A8-4695-96D5-47E402121A41}" type="presParOf" srcId="{BE54A717-339A-422A-B238-36ADBE6D3547}" destId="{74634005-5A7D-4E64-9717-6B6E0F3ADD6F}" srcOrd="0" destOrd="0" presId="urn:microsoft.com/office/officeart/2005/8/layout/list1"/>
    <dgm:cxn modelId="{56B88212-7916-4F07-B3E9-07BC2AD2BE17}" type="presParOf" srcId="{74634005-5A7D-4E64-9717-6B6E0F3ADD6F}" destId="{6DC72B6C-97CD-4419-9136-8B5C83DF0014}" srcOrd="0" destOrd="0" presId="urn:microsoft.com/office/officeart/2005/8/layout/list1"/>
    <dgm:cxn modelId="{02823B89-5A0F-4626-AB21-63486FE549E6}" type="presParOf" srcId="{74634005-5A7D-4E64-9717-6B6E0F3ADD6F}" destId="{59F43554-1698-482E-A191-4D311DB842BF}" srcOrd="1" destOrd="0" presId="urn:microsoft.com/office/officeart/2005/8/layout/list1"/>
    <dgm:cxn modelId="{05B8EA1A-F724-4CEA-8352-7C9CBE6393AA}" type="presParOf" srcId="{BE54A717-339A-422A-B238-36ADBE6D3547}" destId="{36D20910-C88E-44C1-95E7-3586F92450C3}" srcOrd="1" destOrd="0" presId="urn:microsoft.com/office/officeart/2005/8/layout/list1"/>
    <dgm:cxn modelId="{B717CD60-48B8-4E4C-B2F0-D3334494E177}" type="presParOf" srcId="{BE54A717-339A-422A-B238-36ADBE6D3547}" destId="{842253AD-6144-4B1D-90D9-093C319404F7}" srcOrd="2" destOrd="0" presId="urn:microsoft.com/office/officeart/2005/8/layout/list1"/>
    <dgm:cxn modelId="{0C0E3CCE-EE06-4181-A117-44578FBD3AAC}" type="presParOf" srcId="{BE54A717-339A-422A-B238-36ADBE6D3547}" destId="{F5D422A3-7BAC-4FF3-AC01-37D92604E31B}" srcOrd="3" destOrd="0" presId="urn:microsoft.com/office/officeart/2005/8/layout/list1"/>
    <dgm:cxn modelId="{56BA2ADC-98A1-475C-884C-AEAF85269167}" type="presParOf" srcId="{BE54A717-339A-422A-B238-36ADBE6D3547}" destId="{E679F8B2-1822-424A-9489-DB0BF02CD963}" srcOrd="4" destOrd="0" presId="urn:microsoft.com/office/officeart/2005/8/layout/list1"/>
    <dgm:cxn modelId="{370C1107-4D37-4C40-8FF6-083BDE0048A2}" type="presParOf" srcId="{E679F8B2-1822-424A-9489-DB0BF02CD963}" destId="{FAD53DD2-D2DC-4426-950D-B08ED1B7EFD9}" srcOrd="0" destOrd="0" presId="urn:microsoft.com/office/officeart/2005/8/layout/list1"/>
    <dgm:cxn modelId="{F2D4B376-E131-4E9D-88BA-92763C0465CC}" type="presParOf" srcId="{E679F8B2-1822-424A-9489-DB0BF02CD963}" destId="{A9189277-4BB0-4C94-8564-268F9D084E4B}" srcOrd="1" destOrd="0" presId="urn:microsoft.com/office/officeart/2005/8/layout/list1"/>
    <dgm:cxn modelId="{CA1A41E4-71D1-48D6-BCD3-B95D209146EE}" type="presParOf" srcId="{BE54A717-339A-422A-B238-36ADBE6D3547}" destId="{F5BCF382-2284-4C59-A739-0BAD86C8D581}" srcOrd="5" destOrd="0" presId="urn:microsoft.com/office/officeart/2005/8/layout/list1"/>
    <dgm:cxn modelId="{46629807-7B90-4D20-81D9-9D65867DE122}" type="presParOf" srcId="{BE54A717-339A-422A-B238-36ADBE6D3547}" destId="{0B7F33F5-25A5-4E4E-8540-6009D3BE41B8}" srcOrd="6" destOrd="0" presId="urn:microsoft.com/office/officeart/2005/8/layout/list1"/>
    <dgm:cxn modelId="{61048ED2-4242-47D6-B2C3-7E03F2BE765A}" type="presParOf" srcId="{BE54A717-339A-422A-B238-36ADBE6D3547}" destId="{DA5D5BCF-755A-43C6-BE1E-0AB971200AB1}" srcOrd="7" destOrd="0" presId="urn:microsoft.com/office/officeart/2005/8/layout/list1"/>
    <dgm:cxn modelId="{350777A9-37CF-475B-9BAA-773BE7D9C752}" type="presParOf" srcId="{BE54A717-339A-422A-B238-36ADBE6D3547}" destId="{C91EEF80-6A40-4EC4-9826-1271F96812D4}" srcOrd="8" destOrd="0" presId="urn:microsoft.com/office/officeart/2005/8/layout/list1"/>
    <dgm:cxn modelId="{B96C227C-1EA1-4D99-986E-2A7486A791F2}" type="presParOf" srcId="{C91EEF80-6A40-4EC4-9826-1271F96812D4}" destId="{AEB7372D-84D9-457F-AE49-38EF6E99741D}" srcOrd="0" destOrd="0" presId="urn:microsoft.com/office/officeart/2005/8/layout/list1"/>
    <dgm:cxn modelId="{CC60B709-41F5-4270-AD80-FB78EE8546B7}" type="presParOf" srcId="{C91EEF80-6A40-4EC4-9826-1271F96812D4}" destId="{042F9294-A1D2-4FF4-BF15-50F124AEED3A}" srcOrd="1" destOrd="0" presId="urn:microsoft.com/office/officeart/2005/8/layout/list1"/>
    <dgm:cxn modelId="{F56A364B-7586-4AAB-A0B7-50C260CAE0B9}" type="presParOf" srcId="{BE54A717-339A-422A-B238-36ADBE6D3547}" destId="{F7CA4C8F-6501-4AA6-A90F-33E948D73A17}" srcOrd="9" destOrd="0" presId="urn:microsoft.com/office/officeart/2005/8/layout/list1"/>
    <dgm:cxn modelId="{C36EF644-F0A6-42E1-A377-7C02954C242E}" type="presParOf" srcId="{BE54A717-339A-422A-B238-36ADBE6D3547}" destId="{AB612970-60C4-41D9-864B-A9835394EBCF}" srcOrd="10" destOrd="0" presId="urn:microsoft.com/office/officeart/2005/8/layout/list1"/>
    <dgm:cxn modelId="{FC0FF778-F3D0-4394-8CB7-3679F420D596}" type="presParOf" srcId="{BE54A717-339A-422A-B238-36ADBE6D3547}" destId="{31671214-F298-4D1C-AE8C-BA2CFDB7C00F}" srcOrd="11" destOrd="0" presId="urn:microsoft.com/office/officeart/2005/8/layout/list1"/>
    <dgm:cxn modelId="{7B0E872C-4E65-4A7C-9D26-ACA74A31B23A}" type="presParOf" srcId="{BE54A717-339A-422A-B238-36ADBE6D3547}" destId="{311F203C-B930-4C1F-9E72-8957B805FF3F}" srcOrd="12" destOrd="0" presId="urn:microsoft.com/office/officeart/2005/8/layout/list1"/>
    <dgm:cxn modelId="{D6EE39A5-4ED6-470A-9E7B-ED435C8109A6}" type="presParOf" srcId="{311F203C-B930-4C1F-9E72-8957B805FF3F}" destId="{0DE29124-43AD-4492-81FD-C6BB405CB717}" srcOrd="0" destOrd="0" presId="urn:microsoft.com/office/officeart/2005/8/layout/list1"/>
    <dgm:cxn modelId="{C765BE53-56E5-403C-A1FE-9FADEF566093}" type="presParOf" srcId="{311F203C-B930-4C1F-9E72-8957B805FF3F}" destId="{FF92B8FC-2CC3-4C3D-B7A7-F4522B0997CE}" srcOrd="1" destOrd="0" presId="urn:microsoft.com/office/officeart/2005/8/layout/list1"/>
    <dgm:cxn modelId="{BB907427-E12E-4600-AFC7-32A3142D4D96}" type="presParOf" srcId="{BE54A717-339A-422A-B238-36ADBE6D3547}" destId="{E7DC42BB-DFDA-4A9E-9B49-8A3E5DD502E4}" srcOrd="13" destOrd="0" presId="urn:microsoft.com/office/officeart/2005/8/layout/list1"/>
    <dgm:cxn modelId="{8EE2D463-030A-44EC-8768-4A0453EBCFFE}" type="presParOf" srcId="{BE54A717-339A-422A-B238-36ADBE6D3547}" destId="{58AC0F7E-36B6-4505-B527-14E9E3F6CE1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253AD-6144-4B1D-90D9-093C319404F7}">
      <dsp:nvSpPr>
        <dsp:cNvPr id="0" name=""/>
        <dsp:cNvSpPr/>
      </dsp:nvSpPr>
      <dsp:spPr>
        <a:xfrm>
          <a:off x="0" y="358716"/>
          <a:ext cx="9897603" cy="75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78232" numCol="1" spcCol="1270" anchor="t" anchorCtr="0">
          <a:noAutofit/>
        </a:bodyPr>
        <a:lstStyle/>
        <a:p>
          <a:pPr marL="57150" lvl="1" indent="-57150" algn="l" defTabSz="488950" rtl="0">
            <a:lnSpc>
              <a:spcPct val="90000"/>
            </a:lnSpc>
            <a:spcBef>
              <a:spcPct val="0"/>
            </a:spcBef>
            <a:spcAft>
              <a:spcPct val="15000"/>
            </a:spcAft>
            <a:buChar char="•"/>
          </a:pPr>
          <a:r>
            <a:rPr lang="en-US" sz="1100" b="0" kern="1200">
              <a:solidFill>
                <a:srgbClr val="444444"/>
              </a:solidFill>
              <a:latin typeface="Segoe UI"/>
              <a:ea typeface="Calibri"/>
              <a:cs typeface="Segoe UI"/>
            </a:rPr>
            <a:t>Payment received </a:t>
          </a:r>
        </a:p>
      </dsp:txBody>
      <dsp:txXfrm>
        <a:off x="0" y="358716"/>
        <a:ext cx="9897603" cy="756000"/>
      </dsp:txXfrm>
    </dsp:sp>
    <dsp:sp modelId="{59F43554-1698-482E-A191-4D311DB842BF}">
      <dsp:nvSpPr>
        <dsp:cNvPr id="0" name=""/>
        <dsp:cNvSpPr/>
      </dsp:nvSpPr>
      <dsp:spPr>
        <a:xfrm>
          <a:off x="494880" y="4476"/>
          <a:ext cx="6928322"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666750" rtl="0">
            <a:lnSpc>
              <a:spcPct val="90000"/>
            </a:lnSpc>
            <a:spcBef>
              <a:spcPct val="0"/>
            </a:spcBef>
            <a:spcAft>
              <a:spcPct val="35000"/>
            </a:spcAft>
            <a:buNone/>
          </a:pPr>
          <a:r>
            <a:rPr lang="en-US" sz="1500" b="0" kern="1200">
              <a:solidFill>
                <a:srgbClr val="444444"/>
              </a:solidFill>
              <a:latin typeface="Segoe UI"/>
              <a:ea typeface="Calibri"/>
              <a:cs typeface="Segoe UI"/>
            </a:rPr>
            <a:t> Hallmark - $465K</a:t>
          </a:r>
        </a:p>
      </dsp:txBody>
      <dsp:txXfrm>
        <a:off x="529465" y="39061"/>
        <a:ext cx="6859152" cy="639310"/>
      </dsp:txXfrm>
    </dsp:sp>
    <dsp:sp modelId="{0B7F33F5-25A5-4E4E-8540-6009D3BE41B8}">
      <dsp:nvSpPr>
        <dsp:cNvPr id="0" name=""/>
        <dsp:cNvSpPr/>
      </dsp:nvSpPr>
      <dsp:spPr>
        <a:xfrm>
          <a:off x="0" y="1598556"/>
          <a:ext cx="9897603" cy="6993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49784" numCol="1" spcCol="1270" anchor="t" anchorCtr="0">
          <a:noAutofit/>
        </a:bodyPr>
        <a:lstStyle/>
        <a:p>
          <a:pPr marL="57150" lvl="1" indent="-57150" algn="l" defTabSz="311150" rtl="0">
            <a:lnSpc>
              <a:spcPct val="90000"/>
            </a:lnSpc>
            <a:spcBef>
              <a:spcPct val="0"/>
            </a:spcBef>
            <a:spcAft>
              <a:spcPct val="15000"/>
            </a:spcAft>
            <a:buChar char="•"/>
          </a:pPr>
          <a:r>
            <a:rPr lang="en-US" sz="700" b="0" kern="1200">
              <a:solidFill>
                <a:srgbClr val="000000"/>
              </a:solidFill>
              <a:latin typeface="Calibri"/>
              <a:ea typeface="Calibri"/>
              <a:cs typeface="Calibri"/>
            </a:rPr>
            <a:t> </a:t>
          </a:r>
          <a:r>
            <a:rPr lang="en-US" sz="1000" b="0" kern="1200">
              <a:solidFill>
                <a:srgbClr val="000000"/>
              </a:solidFill>
              <a:latin typeface="Calibri"/>
              <a:ea typeface="Calibri"/>
              <a:cs typeface="Calibri"/>
            </a:rPr>
            <a:t>Consolidated invoice sent a month late – payment promised for 6/1.</a:t>
          </a:r>
        </a:p>
      </dsp:txBody>
      <dsp:txXfrm>
        <a:off x="0" y="1598556"/>
        <a:ext cx="9897603" cy="699300"/>
      </dsp:txXfrm>
    </dsp:sp>
    <dsp:sp modelId="{A9189277-4BB0-4C94-8564-268F9D084E4B}">
      <dsp:nvSpPr>
        <dsp:cNvPr id="0" name=""/>
        <dsp:cNvSpPr/>
      </dsp:nvSpPr>
      <dsp:spPr>
        <a:xfrm>
          <a:off x="494880" y="1244316"/>
          <a:ext cx="6928322" cy="7084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488950" rtl="0">
            <a:lnSpc>
              <a:spcPct val="90000"/>
            </a:lnSpc>
            <a:spcBef>
              <a:spcPct val="0"/>
            </a:spcBef>
            <a:spcAft>
              <a:spcPct val="35000"/>
            </a:spcAft>
            <a:buNone/>
          </a:pPr>
          <a:r>
            <a:rPr lang="en-US" sz="1100" b="0" kern="1200">
              <a:solidFill>
                <a:srgbClr val="444444"/>
              </a:solidFill>
              <a:latin typeface="Calibri"/>
              <a:ea typeface="Calibri"/>
              <a:cs typeface="Calibri"/>
            </a:rPr>
            <a:t>Anheuser-Busch - $</a:t>
          </a:r>
          <a:r>
            <a:rPr lang="en-US" sz="1100" b="0" kern="1200">
              <a:solidFill>
                <a:srgbClr val="000000"/>
              </a:solidFill>
              <a:latin typeface="Calibri"/>
              <a:ea typeface="Calibri"/>
              <a:cs typeface="Calibri"/>
            </a:rPr>
            <a:t>157k</a:t>
          </a:r>
        </a:p>
      </dsp:txBody>
      <dsp:txXfrm>
        <a:off x="529465" y="1278901"/>
        <a:ext cx="6859152" cy="639310"/>
      </dsp:txXfrm>
    </dsp:sp>
    <dsp:sp modelId="{AB612970-60C4-41D9-864B-A9835394EBCF}">
      <dsp:nvSpPr>
        <dsp:cNvPr id="0" name=""/>
        <dsp:cNvSpPr/>
      </dsp:nvSpPr>
      <dsp:spPr>
        <a:xfrm>
          <a:off x="0" y="2781697"/>
          <a:ext cx="9897603" cy="8505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71120" numCol="1" spcCol="1270" anchor="t" anchorCtr="0">
          <a:noAutofit/>
        </a:bodyPr>
        <a:lstStyle/>
        <a:p>
          <a:pPr marL="57150" lvl="1" indent="-57150" algn="l" defTabSz="444500" rtl="0">
            <a:lnSpc>
              <a:spcPct val="90000"/>
            </a:lnSpc>
            <a:spcBef>
              <a:spcPct val="0"/>
            </a:spcBef>
            <a:spcAft>
              <a:spcPct val="15000"/>
            </a:spcAft>
            <a:buChar char="•"/>
          </a:pPr>
          <a:r>
            <a:rPr lang="en-US" sz="1000" b="0" kern="1200">
              <a:latin typeface="Calibri"/>
              <a:ea typeface="Calibri"/>
              <a:cs typeface="Calibri"/>
            </a:rPr>
            <a:t>The customer has indicated they are actively working internally to issue the required PO. Accounts Receivable continues to follow up to confirm the expected payment timeline. On 5/21, AR reached out to Robert Brod to request an update, as the customer advised they are coordinating with him to finalize the PO.</a:t>
          </a:r>
        </a:p>
      </dsp:txBody>
      <dsp:txXfrm>
        <a:off x="0" y="2781697"/>
        <a:ext cx="9897603" cy="850500"/>
      </dsp:txXfrm>
    </dsp:sp>
    <dsp:sp modelId="{042F9294-A1D2-4FF4-BF15-50F124AEED3A}">
      <dsp:nvSpPr>
        <dsp:cNvPr id="0" name=""/>
        <dsp:cNvSpPr/>
      </dsp:nvSpPr>
      <dsp:spPr>
        <a:xfrm>
          <a:off x="494880" y="2427457"/>
          <a:ext cx="6928322" cy="70848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1066800" rtl="0">
            <a:lnSpc>
              <a:spcPct val="90000"/>
            </a:lnSpc>
            <a:spcBef>
              <a:spcPct val="0"/>
            </a:spcBef>
            <a:spcAft>
              <a:spcPct val="35000"/>
            </a:spcAft>
            <a:buNone/>
          </a:pPr>
          <a:r>
            <a:rPr lang="en-US" sz="2400" b="0" kern="1200">
              <a:solidFill>
                <a:schemeClr val="bg1"/>
              </a:solidFill>
              <a:latin typeface="Calibri"/>
              <a:ea typeface="Calibri"/>
              <a:cs typeface="Calibri"/>
            </a:rPr>
            <a:t>Owens Corning - $91K</a:t>
          </a:r>
        </a:p>
      </dsp:txBody>
      <dsp:txXfrm>
        <a:off x="529465" y="2462042"/>
        <a:ext cx="6859152" cy="639310"/>
      </dsp:txXfrm>
    </dsp:sp>
    <dsp:sp modelId="{58AC0F7E-36B6-4505-B527-14E9E3F6CE19}">
      <dsp:nvSpPr>
        <dsp:cNvPr id="0" name=""/>
        <dsp:cNvSpPr/>
      </dsp:nvSpPr>
      <dsp:spPr>
        <a:xfrm>
          <a:off x="0" y="4116037"/>
          <a:ext cx="9897603" cy="10017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71120" numCol="1" spcCol="1270" anchor="t" anchorCtr="0">
          <a:noAutofit/>
        </a:bodyPr>
        <a:lstStyle/>
        <a:p>
          <a:pPr marL="57150" lvl="1" indent="-57150" algn="l" defTabSz="444500" rtl="0">
            <a:lnSpc>
              <a:spcPct val="90000"/>
            </a:lnSpc>
            <a:spcBef>
              <a:spcPct val="0"/>
            </a:spcBef>
            <a:spcAft>
              <a:spcPct val="15000"/>
            </a:spcAft>
            <a:buChar char="•"/>
          </a:pPr>
          <a:r>
            <a:rPr lang="en-US" sz="1000" b="0" kern="1200">
              <a:latin typeface="Calibri"/>
              <a:ea typeface="Calibri"/>
              <a:cs typeface="Calibri"/>
            </a:rPr>
            <a:t>The customer is disputing the invoice due to ongoing software issues and is considering filing a warranty claim. AM closely engaged with the customer and advised on 5/12 that efforts are underway to identify a resolution to the product concerns. Accounts Receivable followed up on 5/20 requesting an update on the status of the dispute and clarity on next steps required to resolve the outstanding balance.</a:t>
          </a:r>
        </a:p>
      </dsp:txBody>
      <dsp:txXfrm>
        <a:off x="0" y="4116037"/>
        <a:ext cx="9897603" cy="1001700"/>
      </dsp:txXfrm>
    </dsp:sp>
    <dsp:sp modelId="{FF92B8FC-2CC3-4C3D-B7A7-F4522B0997CE}">
      <dsp:nvSpPr>
        <dsp:cNvPr id="0" name=""/>
        <dsp:cNvSpPr/>
      </dsp:nvSpPr>
      <dsp:spPr>
        <a:xfrm>
          <a:off x="494880" y="3761797"/>
          <a:ext cx="6928322" cy="7084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1066800" rtl="0">
            <a:lnSpc>
              <a:spcPct val="90000"/>
            </a:lnSpc>
            <a:spcBef>
              <a:spcPct val="0"/>
            </a:spcBef>
            <a:spcAft>
              <a:spcPct val="35000"/>
            </a:spcAft>
            <a:buNone/>
          </a:pPr>
          <a:r>
            <a:rPr lang="en-US" sz="2400" b="0" kern="1200">
              <a:latin typeface="Segoe UI"/>
              <a:ea typeface="Calibri"/>
              <a:cs typeface="Segoe UI"/>
            </a:rPr>
            <a:t>Amsted Industries - $85K</a:t>
          </a:r>
        </a:p>
      </dsp:txBody>
      <dsp:txXfrm>
        <a:off x="529465" y="3796382"/>
        <a:ext cx="6859152"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5849F9-1B30-B580-7BAD-FA33FB4FD2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37017A2-8F28-1E6D-951F-63CFE84578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5187AC-58F6-2B4F-86E7-76FA58E5484D}" type="datetimeFigureOut">
              <a:rPr lang="en-US" smtClean="0"/>
              <a:t>6/3/2026</a:t>
            </a:fld>
            <a:endParaRPr lang="en-US"/>
          </a:p>
        </p:txBody>
      </p:sp>
      <p:sp>
        <p:nvSpPr>
          <p:cNvPr id="4" name="Footer Placeholder 3">
            <a:extLst>
              <a:ext uri="{FF2B5EF4-FFF2-40B4-BE49-F238E27FC236}">
                <a16:creationId xmlns:a16="http://schemas.microsoft.com/office/drawing/2014/main" id="{6CD9A9A6-DBA0-CF85-CCF5-FD02169EE6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7EC20E-C177-9F32-9D1F-3240EB3424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D4E6BD-7561-E448-945F-77EC6C436B7D}" type="slidenum">
              <a:rPr lang="en-US" smtClean="0"/>
              <a:t>‹#›</a:t>
            </a:fld>
            <a:endParaRPr lang="en-US"/>
          </a:p>
        </p:txBody>
      </p:sp>
    </p:spTree>
    <p:extLst>
      <p:ext uri="{BB962C8B-B14F-4D97-AF65-F5344CB8AC3E}">
        <p14:creationId xmlns:p14="http://schemas.microsoft.com/office/powerpoint/2010/main" val="271047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E684D-B247-5944-BDFC-8FCBDD6DC20F}" type="datetimeFigureOut">
              <a:rPr lang="en-GB" smtClean="0"/>
              <a:t>03/06/2026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05748-35EF-294C-9223-07D35AABE681}" type="slidenum">
              <a:rPr lang="en-GB" smtClean="0"/>
              <a:t>‹#›</a:t>
            </a:fld>
            <a:endParaRPr lang="en-GB"/>
          </a:p>
        </p:txBody>
      </p:sp>
    </p:spTree>
    <p:extLst>
      <p:ext uri="{BB962C8B-B14F-4D97-AF65-F5344CB8AC3E}">
        <p14:creationId xmlns:p14="http://schemas.microsoft.com/office/powerpoint/2010/main" val="243907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05748-35EF-294C-9223-07D35AABE681}" type="slidenum">
              <a:rPr lang="en-GB" smtClean="0"/>
              <a:t>1</a:t>
            </a:fld>
            <a:endParaRPr lang="en-GB"/>
          </a:p>
        </p:txBody>
      </p:sp>
    </p:spTree>
    <p:extLst>
      <p:ext uri="{BB962C8B-B14F-4D97-AF65-F5344CB8AC3E}">
        <p14:creationId xmlns:p14="http://schemas.microsoft.com/office/powerpoint/2010/main" val="156533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05748-35EF-294C-9223-07D35AABE681}" type="slidenum">
              <a:rPr lang="en-GB" smtClean="0"/>
              <a:t>4</a:t>
            </a:fld>
            <a:endParaRPr lang="en-GB"/>
          </a:p>
        </p:txBody>
      </p:sp>
    </p:spTree>
    <p:extLst>
      <p:ext uri="{BB962C8B-B14F-4D97-AF65-F5344CB8AC3E}">
        <p14:creationId xmlns:p14="http://schemas.microsoft.com/office/powerpoint/2010/main" val="2300452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ECA7-C477-F8D2-D7F7-1F6A919A8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D46E8-7E92-9443-B4EE-CC36617FA1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BEE79A-A394-3DAA-9181-6495A2A1382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516503D-AAEC-2DDE-057A-E0E53B699BE5}"/>
              </a:ext>
            </a:extLst>
          </p:cNvPr>
          <p:cNvSpPr>
            <a:spLocks noGrp="1"/>
          </p:cNvSpPr>
          <p:nvPr>
            <p:ph type="sldNum" sz="quarter" idx="5"/>
          </p:nvPr>
        </p:nvSpPr>
        <p:spPr/>
        <p:txBody>
          <a:bodyPr/>
          <a:lstStyle/>
          <a:p>
            <a:fld id="{0FE05748-35EF-294C-9223-07D35AABE681}" type="slidenum">
              <a:rPr lang="en-GB" smtClean="0"/>
              <a:t>6</a:t>
            </a:fld>
            <a:endParaRPr lang="en-GB"/>
          </a:p>
        </p:txBody>
      </p:sp>
    </p:spTree>
    <p:extLst>
      <p:ext uri="{BB962C8B-B14F-4D97-AF65-F5344CB8AC3E}">
        <p14:creationId xmlns:p14="http://schemas.microsoft.com/office/powerpoint/2010/main" val="622368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398E-3DF7-0094-6D48-EB21E92C4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03DEC-E61A-29FB-4AE7-1FE18C2DB9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12C7F2-A0F8-0F88-98A4-0DFA8C6A09A3}"/>
              </a:ext>
            </a:extLst>
          </p:cNvPr>
          <p:cNvSpPr>
            <a:spLocks noGrp="1"/>
          </p:cNvSpPr>
          <p:nvPr>
            <p:ph type="body" idx="1"/>
          </p:nvPr>
        </p:nvSpPr>
        <p:spPr/>
        <p:txBody>
          <a:bodyPr/>
          <a:lstStyle/>
          <a:p>
            <a:pPr marL="0" marR="0">
              <a:lnSpc>
                <a:spcPct val="107000"/>
              </a:lnSpc>
              <a:spcBef>
                <a:spcPts val="0"/>
              </a:spcBef>
              <a:spcAft>
                <a:spcPts val="8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C21518F-8C54-26C3-D622-B93E5A232A9D}"/>
              </a:ext>
            </a:extLst>
          </p:cNvPr>
          <p:cNvSpPr>
            <a:spLocks noGrp="1"/>
          </p:cNvSpPr>
          <p:nvPr>
            <p:ph type="sldNum" sz="quarter" idx="5"/>
          </p:nvPr>
        </p:nvSpPr>
        <p:spPr/>
        <p:txBody>
          <a:bodyPr/>
          <a:lstStyle/>
          <a:p>
            <a:fld id="{0FE05748-35EF-294C-9223-07D35AABE681}" type="slidenum">
              <a:rPr lang="en-GB" smtClean="0"/>
              <a:t>8</a:t>
            </a:fld>
            <a:endParaRPr lang="en-GB"/>
          </a:p>
        </p:txBody>
      </p:sp>
    </p:spTree>
    <p:extLst>
      <p:ext uri="{BB962C8B-B14F-4D97-AF65-F5344CB8AC3E}">
        <p14:creationId xmlns:p14="http://schemas.microsoft.com/office/powerpoint/2010/main" val="4025943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C7BA-CA18-3808-AD01-C4F606F34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DBCB5-8813-7767-5E62-28B6BFE77C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B6FA9C-D572-4F01-B9B1-F68E1E8BF7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C00BBA-5461-B8FD-43D0-915F6C6973A1}"/>
              </a:ext>
            </a:extLst>
          </p:cNvPr>
          <p:cNvSpPr>
            <a:spLocks noGrp="1"/>
          </p:cNvSpPr>
          <p:nvPr>
            <p:ph type="sldNum" sz="quarter" idx="5"/>
          </p:nvPr>
        </p:nvSpPr>
        <p:spPr/>
        <p:txBody>
          <a:bodyPr/>
          <a:lstStyle/>
          <a:p>
            <a:fld id="{0FE05748-35EF-294C-9223-07D35AABE681}" type="slidenum">
              <a:rPr lang="en-GB" smtClean="0"/>
              <a:t>9</a:t>
            </a:fld>
            <a:endParaRPr lang="en-GB"/>
          </a:p>
        </p:txBody>
      </p:sp>
    </p:spTree>
    <p:extLst>
      <p:ext uri="{BB962C8B-B14F-4D97-AF65-F5344CB8AC3E}">
        <p14:creationId xmlns:p14="http://schemas.microsoft.com/office/powerpoint/2010/main" val="660717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9D061-81DA-77F9-2C54-3C8DEA0C6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0896E-5A19-66B5-A1D3-7904299F85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4D6109-079F-9F4B-6A92-64515F900B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1BC214-FC29-2772-CE22-904E761051D1}"/>
              </a:ext>
            </a:extLst>
          </p:cNvPr>
          <p:cNvSpPr>
            <a:spLocks noGrp="1"/>
          </p:cNvSpPr>
          <p:nvPr>
            <p:ph type="sldNum" sz="quarter" idx="5"/>
          </p:nvPr>
        </p:nvSpPr>
        <p:spPr/>
        <p:txBody>
          <a:bodyPr/>
          <a:lstStyle/>
          <a:p>
            <a:fld id="{0FE05748-35EF-294C-9223-07D35AABE681}" type="slidenum">
              <a:rPr lang="en-GB" smtClean="0"/>
              <a:t>10</a:t>
            </a:fld>
            <a:endParaRPr lang="en-GB"/>
          </a:p>
        </p:txBody>
      </p:sp>
    </p:spTree>
    <p:extLst>
      <p:ext uri="{BB962C8B-B14F-4D97-AF65-F5344CB8AC3E}">
        <p14:creationId xmlns:p14="http://schemas.microsoft.com/office/powerpoint/2010/main" val="92093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7.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Left Image_Orange_3 Column_2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7C0726-6DEC-4843-B326-3719B61FD1A7}"/>
              </a:ext>
            </a:extLst>
          </p:cNvPr>
          <p:cNvSpPr/>
          <p:nvPr userDrawn="1"/>
        </p:nvSpPr>
        <p:spPr>
          <a:xfrm>
            <a:off x="0" y="0"/>
            <a:ext cx="307911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p:nvPr>
        </p:nvSpPr>
        <p:spPr>
          <a:xfrm>
            <a:off x="4305300"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305300"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721666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1009702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305300" y="3251544"/>
            <a:ext cx="1654175" cy="251560"/>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721666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1009702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8" name="TextBox 27">
            <a:extLst>
              <a:ext uri="{FF2B5EF4-FFF2-40B4-BE49-F238E27FC236}">
                <a16:creationId xmlns:a16="http://schemas.microsoft.com/office/drawing/2014/main" id="{1CCEC628-F7E2-CAC2-AC29-F1F7AE97CC17}"/>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1" name="Straight Connector 30">
            <a:extLst>
              <a:ext uri="{FF2B5EF4-FFF2-40B4-BE49-F238E27FC236}">
                <a16:creationId xmlns:a16="http://schemas.microsoft.com/office/drawing/2014/main" id="{AAED6A2F-36B5-EF5B-F313-3065989C690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071A19EC-E4D0-4941-EB4C-1B09249B06F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lide Number Placeholder 5">
            <a:extLst>
              <a:ext uri="{FF2B5EF4-FFF2-40B4-BE49-F238E27FC236}">
                <a16:creationId xmlns:a16="http://schemas.microsoft.com/office/drawing/2014/main" id="{37B5B028-FAA5-E942-B2B9-964541023C7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92522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354769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Section Divider">
    <p:bg>
      <p:bgPr>
        <a:solidFill>
          <a:schemeClr val="bg1"/>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D92F158-10E5-5049-9BBD-B5FAB9634BF1}"/>
              </a:ext>
            </a:extLst>
          </p:cNvPr>
          <p:cNvSpPr/>
          <p:nvPr userDrawn="1"/>
        </p:nvSpPr>
        <p:spPr>
          <a:xfrm>
            <a:off x="0" y="884903"/>
            <a:ext cx="11428121" cy="5973097"/>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Graphic 21">
            <a:extLst>
              <a:ext uri="{FF2B5EF4-FFF2-40B4-BE49-F238E27FC236}">
                <a16:creationId xmlns:a16="http://schemas.microsoft.com/office/drawing/2014/main" id="{FA9BFBAA-411A-064C-9D83-C00A82963D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146" t="16412" r="6718" b="19722"/>
          <a:stretch/>
        </p:blipFill>
        <p:spPr>
          <a:xfrm>
            <a:off x="-2835" y="884903"/>
            <a:ext cx="11430956" cy="5973097"/>
          </a:xfrm>
          <a:prstGeom prst="rect">
            <a:avLst/>
          </a:prstGeom>
        </p:spPr>
      </p:pic>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2475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784229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Team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139700" y="2551113"/>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54025" y="3912101"/>
            <a:ext cx="2625090" cy="2092575"/>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t>
            </a:r>
            <a:r>
              <a:rPr lang="en-US" err="1"/>
              <a:t>Aliquam</a:t>
            </a:r>
            <a:r>
              <a:rPr lang="en-US"/>
              <a:t>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t>
            </a:r>
            <a:r>
              <a:rPr lang="en-US" err="1"/>
              <a:t>Aliquam</a:t>
            </a:r>
            <a:r>
              <a:rPr lang="en-US"/>
              <a:t>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54026"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54026"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grpSp>
        <p:nvGrpSpPr>
          <p:cNvPr id="18" name="Graphic 62" hidden="1">
            <a:extLst>
              <a:ext uri="{FF2B5EF4-FFF2-40B4-BE49-F238E27FC236}">
                <a16:creationId xmlns:a16="http://schemas.microsoft.com/office/drawing/2014/main" id="{26F9C81A-CF38-1348-BB47-C2B86025E989}"/>
              </a:ext>
            </a:extLst>
          </p:cNvPr>
          <p:cNvGrpSpPr/>
          <p:nvPr userDrawn="1"/>
        </p:nvGrpSpPr>
        <p:grpSpPr>
          <a:xfrm>
            <a:off x="11389259" y="6063628"/>
            <a:ext cx="352694" cy="349203"/>
            <a:chOff x="10767269" y="208371"/>
            <a:chExt cx="182844" cy="181034"/>
          </a:xfrm>
        </p:grpSpPr>
        <p:sp>
          <p:nvSpPr>
            <p:cNvPr id="19" name="Freeform 18">
              <a:extLst>
                <a:ext uri="{FF2B5EF4-FFF2-40B4-BE49-F238E27FC236}">
                  <a16:creationId xmlns:a16="http://schemas.microsoft.com/office/drawing/2014/main" id="{549DB50F-7798-584F-AB0B-5E6AAA06295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DF0DBD95-6854-EC41-A86F-5B8D586C9DB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5AADC643-70B7-8747-9B9A-1B475225C42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D838A573-8950-E840-9B85-21F23ED6B8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EDCE829-D7B4-4B41-8C34-03FAF7DCFCC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Picture Placeholder 3">
            <a:extLst>
              <a:ext uri="{FF2B5EF4-FFF2-40B4-BE49-F238E27FC236}">
                <a16:creationId xmlns:a16="http://schemas.microsoft.com/office/drawing/2014/main" id="{9F87D64A-45FE-2547-9C65-0B9D79E45EF4}"/>
              </a:ext>
            </a:extLst>
          </p:cNvPr>
          <p:cNvSpPr>
            <a:spLocks noGrp="1"/>
          </p:cNvSpPr>
          <p:nvPr>
            <p:ph type="pic" sz="quarter" idx="23"/>
          </p:nvPr>
        </p:nvSpPr>
        <p:spPr>
          <a:xfrm>
            <a:off x="3364637"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6" name="Picture Placeholder 3">
            <a:extLst>
              <a:ext uri="{FF2B5EF4-FFF2-40B4-BE49-F238E27FC236}">
                <a16:creationId xmlns:a16="http://schemas.microsoft.com/office/drawing/2014/main" id="{1BBFC044-61E6-F74A-BB05-25CD74533E57}"/>
              </a:ext>
            </a:extLst>
          </p:cNvPr>
          <p:cNvSpPr>
            <a:spLocks noGrp="1"/>
          </p:cNvSpPr>
          <p:nvPr>
            <p:ph type="pic" sz="quarter" idx="24"/>
          </p:nvPr>
        </p:nvSpPr>
        <p:spPr>
          <a:xfrm>
            <a:off x="6245429"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8" name="Picture Placeholder 3">
            <a:extLst>
              <a:ext uri="{FF2B5EF4-FFF2-40B4-BE49-F238E27FC236}">
                <a16:creationId xmlns:a16="http://schemas.microsoft.com/office/drawing/2014/main" id="{B586CD5A-C0EB-9F43-B672-8CD3A42B9A1C}"/>
              </a:ext>
            </a:extLst>
          </p:cNvPr>
          <p:cNvSpPr>
            <a:spLocks noGrp="1"/>
          </p:cNvSpPr>
          <p:nvPr>
            <p:ph type="pic" sz="quarter" idx="25"/>
          </p:nvPr>
        </p:nvSpPr>
        <p:spPr>
          <a:xfrm>
            <a:off x="9152892"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9" name="Text Placeholder 13">
            <a:extLst>
              <a:ext uri="{FF2B5EF4-FFF2-40B4-BE49-F238E27FC236}">
                <a16:creationId xmlns:a16="http://schemas.microsoft.com/office/drawing/2014/main" id="{EE6E668F-DB80-0649-AE51-B4BA25D9BDA0}"/>
              </a:ext>
            </a:extLst>
          </p:cNvPr>
          <p:cNvSpPr>
            <a:spLocks noGrp="1"/>
          </p:cNvSpPr>
          <p:nvPr>
            <p:ph type="body" sz="quarter" idx="26" hasCustomPrompt="1"/>
          </p:nvPr>
        </p:nvSpPr>
        <p:spPr>
          <a:xfrm>
            <a:off x="3362295"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0" name="Text Placeholder 13">
            <a:extLst>
              <a:ext uri="{FF2B5EF4-FFF2-40B4-BE49-F238E27FC236}">
                <a16:creationId xmlns:a16="http://schemas.microsoft.com/office/drawing/2014/main" id="{51D9633E-DBB6-D44E-B2F0-3523D72F15D2}"/>
              </a:ext>
            </a:extLst>
          </p:cNvPr>
          <p:cNvSpPr>
            <a:spLocks noGrp="1"/>
          </p:cNvSpPr>
          <p:nvPr>
            <p:ph type="body" sz="quarter" idx="27" hasCustomPrompt="1"/>
          </p:nvPr>
        </p:nvSpPr>
        <p:spPr>
          <a:xfrm>
            <a:off x="3364638"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1" name="Text Placeholder 13">
            <a:extLst>
              <a:ext uri="{FF2B5EF4-FFF2-40B4-BE49-F238E27FC236}">
                <a16:creationId xmlns:a16="http://schemas.microsoft.com/office/drawing/2014/main" id="{5C87320E-4A2A-E04F-A9C4-20354DC7B7B4}"/>
              </a:ext>
            </a:extLst>
          </p:cNvPr>
          <p:cNvSpPr>
            <a:spLocks noGrp="1"/>
          </p:cNvSpPr>
          <p:nvPr>
            <p:ph type="body" sz="quarter" idx="28" hasCustomPrompt="1"/>
          </p:nvPr>
        </p:nvSpPr>
        <p:spPr>
          <a:xfrm>
            <a:off x="3364638"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2" name="Text Placeholder 13">
            <a:extLst>
              <a:ext uri="{FF2B5EF4-FFF2-40B4-BE49-F238E27FC236}">
                <a16:creationId xmlns:a16="http://schemas.microsoft.com/office/drawing/2014/main" id="{E1318792-78A4-0944-8E28-53B69DD35D64}"/>
              </a:ext>
            </a:extLst>
          </p:cNvPr>
          <p:cNvSpPr>
            <a:spLocks noGrp="1"/>
          </p:cNvSpPr>
          <p:nvPr>
            <p:ph type="body" sz="quarter" idx="29" hasCustomPrompt="1"/>
          </p:nvPr>
        </p:nvSpPr>
        <p:spPr>
          <a:xfrm>
            <a:off x="6245428"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3" name="Text Placeholder 13">
            <a:extLst>
              <a:ext uri="{FF2B5EF4-FFF2-40B4-BE49-F238E27FC236}">
                <a16:creationId xmlns:a16="http://schemas.microsoft.com/office/drawing/2014/main" id="{F490E0C5-B69F-FC46-877B-2C873AF1F322}"/>
              </a:ext>
            </a:extLst>
          </p:cNvPr>
          <p:cNvSpPr>
            <a:spLocks noGrp="1"/>
          </p:cNvSpPr>
          <p:nvPr>
            <p:ph type="body" sz="quarter" idx="30" hasCustomPrompt="1"/>
          </p:nvPr>
        </p:nvSpPr>
        <p:spPr>
          <a:xfrm>
            <a:off x="6245430" y="3353489"/>
            <a:ext cx="2011678"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7" name="Text Placeholder 13">
            <a:extLst>
              <a:ext uri="{FF2B5EF4-FFF2-40B4-BE49-F238E27FC236}">
                <a16:creationId xmlns:a16="http://schemas.microsoft.com/office/drawing/2014/main" id="{C5641200-9DFD-BD44-A426-EF569115DDBE}"/>
              </a:ext>
            </a:extLst>
          </p:cNvPr>
          <p:cNvSpPr>
            <a:spLocks noGrp="1"/>
          </p:cNvSpPr>
          <p:nvPr>
            <p:ph type="body" sz="quarter" idx="31" hasCustomPrompt="1"/>
          </p:nvPr>
        </p:nvSpPr>
        <p:spPr>
          <a:xfrm>
            <a:off x="6245430" y="3646450"/>
            <a:ext cx="2011678"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8" name="Text Placeholder 13">
            <a:extLst>
              <a:ext uri="{FF2B5EF4-FFF2-40B4-BE49-F238E27FC236}">
                <a16:creationId xmlns:a16="http://schemas.microsoft.com/office/drawing/2014/main" id="{41EFB69E-AF83-C748-BB2E-342EC422E435}"/>
              </a:ext>
            </a:extLst>
          </p:cNvPr>
          <p:cNvSpPr>
            <a:spLocks noGrp="1"/>
          </p:cNvSpPr>
          <p:nvPr>
            <p:ph type="body" sz="quarter" idx="32" hasCustomPrompt="1"/>
          </p:nvPr>
        </p:nvSpPr>
        <p:spPr>
          <a:xfrm>
            <a:off x="9152894" y="3917081"/>
            <a:ext cx="2577143"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9" name="Text Placeholder 13">
            <a:extLst>
              <a:ext uri="{FF2B5EF4-FFF2-40B4-BE49-F238E27FC236}">
                <a16:creationId xmlns:a16="http://schemas.microsoft.com/office/drawing/2014/main" id="{EFF6687A-707A-484E-8A6E-00BDDB30F09F}"/>
              </a:ext>
            </a:extLst>
          </p:cNvPr>
          <p:cNvSpPr>
            <a:spLocks noGrp="1"/>
          </p:cNvSpPr>
          <p:nvPr>
            <p:ph type="body" sz="quarter" idx="33" hasCustomPrompt="1"/>
          </p:nvPr>
        </p:nvSpPr>
        <p:spPr>
          <a:xfrm>
            <a:off x="9152895" y="3358468"/>
            <a:ext cx="2011677"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0" name="Text Placeholder 13">
            <a:extLst>
              <a:ext uri="{FF2B5EF4-FFF2-40B4-BE49-F238E27FC236}">
                <a16:creationId xmlns:a16="http://schemas.microsoft.com/office/drawing/2014/main" id="{B2E81D1C-A882-7B49-AF6A-93F59ADB4C75}"/>
              </a:ext>
            </a:extLst>
          </p:cNvPr>
          <p:cNvSpPr>
            <a:spLocks noGrp="1"/>
          </p:cNvSpPr>
          <p:nvPr>
            <p:ph type="body" sz="quarter" idx="34" hasCustomPrompt="1"/>
          </p:nvPr>
        </p:nvSpPr>
        <p:spPr>
          <a:xfrm>
            <a:off x="9152895" y="3651429"/>
            <a:ext cx="2011677"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cxnSp>
        <p:nvCxnSpPr>
          <p:cNvPr id="31" name="Straight Connector 30">
            <a:extLst>
              <a:ext uri="{FF2B5EF4-FFF2-40B4-BE49-F238E27FC236}">
                <a16:creationId xmlns:a16="http://schemas.microsoft.com/office/drawing/2014/main" id="{CF0E889B-0173-0C42-B8DB-B0AC87A9A688}"/>
              </a:ext>
            </a:extLst>
          </p:cNvPr>
          <p:cNvCxnSpPr>
            <a:cxnSpLocks/>
          </p:cNvCxnSpPr>
          <p:nvPr userDrawn="1"/>
        </p:nvCxnSpPr>
        <p:spPr>
          <a:xfrm>
            <a:off x="450047"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267727-3208-4649-99B2-02645128A38A}"/>
              </a:ext>
            </a:extLst>
          </p:cNvPr>
          <p:cNvCxnSpPr>
            <a:cxnSpLocks/>
          </p:cNvCxnSpPr>
          <p:nvPr userDrawn="1"/>
        </p:nvCxnSpPr>
        <p:spPr>
          <a:xfrm>
            <a:off x="3343668"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AA047ED-2904-D143-97D1-A32C79E14CD5}"/>
              </a:ext>
            </a:extLst>
          </p:cNvPr>
          <p:cNvCxnSpPr>
            <a:cxnSpLocks/>
          </p:cNvCxnSpPr>
          <p:nvPr userDrawn="1"/>
        </p:nvCxnSpPr>
        <p:spPr>
          <a:xfrm>
            <a:off x="6237289"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6D556DD-275A-8FEC-4594-A65091297408}"/>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51" name="Straight Connector 50">
            <a:extLst>
              <a:ext uri="{FF2B5EF4-FFF2-40B4-BE49-F238E27FC236}">
                <a16:creationId xmlns:a16="http://schemas.microsoft.com/office/drawing/2014/main" id="{94B4982E-2DC1-7DA7-21D2-60CF0E2D406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52A42038-514E-DD8B-0AC9-9D1F34D2760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Slide Number Placeholder 5">
            <a:extLst>
              <a:ext uri="{FF2B5EF4-FFF2-40B4-BE49-F238E27FC236}">
                <a16:creationId xmlns:a16="http://schemas.microsoft.com/office/drawing/2014/main" id="{D3C7A094-16EF-D4BF-5D64-4058B6356C2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cxnSp>
        <p:nvCxnSpPr>
          <p:cNvPr id="44" name="Straight Connector 43">
            <a:extLst>
              <a:ext uri="{FF2B5EF4-FFF2-40B4-BE49-F238E27FC236}">
                <a16:creationId xmlns:a16="http://schemas.microsoft.com/office/drawing/2014/main" id="{54FD49A1-AF80-9E2B-5182-F8E3211E4027}"/>
              </a:ext>
            </a:extLst>
          </p:cNvPr>
          <p:cNvCxnSpPr>
            <a:cxnSpLocks/>
          </p:cNvCxnSpPr>
          <p:nvPr userDrawn="1"/>
        </p:nvCxnSpPr>
        <p:spPr>
          <a:xfrm>
            <a:off x="9152892"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692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a:t>
            </a:r>
            <a:r>
              <a:rPr lang="en-GB" sz="3200" err="1">
                <a:latin typeface="Franklin Gothic Medium" panose="020B0603020102020204" pitchFamily="34" charset="0"/>
              </a:rPr>
              <a:t>consectetur</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a:latin typeface="Franklin Gothic Medium" panose="020B0603020102020204" pitchFamily="34" charset="0"/>
              </a:rPr>
              <a:t>Aliquam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Aliquam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90542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sp>
        <p:nvSpPr>
          <p:cNvPr id="4" name="Picture Placeholder 3" hidden="1">
            <a:extLst>
              <a:ext uri="{FF2B5EF4-FFF2-40B4-BE49-F238E27FC236}">
                <a16:creationId xmlns:a16="http://schemas.microsoft.com/office/drawing/2014/main" id="{50414987-E602-D247-B27C-47B0956233F2}"/>
              </a:ext>
            </a:extLst>
          </p:cNvPr>
          <p:cNvSpPr>
            <a:spLocks noGrp="1"/>
          </p:cNvSpPr>
          <p:nvPr>
            <p:ph type="pic" sz="quarter" idx="10"/>
          </p:nvPr>
        </p:nvSpPr>
        <p:spPr>
          <a:xfrm>
            <a:off x="-1" y="-1"/>
            <a:ext cx="12292150" cy="6857999"/>
          </a:xfrm>
          <a:solidFill>
            <a:schemeClr val="bg1">
              <a:lumMod val="95000"/>
            </a:schemeClr>
          </a:solidFill>
        </p:spPr>
        <p:txBody>
          <a:bodyPr/>
          <a:lstStyle>
            <a:lvl1pPr marL="0" indent="0">
              <a:buNone/>
              <a:defRPr/>
            </a:lvl1pPr>
          </a:lstStyle>
          <a:p>
            <a:endParaRPr lang="en-GB"/>
          </a:p>
        </p:txBody>
      </p:sp>
      <p:grpSp>
        <p:nvGrpSpPr>
          <p:cNvPr id="7" name="Graphic 16">
            <a:extLst>
              <a:ext uri="{FF2B5EF4-FFF2-40B4-BE49-F238E27FC236}">
                <a16:creationId xmlns:a16="http://schemas.microsoft.com/office/drawing/2014/main" id="{3F55EC19-6DD8-114B-8C44-87A83E4A105B}"/>
              </a:ext>
            </a:extLst>
          </p:cNvPr>
          <p:cNvGrpSpPr/>
          <p:nvPr userDrawn="1"/>
        </p:nvGrpSpPr>
        <p:grpSpPr>
          <a:xfrm>
            <a:off x="0" y="0"/>
            <a:ext cx="12192000" cy="6858000"/>
            <a:chOff x="0" y="0"/>
            <a:chExt cx="12192000" cy="6858000"/>
          </a:xfrm>
          <a:solidFill>
            <a:srgbClr val="071F3E"/>
          </a:solidFill>
        </p:grpSpPr>
        <p:sp>
          <p:nvSpPr>
            <p:cNvPr id="8" name="Freeform 7">
              <a:extLst>
                <a:ext uri="{FF2B5EF4-FFF2-40B4-BE49-F238E27FC236}">
                  <a16:creationId xmlns:a16="http://schemas.microsoft.com/office/drawing/2014/main" id="{F9DB5CB7-F9BA-E34D-9701-10C66172BCBA}"/>
                </a:ext>
              </a:extLst>
            </p:cNvPr>
            <p:cNvSpPr/>
            <p:nvPr/>
          </p:nvSpPr>
          <p:spPr>
            <a:xfrm>
              <a:off x="0" y="0"/>
              <a:ext cx="10436288" cy="6858000"/>
            </a:xfrm>
            <a:custGeom>
              <a:avLst/>
              <a:gdLst>
                <a:gd name="connsiteX0" fmla="*/ 10436289 w 10436288"/>
                <a:gd name="connsiteY0" fmla="*/ 0 h 6858000"/>
                <a:gd name="connsiteX1" fmla="*/ 8992426 w 10436288"/>
                <a:gd name="connsiteY1" fmla="*/ 1443800 h 6858000"/>
                <a:gd name="connsiteX2" fmla="*/ 8650669 w 10436288"/>
                <a:gd name="connsiteY2" fmla="*/ 1585405 h 6858000"/>
                <a:gd name="connsiteX3" fmla="*/ 6253734 w 10436288"/>
                <a:gd name="connsiteY3" fmla="*/ 1585405 h 6858000"/>
                <a:gd name="connsiteX4" fmla="*/ 5770436 w 10436288"/>
                <a:gd name="connsiteY4" fmla="*/ 2068703 h 6858000"/>
                <a:gd name="connsiteX5" fmla="*/ 5770436 w 10436288"/>
                <a:gd name="connsiteY5" fmla="*/ 4465765 h 6858000"/>
                <a:gd name="connsiteX6" fmla="*/ 5628894 w 10436288"/>
                <a:gd name="connsiteY6" fmla="*/ 4807522 h 6858000"/>
                <a:gd name="connsiteX7" fmla="*/ 3578352 w 10436288"/>
                <a:gd name="connsiteY7" fmla="*/ 6858000 h 6858000"/>
                <a:gd name="connsiteX8" fmla="*/ 0 w 10436288"/>
                <a:gd name="connsiteY8" fmla="*/ 6858000 h 6858000"/>
                <a:gd name="connsiteX9" fmla="*/ 0 w 10436288"/>
                <a:gd name="connsiteY9" fmla="*/ 0 h 6858000"/>
                <a:gd name="connsiteX10" fmla="*/ 10436289 w 10436288"/>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6288" h="6858000">
                  <a:moveTo>
                    <a:pt x="10436289" y="0"/>
                  </a:moveTo>
                  <a:lnTo>
                    <a:pt x="8992426" y="1443800"/>
                  </a:lnTo>
                  <a:cubicBezTo>
                    <a:pt x="8901811" y="1534478"/>
                    <a:pt x="8778875" y="1585405"/>
                    <a:pt x="8650669" y="1585405"/>
                  </a:cubicBezTo>
                  <a:lnTo>
                    <a:pt x="6253734" y="1585405"/>
                  </a:lnTo>
                  <a:cubicBezTo>
                    <a:pt x="5986844" y="1585405"/>
                    <a:pt x="5770436" y="1801749"/>
                    <a:pt x="5770436" y="2068703"/>
                  </a:cubicBezTo>
                  <a:lnTo>
                    <a:pt x="5770436" y="4465765"/>
                  </a:lnTo>
                  <a:cubicBezTo>
                    <a:pt x="5770436" y="4593908"/>
                    <a:pt x="5719509" y="4716844"/>
                    <a:pt x="5628894" y="4807522"/>
                  </a:cubicBezTo>
                  <a:lnTo>
                    <a:pt x="3578352" y="6858000"/>
                  </a:lnTo>
                  <a:lnTo>
                    <a:pt x="0" y="6858000"/>
                  </a:lnTo>
                  <a:lnTo>
                    <a:pt x="0" y="0"/>
                  </a:lnTo>
                  <a:lnTo>
                    <a:pt x="10436289" y="0"/>
                  </a:lnTo>
                  <a:close/>
                </a:path>
              </a:pathLst>
            </a:custGeom>
            <a:solidFill>
              <a:srgbClr val="071F3E"/>
            </a:solidFill>
            <a:ln w="635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7CEF7E6-48F3-C943-A34E-3EB2BD17015B}"/>
                </a:ext>
              </a:extLst>
            </p:cNvPr>
            <p:cNvSpPr/>
            <p:nvPr/>
          </p:nvSpPr>
          <p:spPr>
            <a:xfrm>
              <a:off x="7821485" y="2487548"/>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solidFill>
              <a:schemeClr val="accent2"/>
            </a:solidFill>
            <a:ln w="6350" cap="flat">
              <a:noFill/>
              <a:prstDash val="solid"/>
              <a:miter/>
            </a:ln>
          </p:spPr>
          <p:txBody>
            <a:bodyPr rtlCol="0" anchor="ctr"/>
            <a:lstStyle/>
            <a:p>
              <a:endParaRPr lang="en-US"/>
            </a:p>
          </p:txBody>
        </p:sp>
      </p:grpSp>
      <p:sp>
        <p:nvSpPr>
          <p:cNvPr id="10" name="Freeform 9">
            <a:extLst>
              <a:ext uri="{FF2B5EF4-FFF2-40B4-BE49-F238E27FC236}">
                <a16:creationId xmlns:a16="http://schemas.microsoft.com/office/drawing/2014/main" id="{6EE0003A-A4F5-0F49-9924-CB5B6307F8DD}"/>
              </a:ext>
            </a:extLst>
          </p:cNvPr>
          <p:cNvSpPr/>
          <p:nvPr userDrawn="1"/>
        </p:nvSpPr>
        <p:spPr>
          <a:xfrm>
            <a:off x="7821486" y="2487547"/>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blipFill dpi="0" rotWithShape="1">
            <a:blip>
              <a:extLst>
                <a:ext uri="{96DAC541-7B7A-43D3-8B79-37D633B846F1}">
                  <asvg:svgBlip xmlns:asvg="http://schemas.microsoft.com/office/drawing/2016/SVG/main" r:embed="rId2"/>
                </a:ext>
              </a:extLst>
            </a:blip>
            <a:srcRect/>
            <a:stretch>
              <a:fillRect l="-28634" t="-9866" r="-32814" b="-6844"/>
            </a:stretch>
          </a:blipFill>
          <a:ln w="6350"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F29E55CC-5655-1C46-B225-9E47F4070043}"/>
              </a:ext>
            </a:extLst>
          </p:cNvPr>
          <p:cNvSpPr>
            <a:spLocks noGrp="1"/>
          </p:cNvSpPr>
          <p:nvPr>
            <p:ph type="title" hasCustomPrompt="1"/>
          </p:nvPr>
        </p:nvSpPr>
        <p:spPr>
          <a:xfrm>
            <a:off x="450047" y="2578455"/>
            <a:ext cx="4547403" cy="862154"/>
          </a:xfrm>
        </p:spPr>
        <p:txBody>
          <a:bodyPr/>
          <a:lstStyle>
            <a:lvl1pPr>
              <a:lnSpc>
                <a:spcPts val="3800"/>
              </a:lnSpc>
              <a:defRPr sz="4000">
                <a:solidFill>
                  <a:schemeClr val="bg1"/>
                </a:solidFill>
              </a:defRPr>
            </a:lvl1pPr>
          </a:lstStyle>
          <a:p>
            <a:r>
              <a:rPr lang="en-US"/>
              <a:t>Click To Edit Master Title Style</a:t>
            </a:r>
            <a:endParaRPr lang="en-GB"/>
          </a:p>
        </p:txBody>
      </p:sp>
      <p:sp>
        <p:nvSpPr>
          <p:cNvPr id="11" name="Text Placeholder 10">
            <a:extLst>
              <a:ext uri="{FF2B5EF4-FFF2-40B4-BE49-F238E27FC236}">
                <a16:creationId xmlns:a16="http://schemas.microsoft.com/office/drawing/2014/main" id="{495540D7-504C-074F-81A7-37787D7A7BFC}"/>
              </a:ext>
            </a:extLst>
          </p:cNvPr>
          <p:cNvSpPr>
            <a:spLocks noGrp="1"/>
          </p:cNvSpPr>
          <p:nvPr>
            <p:ph type="body" sz="quarter" idx="11" hasCustomPrompt="1"/>
          </p:nvPr>
        </p:nvSpPr>
        <p:spPr>
          <a:xfrm>
            <a:off x="454025" y="4672772"/>
            <a:ext cx="3851275" cy="347799"/>
          </a:xfrm>
        </p:spPr>
        <p:txBody>
          <a:bodyPr/>
          <a:lstStyle>
            <a:lvl1pPr marL="0" indent="0">
              <a:spcAft>
                <a:spcPts val="0"/>
              </a:spcAft>
              <a:buNone/>
              <a:defRPr>
                <a:solidFill>
                  <a:schemeClr val="accent3"/>
                </a:solidFill>
              </a:defRPr>
            </a:lvl1pPr>
            <a:lvl2pPr marL="239712" indent="0">
              <a:buNone/>
              <a:defRPr>
                <a:solidFill>
                  <a:schemeClr val="bg1"/>
                </a:solidFill>
              </a:defRPr>
            </a:lvl2pPr>
            <a:lvl3pPr marL="466725"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Month, Year</a:t>
            </a:r>
          </a:p>
        </p:txBody>
      </p:sp>
      <p:pic>
        <p:nvPicPr>
          <p:cNvPr id="12" name="Graphic 11">
            <a:extLst>
              <a:ext uri="{FF2B5EF4-FFF2-40B4-BE49-F238E27FC236}">
                <a16:creationId xmlns:a16="http://schemas.microsoft.com/office/drawing/2014/main" id="{AB1DA241-DBEB-9643-AD56-E078E2FDA4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4240" y="454025"/>
            <a:ext cx="3581400" cy="710595"/>
          </a:xfrm>
          <a:prstGeom prst="rect">
            <a:avLst/>
          </a:prstGeom>
        </p:spPr>
      </p:pic>
      <p:sp>
        <p:nvSpPr>
          <p:cNvPr id="20" name="Picture Placeholder 19">
            <a:extLst>
              <a:ext uri="{FF2B5EF4-FFF2-40B4-BE49-F238E27FC236}">
                <a16:creationId xmlns:a16="http://schemas.microsoft.com/office/drawing/2014/main" id="{4FF61B82-B698-C441-A2F6-B65B85BA4EFF}"/>
              </a:ext>
            </a:extLst>
          </p:cNvPr>
          <p:cNvSpPr>
            <a:spLocks noGrp="1"/>
          </p:cNvSpPr>
          <p:nvPr>
            <p:ph type="pic" sz="quarter" idx="12"/>
          </p:nvPr>
        </p:nvSpPr>
        <p:spPr>
          <a:xfrm>
            <a:off x="3532981" y="0"/>
            <a:ext cx="8659019" cy="6858000"/>
          </a:xfrm>
          <a:custGeom>
            <a:avLst/>
            <a:gdLst>
              <a:gd name="connsiteX0" fmla="*/ 6852913 w 8659019"/>
              <a:gd name="connsiteY0" fmla="*/ 0 h 6858000"/>
              <a:gd name="connsiteX1" fmla="*/ 8659019 w 8659019"/>
              <a:gd name="connsiteY1" fmla="*/ 0 h 6858000"/>
              <a:gd name="connsiteX2" fmla="*/ 8659019 w 8659019"/>
              <a:gd name="connsiteY2" fmla="*/ 2492916 h 6858000"/>
              <a:gd name="connsiteX3" fmla="*/ 8162909 w 8659019"/>
              <a:gd name="connsiteY3" fmla="*/ 2989390 h 6858000"/>
              <a:gd name="connsiteX4" fmla="*/ 8021091 w 8659019"/>
              <a:gd name="connsiteY4" fmla="*/ 3331845 h 6858000"/>
              <a:gd name="connsiteX5" fmla="*/ 8021091 w 8659019"/>
              <a:gd name="connsiteY5" fmla="*/ 5735384 h 6858000"/>
              <a:gd name="connsiteX6" fmla="*/ 7537131 w 8659019"/>
              <a:gd name="connsiteY6" fmla="*/ 6219762 h 6858000"/>
              <a:gd name="connsiteX7" fmla="*/ 5135290 w 8659019"/>
              <a:gd name="connsiteY7" fmla="*/ 6219762 h 6858000"/>
              <a:gd name="connsiteX8" fmla="*/ 4793086 w 8659019"/>
              <a:gd name="connsiteY8" fmla="*/ 6361621 h 6858000"/>
              <a:gd name="connsiteX9" fmla="*/ 4297070 w 8659019"/>
              <a:gd name="connsiteY9" fmla="*/ 6858000 h 6858000"/>
              <a:gd name="connsiteX10" fmla="*/ 0 w 8659019"/>
              <a:gd name="connsiteY10" fmla="*/ 6858000 h 6858000"/>
              <a:gd name="connsiteX11" fmla="*/ 2049040 w 8659019"/>
              <a:gd name="connsiteY11" fmla="*/ 4807522 h 6858000"/>
              <a:gd name="connsiteX12" fmla="*/ 2190478 w 8659019"/>
              <a:gd name="connsiteY12" fmla="*/ 4465765 h 6858000"/>
              <a:gd name="connsiteX13" fmla="*/ 2190478 w 8659019"/>
              <a:gd name="connsiteY13" fmla="*/ 2068703 h 6858000"/>
              <a:gd name="connsiteX14" fmla="*/ 2673422 w 8659019"/>
              <a:gd name="connsiteY14" fmla="*/ 1585405 h 6858000"/>
              <a:gd name="connsiteX15" fmla="*/ 5068601 w 8659019"/>
              <a:gd name="connsiteY15" fmla="*/ 1585405 h 6858000"/>
              <a:gd name="connsiteX16" fmla="*/ 5410107 w 8659019"/>
              <a:gd name="connsiteY16" fmla="*/ 1443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9019" h="6858000">
                <a:moveTo>
                  <a:pt x="6852913" y="0"/>
                </a:moveTo>
                <a:lnTo>
                  <a:pt x="8659019" y="0"/>
                </a:lnTo>
                <a:lnTo>
                  <a:pt x="8659019" y="2492916"/>
                </a:lnTo>
                <a:lnTo>
                  <a:pt x="8162909" y="2989390"/>
                </a:lnTo>
                <a:cubicBezTo>
                  <a:pt x="8072108" y="3080195"/>
                  <a:pt x="8021091" y="3203385"/>
                  <a:pt x="8021091" y="3331845"/>
                </a:cubicBezTo>
                <a:lnTo>
                  <a:pt x="8021091" y="5735384"/>
                </a:lnTo>
                <a:cubicBezTo>
                  <a:pt x="8021091" y="6002909"/>
                  <a:pt x="7804397" y="6219762"/>
                  <a:pt x="7537131" y="6219762"/>
                </a:cubicBezTo>
                <a:lnTo>
                  <a:pt x="5135290" y="6219762"/>
                </a:lnTo>
                <a:cubicBezTo>
                  <a:pt x="5006924" y="6219762"/>
                  <a:pt x="4883824" y="6270816"/>
                  <a:pt x="4793086" y="6361621"/>
                </a:cubicBezTo>
                <a:lnTo>
                  <a:pt x="4297070" y="6858000"/>
                </a:lnTo>
                <a:lnTo>
                  <a:pt x="0" y="6858000"/>
                </a:lnTo>
                <a:lnTo>
                  <a:pt x="2049040" y="4807522"/>
                </a:lnTo>
                <a:cubicBezTo>
                  <a:pt x="2139588" y="4716844"/>
                  <a:pt x="2190478" y="4593908"/>
                  <a:pt x="2190478" y="4465765"/>
                </a:cubicBezTo>
                <a:lnTo>
                  <a:pt x="2190478" y="2068703"/>
                </a:lnTo>
                <a:cubicBezTo>
                  <a:pt x="2190478" y="1801749"/>
                  <a:pt x="2406727" y="1585405"/>
                  <a:pt x="2673422" y="1585405"/>
                </a:cubicBezTo>
                <a:lnTo>
                  <a:pt x="5068601" y="1585405"/>
                </a:lnTo>
                <a:cubicBezTo>
                  <a:pt x="5196713" y="1585405"/>
                  <a:pt x="5319559" y="1534478"/>
                  <a:pt x="5410107" y="1443800"/>
                </a:cubicBezTo>
                <a:close/>
              </a:path>
            </a:pathLst>
          </a:custGeom>
        </p:spPr>
        <p:txBody>
          <a:bodyPr wrap="square">
            <a:noAutofit/>
          </a:bodyPr>
          <a:lstStyle/>
          <a:p>
            <a:endParaRPr lang="en-US"/>
          </a:p>
        </p:txBody>
      </p:sp>
      <p:sp>
        <p:nvSpPr>
          <p:cNvPr id="14" name="TextBox 13">
            <a:extLst>
              <a:ext uri="{FF2B5EF4-FFF2-40B4-BE49-F238E27FC236}">
                <a16:creationId xmlns:a16="http://schemas.microsoft.com/office/drawing/2014/main" id="{3C2911DF-5F14-0B42-B568-8BF4A555AAC3}"/>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Tree>
    <p:extLst>
      <p:ext uri="{BB962C8B-B14F-4D97-AF65-F5344CB8AC3E}">
        <p14:creationId xmlns:p14="http://schemas.microsoft.com/office/powerpoint/2010/main" val="1374004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rgbClr val="F2F6FB"/>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3348832" y="1389829"/>
            <a:ext cx="5494337" cy="546100"/>
          </a:xfrm>
        </p:spPr>
        <p:txBody>
          <a:bodyPr/>
          <a:lstStyle>
            <a:lvl1pPr>
              <a:lnSpc>
                <a:spcPts val="3800"/>
              </a:lnSpc>
              <a:defRPr sz="3200"/>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3348832" y="2158314"/>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15" name="Text Placeholder 13">
            <a:extLst>
              <a:ext uri="{FF2B5EF4-FFF2-40B4-BE49-F238E27FC236}">
                <a16:creationId xmlns:a16="http://schemas.microsoft.com/office/drawing/2014/main" id="{29B4D8F6-F313-D642-BD53-A757A05BDCF6}"/>
              </a:ext>
            </a:extLst>
          </p:cNvPr>
          <p:cNvSpPr>
            <a:spLocks noGrp="1"/>
          </p:cNvSpPr>
          <p:nvPr>
            <p:ph type="body" sz="quarter" idx="12" hasCustomPrompt="1"/>
          </p:nvPr>
        </p:nvSpPr>
        <p:spPr>
          <a:xfrm>
            <a:off x="3348832" y="2857058"/>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02</a:t>
            </a: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312416" y="2158314"/>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7" name="Text Placeholder 13">
            <a:extLst>
              <a:ext uri="{FF2B5EF4-FFF2-40B4-BE49-F238E27FC236}">
                <a16:creationId xmlns:a16="http://schemas.microsoft.com/office/drawing/2014/main" id="{842F868F-5289-F045-876F-43A88F69783F}"/>
              </a:ext>
            </a:extLst>
          </p:cNvPr>
          <p:cNvSpPr>
            <a:spLocks noGrp="1"/>
          </p:cNvSpPr>
          <p:nvPr>
            <p:ph type="body" sz="quarter" idx="14" hasCustomPrompt="1"/>
          </p:nvPr>
        </p:nvSpPr>
        <p:spPr>
          <a:xfrm>
            <a:off x="4312416" y="2857058"/>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8" name="Text Placeholder 13">
            <a:extLst>
              <a:ext uri="{FF2B5EF4-FFF2-40B4-BE49-F238E27FC236}">
                <a16:creationId xmlns:a16="http://schemas.microsoft.com/office/drawing/2014/main" id="{ED56BFEC-F99B-1A48-9434-5F8C973BDD74}"/>
              </a:ext>
            </a:extLst>
          </p:cNvPr>
          <p:cNvSpPr>
            <a:spLocks noGrp="1"/>
          </p:cNvSpPr>
          <p:nvPr>
            <p:ph type="body" sz="quarter" idx="15" hasCustomPrompt="1"/>
          </p:nvPr>
        </p:nvSpPr>
        <p:spPr>
          <a:xfrm>
            <a:off x="3348832" y="3581623"/>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03</a:t>
            </a:r>
            <a:endParaRPr lang="en-GB"/>
          </a:p>
        </p:txBody>
      </p:sp>
      <p:sp>
        <p:nvSpPr>
          <p:cNvPr id="19" name="Text Placeholder 13">
            <a:extLst>
              <a:ext uri="{FF2B5EF4-FFF2-40B4-BE49-F238E27FC236}">
                <a16:creationId xmlns:a16="http://schemas.microsoft.com/office/drawing/2014/main" id="{2975C49F-94BF-674C-A732-796BBF832107}"/>
              </a:ext>
            </a:extLst>
          </p:cNvPr>
          <p:cNvSpPr>
            <a:spLocks noGrp="1"/>
          </p:cNvSpPr>
          <p:nvPr>
            <p:ph type="body" sz="quarter" idx="16" hasCustomPrompt="1"/>
          </p:nvPr>
        </p:nvSpPr>
        <p:spPr>
          <a:xfrm>
            <a:off x="4312416" y="3581623"/>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0" name="Text Placeholder 13">
            <a:extLst>
              <a:ext uri="{FF2B5EF4-FFF2-40B4-BE49-F238E27FC236}">
                <a16:creationId xmlns:a16="http://schemas.microsoft.com/office/drawing/2014/main" id="{2A8695B6-CE35-B644-BF5F-973687AA9366}"/>
              </a:ext>
            </a:extLst>
          </p:cNvPr>
          <p:cNvSpPr>
            <a:spLocks noGrp="1"/>
          </p:cNvSpPr>
          <p:nvPr>
            <p:ph type="body" sz="quarter" idx="17" hasCustomPrompt="1"/>
          </p:nvPr>
        </p:nvSpPr>
        <p:spPr>
          <a:xfrm>
            <a:off x="3348832" y="4289930"/>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04</a:t>
            </a:r>
            <a:endParaRPr lang="en-GB"/>
          </a:p>
        </p:txBody>
      </p:sp>
      <p:sp>
        <p:nvSpPr>
          <p:cNvPr id="21" name="Text Placeholder 13">
            <a:extLst>
              <a:ext uri="{FF2B5EF4-FFF2-40B4-BE49-F238E27FC236}">
                <a16:creationId xmlns:a16="http://schemas.microsoft.com/office/drawing/2014/main" id="{3FE2B202-97A1-4142-8C90-CC4A4B60DBEF}"/>
              </a:ext>
            </a:extLst>
          </p:cNvPr>
          <p:cNvSpPr>
            <a:spLocks noGrp="1"/>
          </p:cNvSpPr>
          <p:nvPr>
            <p:ph type="body" sz="quarter" idx="18" hasCustomPrompt="1"/>
          </p:nvPr>
        </p:nvSpPr>
        <p:spPr>
          <a:xfrm>
            <a:off x="4312416" y="428834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2" name="Text Placeholder 13">
            <a:extLst>
              <a:ext uri="{FF2B5EF4-FFF2-40B4-BE49-F238E27FC236}">
                <a16:creationId xmlns:a16="http://schemas.microsoft.com/office/drawing/2014/main" id="{B5613D67-7330-EF47-A755-BEDDC4EEB184}"/>
              </a:ext>
            </a:extLst>
          </p:cNvPr>
          <p:cNvSpPr>
            <a:spLocks noGrp="1"/>
          </p:cNvSpPr>
          <p:nvPr>
            <p:ph type="body" sz="quarter" idx="19" hasCustomPrompt="1"/>
          </p:nvPr>
        </p:nvSpPr>
        <p:spPr>
          <a:xfrm>
            <a:off x="3348832" y="4962196"/>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05</a:t>
            </a:r>
            <a:endParaRPr lang="en-GB"/>
          </a:p>
        </p:txBody>
      </p:sp>
      <p:sp>
        <p:nvSpPr>
          <p:cNvPr id="23" name="Text Placeholder 13">
            <a:extLst>
              <a:ext uri="{FF2B5EF4-FFF2-40B4-BE49-F238E27FC236}">
                <a16:creationId xmlns:a16="http://schemas.microsoft.com/office/drawing/2014/main" id="{95E08F81-B6C0-EC49-ABDB-CB4DD09C0D4D}"/>
              </a:ext>
            </a:extLst>
          </p:cNvPr>
          <p:cNvSpPr>
            <a:spLocks noGrp="1"/>
          </p:cNvSpPr>
          <p:nvPr>
            <p:ph type="body" sz="quarter" idx="20" hasCustomPrompt="1"/>
          </p:nvPr>
        </p:nvSpPr>
        <p:spPr>
          <a:xfrm>
            <a:off x="4312416" y="496219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4" name="Text Placeholder 13">
            <a:extLst>
              <a:ext uri="{FF2B5EF4-FFF2-40B4-BE49-F238E27FC236}">
                <a16:creationId xmlns:a16="http://schemas.microsoft.com/office/drawing/2014/main" id="{8B1EBE28-A127-1A47-81CA-C011D0306EE7}"/>
              </a:ext>
            </a:extLst>
          </p:cNvPr>
          <p:cNvSpPr>
            <a:spLocks noGrp="1"/>
          </p:cNvSpPr>
          <p:nvPr>
            <p:ph type="body" sz="quarter" idx="21" hasCustomPrompt="1"/>
          </p:nvPr>
        </p:nvSpPr>
        <p:spPr>
          <a:xfrm>
            <a:off x="7908926" y="2158314"/>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5" name="Text Placeholder 13">
            <a:extLst>
              <a:ext uri="{FF2B5EF4-FFF2-40B4-BE49-F238E27FC236}">
                <a16:creationId xmlns:a16="http://schemas.microsoft.com/office/drawing/2014/main" id="{0A7DF1DF-F64D-BD49-A308-E0D07BB453F7}"/>
              </a:ext>
            </a:extLst>
          </p:cNvPr>
          <p:cNvSpPr>
            <a:spLocks noGrp="1"/>
          </p:cNvSpPr>
          <p:nvPr>
            <p:ph type="body" sz="quarter" idx="22" hasCustomPrompt="1"/>
          </p:nvPr>
        </p:nvSpPr>
        <p:spPr>
          <a:xfrm>
            <a:off x="7908926" y="2857058"/>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6" name="Text Placeholder 13">
            <a:extLst>
              <a:ext uri="{FF2B5EF4-FFF2-40B4-BE49-F238E27FC236}">
                <a16:creationId xmlns:a16="http://schemas.microsoft.com/office/drawing/2014/main" id="{37251DA1-18DE-2D49-9D21-170CFCC4F443}"/>
              </a:ext>
            </a:extLst>
          </p:cNvPr>
          <p:cNvSpPr>
            <a:spLocks noGrp="1"/>
          </p:cNvSpPr>
          <p:nvPr>
            <p:ph type="body" sz="quarter" idx="23" hasCustomPrompt="1"/>
          </p:nvPr>
        </p:nvSpPr>
        <p:spPr>
          <a:xfrm>
            <a:off x="7908926" y="3581623"/>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7" name="Text Placeholder 13">
            <a:extLst>
              <a:ext uri="{FF2B5EF4-FFF2-40B4-BE49-F238E27FC236}">
                <a16:creationId xmlns:a16="http://schemas.microsoft.com/office/drawing/2014/main" id="{B61CB9B6-1B69-D742-8B94-0E88C434563A}"/>
              </a:ext>
            </a:extLst>
          </p:cNvPr>
          <p:cNvSpPr>
            <a:spLocks noGrp="1"/>
          </p:cNvSpPr>
          <p:nvPr>
            <p:ph type="body" sz="quarter" idx="24" hasCustomPrompt="1"/>
          </p:nvPr>
        </p:nvSpPr>
        <p:spPr>
          <a:xfrm>
            <a:off x="7908926" y="4289930"/>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8" name="Text Placeholder 13">
            <a:extLst>
              <a:ext uri="{FF2B5EF4-FFF2-40B4-BE49-F238E27FC236}">
                <a16:creationId xmlns:a16="http://schemas.microsoft.com/office/drawing/2014/main" id="{A453E117-C442-B34D-BA50-8FE728CA2C82}"/>
              </a:ext>
            </a:extLst>
          </p:cNvPr>
          <p:cNvSpPr>
            <a:spLocks noGrp="1"/>
          </p:cNvSpPr>
          <p:nvPr>
            <p:ph type="body" sz="quarter" idx="25" hasCustomPrompt="1"/>
          </p:nvPr>
        </p:nvSpPr>
        <p:spPr>
          <a:xfrm>
            <a:off x="7908926" y="4962196"/>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30" name="TextBox 29">
            <a:extLst>
              <a:ext uri="{FF2B5EF4-FFF2-40B4-BE49-F238E27FC236}">
                <a16:creationId xmlns:a16="http://schemas.microsoft.com/office/drawing/2014/main" id="{5FB2BF4A-E013-0044-B402-DDFB14E4E7D5}"/>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4" name="Straight Connector 33">
            <a:extLst>
              <a:ext uri="{FF2B5EF4-FFF2-40B4-BE49-F238E27FC236}">
                <a16:creationId xmlns:a16="http://schemas.microsoft.com/office/drawing/2014/main" id="{798F6CF2-D6CA-6CB3-1382-8ACEF852FDCF}"/>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F46BEED3-431B-B95D-ED51-66BAECE0CC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aphic 62">
            <a:extLst>
              <a:ext uri="{FF2B5EF4-FFF2-40B4-BE49-F238E27FC236}">
                <a16:creationId xmlns:a16="http://schemas.microsoft.com/office/drawing/2014/main" id="{FD541A6F-DEF3-85F9-7C13-A79693F47BC4}"/>
              </a:ext>
            </a:extLst>
          </p:cNvPr>
          <p:cNvGrpSpPr/>
          <p:nvPr userDrawn="1"/>
        </p:nvGrpSpPr>
        <p:grpSpPr>
          <a:xfrm>
            <a:off x="11428121" y="358976"/>
            <a:ext cx="517993" cy="512866"/>
            <a:chOff x="10767269" y="208371"/>
            <a:chExt cx="182844" cy="181034"/>
          </a:xfrm>
        </p:grpSpPr>
        <p:sp>
          <p:nvSpPr>
            <p:cNvPr id="44" name="Freeform 43">
              <a:extLst>
                <a:ext uri="{FF2B5EF4-FFF2-40B4-BE49-F238E27FC236}">
                  <a16:creationId xmlns:a16="http://schemas.microsoft.com/office/drawing/2014/main" id="{2EAA15DF-0D49-B479-7C27-BEAFDC1775C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06D191ED-7F60-5439-10BE-BD312F076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8930D796-E281-FD21-F27A-E0240D19556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4087EBAA-7A52-50F4-1D0D-558CC03E12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8" name="Freeform 47">
              <a:extLst>
                <a:ext uri="{FF2B5EF4-FFF2-40B4-BE49-F238E27FC236}">
                  <a16:creationId xmlns:a16="http://schemas.microsoft.com/office/drawing/2014/main" id="{C2B71777-9314-4BE6-891F-0B7FEEA2719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F6E994A2-6049-93ED-0988-999BA49BA82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189002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Section Divider">
    <p:bg>
      <p:bgPr>
        <a:solidFill>
          <a:schemeClr val="bg1"/>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6" name="Graphic 62">
            <a:extLst>
              <a:ext uri="{FF2B5EF4-FFF2-40B4-BE49-F238E27FC236}">
                <a16:creationId xmlns:a16="http://schemas.microsoft.com/office/drawing/2014/main" id="{FFD1ACE8-3029-D141-B85F-3E86298620D9}"/>
              </a:ext>
            </a:extLst>
          </p:cNvPr>
          <p:cNvGrpSpPr/>
          <p:nvPr userDrawn="1"/>
        </p:nvGrpSpPr>
        <p:grpSpPr>
          <a:xfrm>
            <a:off x="11428121" y="358976"/>
            <a:ext cx="517993" cy="512866"/>
            <a:chOff x="10767269" y="208371"/>
            <a:chExt cx="182844" cy="181034"/>
          </a:xfrm>
        </p:grpSpPr>
        <p:sp>
          <p:nvSpPr>
            <p:cNvPr id="27" name="Freeform 26">
              <a:extLst>
                <a:ext uri="{FF2B5EF4-FFF2-40B4-BE49-F238E27FC236}">
                  <a16:creationId xmlns:a16="http://schemas.microsoft.com/office/drawing/2014/main" id="{0284396A-513B-F540-A962-9500A862C6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49D3B413-616D-B145-8D50-469DB515449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431B2658-9FCB-A746-8089-453A0CED2B8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B4FB02AD-AF35-5C48-8D62-5224D59AB2F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980AF88-ADBD-6D4F-BD67-A005C2C36D1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24752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A3BDDAC6-6EB5-5AA5-61A8-5C7B08D016FF}"/>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AF63809F-BD62-CE41-422D-796F809F3DD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4521965A-A9D8-08A9-9298-34F56613CC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A3618460-6C5B-37FD-D599-B69417C8AB3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9C96232-1CC5-5F69-22A9-AA5D4FE2422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4D9F823C-E41B-1DE2-0FFA-CEB5A665CA8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784229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consectetur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t>
            </a: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grpSp>
        <p:nvGrpSpPr>
          <p:cNvPr id="37" name="Graphic 62">
            <a:extLst>
              <a:ext uri="{FF2B5EF4-FFF2-40B4-BE49-F238E27FC236}">
                <a16:creationId xmlns:a16="http://schemas.microsoft.com/office/drawing/2014/main" id="{1C5E7C55-4D3A-7595-07E2-7AACC39B7C34}"/>
              </a:ext>
            </a:extLst>
          </p:cNvPr>
          <p:cNvGrpSpPr/>
          <p:nvPr userDrawn="1"/>
        </p:nvGrpSpPr>
        <p:grpSpPr>
          <a:xfrm>
            <a:off x="11389259" y="459884"/>
            <a:ext cx="352694" cy="349203"/>
            <a:chOff x="10767269" y="208371"/>
            <a:chExt cx="182844" cy="181034"/>
          </a:xfrm>
          <a:solidFill>
            <a:schemeClr val="bg1"/>
          </a:solidFill>
        </p:grpSpPr>
        <p:sp>
          <p:nvSpPr>
            <p:cNvPr id="38" name="Freeform 37">
              <a:extLst>
                <a:ext uri="{FF2B5EF4-FFF2-40B4-BE49-F238E27FC236}">
                  <a16:creationId xmlns:a16="http://schemas.microsoft.com/office/drawing/2014/main" id="{03E5A220-4D79-97A1-4F96-CC53B9F913B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DCAE26B7-36CD-2C74-0E16-1AFCFC72B90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E08F597-52F7-C6F4-AF12-677BFA83990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2840059-6AB7-B790-7ACC-43900F15C6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4826BEA-2B6D-C3CC-7A02-FB4B85772F62}"/>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90542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2" name="Graphic 62">
            <a:extLst>
              <a:ext uri="{FF2B5EF4-FFF2-40B4-BE49-F238E27FC236}">
                <a16:creationId xmlns:a16="http://schemas.microsoft.com/office/drawing/2014/main" id="{96B97764-E61E-4DB0-4FA8-D0792027906D}"/>
              </a:ext>
            </a:extLst>
          </p:cNvPr>
          <p:cNvGrpSpPr/>
          <p:nvPr userDrawn="1"/>
        </p:nvGrpSpPr>
        <p:grpSpPr>
          <a:xfrm>
            <a:off x="11389259" y="459884"/>
            <a:ext cx="352694" cy="349203"/>
            <a:chOff x="10767269" y="208371"/>
            <a:chExt cx="182844" cy="181034"/>
          </a:xfrm>
        </p:grpSpPr>
        <p:sp>
          <p:nvSpPr>
            <p:cNvPr id="44" name="Freeform 43">
              <a:extLst>
                <a:ext uri="{FF2B5EF4-FFF2-40B4-BE49-F238E27FC236}">
                  <a16:creationId xmlns:a16="http://schemas.microsoft.com/office/drawing/2014/main" id="{D76C21D8-795A-60FD-92CF-F50785452B8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78133464-1B42-C74F-DAD6-8CBBDEEBFD6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966F4625-2A61-4D5A-7154-BA20307DBE7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9" name="Freeform 48">
              <a:extLst>
                <a:ext uri="{FF2B5EF4-FFF2-40B4-BE49-F238E27FC236}">
                  <a16:creationId xmlns:a16="http://schemas.microsoft.com/office/drawing/2014/main" id="{5E26A34A-5AC2-D09D-344D-642E1A1BA8B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2BA205F5-F76B-7295-ADD1-3318708455F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354769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14541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7576456" y="310467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7576456" y="414541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10467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288794"/>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299184"/>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C60932E-C7AD-B408-F209-66E1BC4EF26E}"/>
              </a:ext>
            </a:extLst>
          </p:cNvPr>
          <p:cNvCxnSpPr>
            <a:cxnSpLocks/>
          </p:cNvCxnSpPr>
          <p:nvPr userDrawn="1"/>
        </p:nvCxnSpPr>
        <p:spPr>
          <a:xfrm>
            <a:off x="454025" y="5179558"/>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CF5DE2B-C7D2-EDC5-1C19-4105EDBCA7BF}"/>
              </a:ext>
            </a:extLst>
          </p:cNvPr>
          <p:cNvCxnSpPr>
            <a:cxnSpLocks/>
          </p:cNvCxnSpPr>
          <p:nvPr userDrawn="1"/>
        </p:nvCxnSpPr>
        <p:spPr>
          <a:xfrm>
            <a:off x="7576456" y="5179558"/>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 Placeholder 47">
            <a:extLst>
              <a:ext uri="{FF2B5EF4-FFF2-40B4-BE49-F238E27FC236}">
                <a16:creationId xmlns:a16="http://schemas.microsoft.com/office/drawing/2014/main" id="{00D7668A-1CAC-9D03-0170-AE2B53502894}"/>
              </a:ext>
            </a:extLst>
          </p:cNvPr>
          <p:cNvSpPr>
            <a:spLocks noGrp="1"/>
          </p:cNvSpPr>
          <p:nvPr>
            <p:ph type="body" sz="quarter" idx="48" hasCustomPrompt="1"/>
          </p:nvPr>
        </p:nvSpPr>
        <p:spPr>
          <a:xfrm>
            <a:off x="7600207"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9" name="Text Placeholder 47">
            <a:extLst>
              <a:ext uri="{FF2B5EF4-FFF2-40B4-BE49-F238E27FC236}">
                <a16:creationId xmlns:a16="http://schemas.microsoft.com/office/drawing/2014/main" id="{D50B8643-8A07-D200-8BF4-2DF8E4E99E2D}"/>
              </a:ext>
            </a:extLst>
          </p:cNvPr>
          <p:cNvSpPr>
            <a:spLocks noGrp="1"/>
          </p:cNvSpPr>
          <p:nvPr>
            <p:ph type="body" sz="quarter" idx="49" hasCustomPrompt="1"/>
          </p:nvPr>
        </p:nvSpPr>
        <p:spPr>
          <a:xfrm>
            <a:off x="3088575"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60" name="Content Placeholder 5">
            <a:extLst>
              <a:ext uri="{FF2B5EF4-FFF2-40B4-BE49-F238E27FC236}">
                <a16:creationId xmlns:a16="http://schemas.microsoft.com/office/drawing/2014/main" id="{5863B8A7-3D54-BA12-2887-9C85599E93C7}"/>
              </a:ext>
            </a:extLst>
          </p:cNvPr>
          <p:cNvSpPr>
            <a:spLocks noGrp="1"/>
          </p:cNvSpPr>
          <p:nvPr>
            <p:ph sz="quarter" idx="50"/>
          </p:nvPr>
        </p:nvSpPr>
        <p:spPr>
          <a:xfrm>
            <a:off x="454025" y="5333326"/>
            <a:ext cx="2336675" cy="699025"/>
          </a:xfrm>
          <a:prstGeom prst="roundRect">
            <a:avLst/>
          </a:prstGeom>
          <a:solidFill>
            <a:schemeClr val="accent5"/>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61" name="Straight Connector 60">
            <a:extLst>
              <a:ext uri="{FF2B5EF4-FFF2-40B4-BE49-F238E27FC236}">
                <a16:creationId xmlns:a16="http://schemas.microsoft.com/office/drawing/2014/main" id="{2EBEB8BF-1A5A-4808-718D-C09ABEF5CBCE}"/>
              </a:ext>
            </a:extLst>
          </p:cNvPr>
          <p:cNvCxnSpPr>
            <a:cxnSpLocks/>
          </p:cNvCxnSpPr>
          <p:nvPr userDrawn="1"/>
        </p:nvCxnSpPr>
        <p:spPr>
          <a:xfrm>
            <a:off x="7402284" y="1952580"/>
            <a:ext cx="0" cy="4184148"/>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8DC3670-FF77-0C68-2648-21B627B10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63" name="Rounded Rectangle 62">
            <a:extLst>
              <a:ext uri="{FF2B5EF4-FFF2-40B4-BE49-F238E27FC236}">
                <a16:creationId xmlns:a16="http://schemas.microsoft.com/office/drawing/2014/main" id="{613766A5-D451-7378-7170-747B236A4AE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6" name="Graphic 62">
            <a:extLst>
              <a:ext uri="{FF2B5EF4-FFF2-40B4-BE49-F238E27FC236}">
                <a16:creationId xmlns:a16="http://schemas.microsoft.com/office/drawing/2014/main" id="{6415D2CF-0274-423F-8FC0-CEEC51F21318}"/>
              </a:ext>
            </a:extLst>
          </p:cNvPr>
          <p:cNvGrpSpPr/>
          <p:nvPr userDrawn="1"/>
        </p:nvGrpSpPr>
        <p:grpSpPr>
          <a:xfrm>
            <a:off x="11389259" y="459884"/>
            <a:ext cx="352694" cy="349203"/>
            <a:chOff x="10767269" y="208371"/>
            <a:chExt cx="182844" cy="181034"/>
          </a:xfrm>
        </p:grpSpPr>
        <p:sp>
          <p:nvSpPr>
            <p:cNvPr id="77" name="Freeform 76">
              <a:extLst>
                <a:ext uri="{FF2B5EF4-FFF2-40B4-BE49-F238E27FC236}">
                  <a16:creationId xmlns:a16="http://schemas.microsoft.com/office/drawing/2014/main" id="{42C78611-155A-89D1-27F3-60CD3F5D90D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2B3CDACE-C97A-8BE4-1A5F-2716691F8FFA}"/>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46609A7-E62E-F85D-1B31-0F97A3EBD9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4DB64414-76CE-9519-1707-860E1E95EF1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51A74BC-CA99-B78B-E2F5-E48428739D4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65" name="Slide Number Placeholder 5">
            <a:extLst>
              <a:ext uri="{FF2B5EF4-FFF2-40B4-BE49-F238E27FC236}">
                <a16:creationId xmlns:a16="http://schemas.microsoft.com/office/drawing/2014/main" id="{BF2AE536-8A11-B3E4-2F27-104F7D7C7EE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6" name="Text Placeholder 47">
            <a:extLst>
              <a:ext uri="{FF2B5EF4-FFF2-40B4-BE49-F238E27FC236}">
                <a16:creationId xmlns:a16="http://schemas.microsoft.com/office/drawing/2014/main" id="{451FF669-DE55-38BF-9A38-C515A7AD94F3}"/>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66336051-26A9-233D-4190-A87787D1DF5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949110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scading Lis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4680310"/>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4325398"/>
            <a:ext cx="1929384" cy="347472"/>
          </a:xfrm>
        </p:spPr>
        <p:txBody>
          <a:bodyPr/>
          <a:lstStyle>
            <a:lvl1pPr marL="0" indent="0">
              <a:lnSpc>
                <a:spcPts val="1600"/>
              </a:lnSpc>
              <a:buNone/>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4059423"/>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3704511"/>
            <a:ext cx="1929384" cy="347472"/>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44982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3094916"/>
            <a:ext cx="1929384" cy="347472"/>
          </a:xfrm>
        </p:spPr>
        <p:txBody>
          <a:bodyPr/>
          <a:lstStyle>
            <a:lvl1pPr marL="0" indent="0">
              <a:lnSpc>
                <a:spcPts val="1600"/>
              </a:lnSpc>
              <a:buNone/>
              <a:defRPr sz="1600" b="0" i="0">
                <a:solidFill>
                  <a:schemeClr val="accent3">
                    <a:lumMod val="90000"/>
                  </a:schemeClr>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2840227"/>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485315"/>
            <a:ext cx="1929384" cy="347472"/>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2219339"/>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1864427"/>
            <a:ext cx="1929384" cy="347472"/>
          </a:xfrm>
        </p:spPr>
        <p:txBody>
          <a:bodyPr/>
          <a:lstStyle>
            <a:lvl1pPr marL="0" indent="0">
              <a:lnSpc>
                <a:spcPts val="1600"/>
              </a:lnSpc>
              <a:buNone/>
              <a:defRPr sz="1600" b="0" i="0">
                <a:solidFill>
                  <a:schemeClr val="accent4"/>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450047" y="4199466"/>
            <a:ext cx="192938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810934" y="3584223"/>
            <a:ext cx="192938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5147733" y="2968980"/>
            <a:ext cx="1929384" cy="0"/>
          </a:xfrm>
          <a:prstGeom prst="line">
            <a:avLst/>
          </a:prstGeom>
          <a:ln w="25400">
            <a:solidFill>
              <a:schemeClr val="accent3">
                <a:lumMod val="9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7490178" y="2353737"/>
            <a:ext cx="1929384"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9820080" y="1738494"/>
            <a:ext cx="1929384"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CF015E2-2DAD-3FBB-20CA-DC0B40F808CC}"/>
              </a:ext>
            </a:extLst>
          </p:cNvPr>
          <p:cNvCxnSpPr>
            <a:cxnSpLocks/>
          </p:cNvCxnSpPr>
          <p:nvPr userDrawn="1"/>
        </p:nvCxnSpPr>
        <p:spPr>
          <a:xfrm>
            <a:off x="2594811" y="3592286"/>
            <a:ext cx="0" cy="26394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D06B4C0-1D24-D1D3-94B8-EEB8EDB17E2A}"/>
              </a:ext>
            </a:extLst>
          </p:cNvPr>
          <p:cNvCxnSpPr>
            <a:cxnSpLocks/>
          </p:cNvCxnSpPr>
          <p:nvPr userDrawn="1"/>
        </p:nvCxnSpPr>
        <p:spPr>
          <a:xfrm>
            <a:off x="4953000" y="2988129"/>
            <a:ext cx="0" cy="324359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4A1D68-319F-E2F3-5CDC-275997BA8C73}"/>
              </a:ext>
            </a:extLst>
          </p:cNvPr>
          <p:cNvCxnSpPr>
            <a:cxnSpLocks/>
          </p:cNvCxnSpPr>
          <p:nvPr userDrawn="1"/>
        </p:nvCxnSpPr>
        <p:spPr>
          <a:xfrm>
            <a:off x="7303169" y="2334986"/>
            <a:ext cx="0" cy="38967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644995D-B7AC-F4FF-E5A9-B96461D7C67F}"/>
              </a:ext>
            </a:extLst>
          </p:cNvPr>
          <p:cNvCxnSpPr>
            <a:cxnSpLocks/>
          </p:cNvCxnSpPr>
          <p:nvPr userDrawn="1"/>
        </p:nvCxnSpPr>
        <p:spPr>
          <a:xfrm>
            <a:off x="9637296" y="1747157"/>
            <a:ext cx="0" cy="448457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01A874-674A-14F7-7D6B-190D010F019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EC03EF5F-2012-C2A2-2AA2-164FFD2BB13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8275475F-B2CA-AB48-6820-FA940C99B74E}"/>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1C7E7DA9-8061-D52B-8D7B-2FC01AEB21C8}"/>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09EB92B4-86FF-CA4C-9D58-854BFE01124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DC9F347D-8156-3D9A-5286-FD800839B03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C5ECF37-CA95-DA39-8E11-49355B700C33}"/>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15E68615-D812-060C-D5CD-CD0F8C62519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1073A487-4BDF-16F6-96E2-EDC95367DBC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96812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cading List + Icons 2">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266E12F-941C-FDD2-973A-E47A28ECB253}"/>
              </a:ext>
            </a:extLst>
          </p:cNvPr>
          <p:cNvSpPr/>
          <p:nvPr userDrawn="1"/>
        </p:nvSpPr>
        <p:spPr>
          <a:xfrm flipV="1">
            <a:off x="0" y="0"/>
            <a:ext cx="8223956" cy="6324600"/>
          </a:xfrm>
          <a:prstGeom prst="rtTriangle">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4196997"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1612803" y="5764046"/>
            <a:ext cx="101050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1612802" y="5522024"/>
            <a:ext cx="10104120"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3008257" y="4748048"/>
            <a:ext cx="8709609"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3008258" y="4506026"/>
            <a:ext cx="87050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4394569" y="3754631"/>
            <a:ext cx="733348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4394569" y="3512609"/>
            <a:ext cx="73334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5780880" y="2749919"/>
            <a:ext cx="59595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5780879" y="2507897"/>
            <a:ext cx="5970853" cy="201436"/>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7167191" y="1722631"/>
            <a:ext cx="462969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7167191" y="1480609"/>
            <a:ext cx="4622351"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1049867" y="5396092"/>
            <a:ext cx="107152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449689" y="4385738"/>
            <a:ext cx="9315466"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3804356" y="3386673"/>
            <a:ext cx="7960799"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5238044" y="2376319"/>
            <a:ext cx="6527111"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6004435" y="1354676"/>
            <a:ext cx="576072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Rounded Rectangle 55">
            <a:extLst>
              <a:ext uri="{FF2B5EF4-FFF2-40B4-BE49-F238E27FC236}">
                <a16:creationId xmlns:a16="http://schemas.microsoft.com/office/drawing/2014/main" id="{40B86BF7-21DA-A00C-8DFE-20E092EEF8DE}"/>
              </a:ext>
            </a:extLst>
          </p:cNvPr>
          <p:cNvSpPr/>
          <p:nvPr userDrawn="1"/>
        </p:nvSpPr>
        <p:spPr>
          <a:xfrm>
            <a:off x="425969" y="4911106"/>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ounded Rectangle 57">
            <a:extLst>
              <a:ext uri="{FF2B5EF4-FFF2-40B4-BE49-F238E27FC236}">
                <a16:creationId xmlns:a16="http://schemas.microsoft.com/office/drawing/2014/main" id="{1F94612E-7815-9CE1-69AB-E8197FAD8D89}"/>
              </a:ext>
            </a:extLst>
          </p:cNvPr>
          <p:cNvSpPr/>
          <p:nvPr userDrawn="1"/>
        </p:nvSpPr>
        <p:spPr>
          <a:xfrm>
            <a:off x="1828800" y="3905958"/>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5BA14176-81DA-CF7F-EE3A-0FD20879789B}"/>
              </a:ext>
            </a:extLst>
          </p:cNvPr>
          <p:cNvSpPr/>
          <p:nvPr userDrawn="1"/>
        </p:nvSpPr>
        <p:spPr>
          <a:xfrm>
            <a:off x="3200400" y="290407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9FB7E5B1-F674-9126-BC14-E0E71CABAD4F}"/>
              </a:ext>
            </a:extLst>
          </p:cNvPr>
          <p:cNvSpPr/>
          <p:nvPr userDrawn="1"/>
        </p:nvSpPr>
        <p:spPr>
          <a:xfrm>
            <a:off x="4648200" y="190218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ounded Rectangle 60">
            <a:extLst>
              <a:ext uri="{FF2B5EF4-FFF2-40B4-BE49-F238E27FC236}">
                <a16:creationId xmlns:a16="http://schemas.microsoft.com/office/drawing/2014/main" id="{F33B4E51-650F-6FEE-E66D-0034CC43E1F8}"/>
              </a:ext>
            </a:extLst>
          </p:cNvPr>
          <p:cNvSpPr/>
          <p:nvPr userDrawn="1"/>
        </p:nvSpPr>
        <p:spPr>
          <a:xfrm>
            <a:off x="5943600" y="86924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28A85FF6-6165-BB42-C81F-54B549E463A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5EE108E3-9322-00E3-E53B-C9BD9F64CDCF}"/>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A3121F31-6E06-6153-62BE-A33B2140D76E}"/>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FCF87850-B53C-F217-5533-C06EA486DA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2833A422-385A-532B-31F7-D1DB9B28EBE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66E8EEC2-7369-D14B-C18A-BE409860126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57B5A773-F39F-A419-F925-453D319E60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B567FF41-24F8-48BE-A57E-15CB948FFC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5725C0FF-965B-807C-B5A8-099402C0EF2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733709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ubtitle_Whit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C9932B5-3C00-02B2-7400-890A0D4A3D4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418192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8226538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Subtitle_Whi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418192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le+Subtitle_Grey">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9062687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llets + Photo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a:extLst>
              <a:ext uri="{FF2B5EF4-FFF2-40B4-BE49-F238E27FC236}">
                <a16:creationId xmlns:a16="http://schemas.microsoft.com/office/drawing/2014/main" id="{4671CA12-7321-87F4-0E01-C140229C3E8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39289" y="0"/>
            <a:ext cx="4073019" cy="6858000"/>
          </a:xfrm>
          <a:prstGeom prst="rect">
            <a:avLst/>
          </a:prstGeom>
        </p:spPr>
      </p:pic>
      <p:grpSp>
        <p:nvGrpSpPr>
          <p:cNvPr id="20" name="Graphic 62">
            <a:extLst>
              <a:ext uri="{FF2B5EF4-FFF2-40B4-BE49-F238E27FC236}">
                <a16:creationId xmlns:a16="http://schemas.microsoft.com/office/drawing/2014/main" id="{9A6BF85A-974F-7D07-07B4-A7D320A37DE8}"/>
              </a:ext>
            </a:extLst>
          </p:cNvPr>
          <p:cNvGrpSpPr/>
          <p:nvPr userDrawn="1"/>
        </p:nvGrpSpPr>
        <p:grpSpPr>
          <a:xfrm>
            <a:off x="11389259" y="459884"/>
            <a:ext cx="352694" cy="349203"/>
            <a:chOff x="10767269" y="208371"/>
            <a:chExt cx="182844" cy="181034"/>
          </a:xfrm>
          <a:solidFill>
            <a:schemeClr val="bg1"/>
          </a:solidFill>
        </p:grpSpPr>
        <p:sp>
          <p:nvSpPr>
            <p:cNvPr id="23" name="Freeform 22">
              <a:extLst>
                <a:ext uri="{FF2B5EF4-FFF2-40B4-BE49-F238E27FC236}">
                  <a16:creationId xmlns:a16="http://schemas.microsoft.com/office/drawing/2014/main" id="{BB2E52F2-5174-3DDE-AA60-E72BEA22043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C928149E-7E2B-69CB-9224-AA12216CFDA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62323336-B0B4-E0C7-0719-102F6932A0D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59320E58-7035-E740-2B91-4AB78003BC2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1360E0DD-2350-505F-1EC8-B2136740C36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4025"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7" name="Straight Connector 16">
            <a:extLst>
              <a:ext uri="{FF2B5EF4-FFF2-40B4-BE49-F238E27FC236}">
                <a16:creationId xmlns:a16="http://schemas.microsoft.com/office/drawing/2014/main" id="{E5F78E8C-F715-E56F-F6AF-5F7C0030095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A077781D-60EC-7883-6F5A-587911DC8A2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EF2D5FDA-EC4A-7B70-D0B8-DB7E798DAED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4278090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822653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 Content_Whit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395645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Content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4DD2FBEB-F6B7-ACA4-773B-6B4EE0E04A0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805597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3"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541324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7" name="Text Placeholder 47">
            <a:extLst>
              <a:ext uri="{FF2B5EF4-FFF2-40B4-BE49-F238E27FC236}">
                <a16:creationId xmlns:a16="http://schemas.microsoft.com/office/drawing/2014/main" id="{18D04E88-0E43-3D4F-ABC7-025375BEE5B4}"/>
              </a:ext>
            </a:extLst>
          </p:cNvPr>
          <p:cNvSpPr>
            <a:spLocks noGrp="1"/>
          </p:cNvSpPr>
          <p:nvPr>
            <p:ph type="body" sz="quarter" idx="28" hasCustomPrompt="1"/>
          </p:nvPr>
        </p:nvSpPr>
        <p:spPr>
          <a:xfrm>
            <a:off x="6323555"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28" name="Text Placeholder 47">
            <a:extLst>
              <a:ext uri="{FF2B5EF4-FFF2-40B4-BE49-F238E27FC236}">
                <a16:creationId xmlns:a16="http://schemas.microsoft.com/office/drawing/2014/main" id="{D35F66E5-307D-9D4A-9063-0FAD0E63B822}"/>
              </a:ext>
            </a:extLst>
          </p:cNvPr>
          <p:cNvSpPr>
            <a:spLocks noGrp="1"/>
          </p:cNvSpPr>
          <p:nvPr>
            <p:ph type="body" sz="quarter" idx="29" hasCustomPrompt="1"/>
          </p:nvPr>
        </p:nvSpPr>
        <p:spPr>
          <a:xfrm>
            <a:off x="6323555" y="2350321"/>
            <a:ext cx="5413248"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23" name="Straight Connector 22">
            <a:extLst>
              <a:ext uri="{FF2B5EF4-FFF2-40B4-BE49-F238E27FC236}">
                <a16:creationId xmlns:a16="http://schemas.microsoft.com/office/drawing/2014/main" id="{C7DD8B67-5A87-95A2-FF39-DC9732BE76D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B5200FCE-9F1E-5F57-760B-667873823E7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DA6B8246-4FA8-CD18-7A89-FBDFDF6AEDD6}"/>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484B2FFB-968E-224E-39DB-01AB84FE305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C53ED0F6-40C4-5491-6805-36C87A3349B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A8AC13F6-6C8E-3877-909A-5CC3A633C4E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AA83FA2-9C90-5F36-A146-C8747C9F482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216278C0-977F-6CFA-69A9-451EE3ED6ED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3" name="Slide Number Placeholder 5">
            <a:extLst>
              <a:ext uri="{FF2B5EF4-FFF2-40B4-BE49-F238E27FC236}">
                <a16:creationId xmlns:a16="http://schemas.microsoft.com/office/drawing/2014/main" id="{581E59B6-0371-DA2E-3007-47B9F37A7D8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9678830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4" y="2820495"/>
            <a:ext cx="3481367"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4373809"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3480356"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437330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4" name="Text Placeholder 47">
            <a:extLst>
              <a:ext uri="{FF2B5EF4-FFF2-40B4-BE49-F238E27FC236}">
                <a16:creationId xmlns:a16="http://schemas.microsoft.com/office/drawing/2014/main" id="{42441E3B-F71B-0B6F-BAFC-B7B6EEF0ED20}"/>
              </a:ext>
            </a:extLst>
          </p:cNvPr>
          <p:cNvSpPr>
            <a:spLocks noGrp="1"/>
          </p:cNvSpPr>
          <p:nvPr>
            <p:ph type="body" sz="quarter" idx="30" hasCustomPrompt="1"/>
          </p:nvPr>
        </p:nvSpPr>
        <p:spPr>
          <a:xfrm>
            <a:off x="8299364"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5" name="Text Placeholder 47">
            <a:extLst>
              <a:ext uri="{FF2B5EF4-FFF2-40B4-BE49-F238E27FC236}">
                <a16:creationId xmlns:a16="http://schemas.microsoft.com/office/drawing/2014/main" id="{3ED2579D-1853-ED34-168C-9306686BA64A}"/>
              </a:ext>
            </a:extLst>
          </p:cNvPr>
          <p:cNvSpPr>
            <a:spLocks noGrp="1"/>
          </p:cNvSpPr>
          <p:nvPr>
            <p:ph type="body" sz="quarter" idx="31" hasCustomPrompt="1"/>
          </p:nvPr>
        </p:nvSpPr>
        <p:spPr>
          <a:xfrm>
            <a:off x="829936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5CF9C69-18A5-06DB-C7CE-0AF6A5F4894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8314F311-5C81-2C03-BC06-03E7FC36619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6" name="Graphic 62">
            <a:extLst>
              <a:ext uri="{FF2B5EF4-FFF2-40B4-BE49-F238E27FC236}">
                <a16:creationId xmlns:a16="http://schemas.microsoft.com/office/drawing/2014/main" id="{7646CA96-AE8A-8802-7AD0-1CE73FF40FB4}"/>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4591E50D-6131-3434-6996-90003DD9FF5A}"/>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7070D9E5-6C0D-FAEB-E70A-BADBE94145E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C7132DB8-51B4-23A3-5936-18675F33F1C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4FC6A0D-38D8-837D-40C4-C28206F883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7DB11673-07CE-5370-2F41-69EF3FD10E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9C11316D-50E5-93C6-E38E-8BE2AD75D50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40497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2820495"/>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336539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624575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262432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3365391" y="2350321"/>
            <a:ext cx="2635054"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6245751"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9" name="Text Placeholder 47">
            <a:extLst>
              <a:ext uri="{FF2B5EF4-FFF2-40B4-BE49-F238E27FC236}">
                <a16:creationId xmlns:a16="http://schemas.microsoft.com/office/drawing/2014/main" id="{4ADA6385-E582-C5DC-6346-C45857DFB47E}"/>
              </a:ext>
            </a:extLst>
          </p:cNvPr>
          <p:cNvSpPr>
            <a:spLocks noGrp="1"/>
          </p:cNvSpPr>
          <p:nvPr>
            <p:ph type="body" sz="quarter" idx="30" hasCustomPrompt="1"/>
          </p:nvPr>
        </p:nvSpPr>
        <p:spPr>
          <a:xfrm>
            <a:off x="9151132"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0" name="Text Placeholder 47">
            <a:extLst>
              <a:ext uri="{FF2B5EF4-FFF2-40B4-BE49-F238E27FC236}">
                <a16:creationId xmlns:a16="http://schemas.microsoft.com/office/drawing/2014/main" id="{80C4AC3F-ECF6-CD11-6813-C12A66BEB145}"/>
              </a:ext>
            </a:extLst>
          </p:cNvPr>
          <p:cNvSpPr>
            <a:spLocks noGrp="1"/>
          </p:cNvSpPr>
          <p:nvPr>
            <p:ph type="body" sz="quarter" idx="31" hasCustomPrompt="1"/>
          </p:nvPr>
        </p:nvSpPr>
        <p:spPr>
          <a:xfrm>
            <a:off x="9151132"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4985686-2675-672B-B007-C4E22BCC3B83}"/>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E401B403-E038-C738-63ED-AC272D6D3E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EB139AA5-3BB8-8A5B-99A9-8627BB6F6837}"/>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066EE531-6806-E38A-D053-C887924706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B2B9AC7A-0CAA-6648-CEB9-5E9B938EC3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0DA57AC6-BD0C-0756-A900-B61198C179B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9C98BD0D-6804-2973-9538-12E5D974914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F4357FF6-CF3B-69AC-4315-53BC0AA909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8EF2E125-68B3-B0CD-3166-949138C40BA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023518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with Specialty Header + Icons">
    <p:bg>
      <p:bgPr>
        <a:solidFill>
          <a:srgbClr val="F2F6FB"/>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FD94E6FC-F3DB-5A3E-EDEF-782707569B15}"/>
              </a:ext>
            </a:extLst>
          </p:cNvPr>
          <p:cNvSpPr/>
          <p:nvPr userDrawn="1"/>
        </p:nvSpPr>
        <p:spPr>
          <a:xfrm>
            <a:off x="11430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12700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6000"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BDDF635-7342-688F-32BF-4C1A00C75344}"/>
              </a:ext>
            </a:extLst>
          </p:cNvPr>
          <p:cNvSpPr/>
          <p:nvPr userDrawn="1"/>
        </p:nvSpPr>
        <p:spPr>
          <a:xfrm>
            <a:off x="4581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4">
            <a:extLst>
              <a:ext uri="{FF2B5EF4-FFF2-40B4-BE49-F238E27FC236}">
                <a16:creationId xmlns:a16="http://schemas.microsoft.com/office/drawing/2014/main" id="{77A6E8FA-F611-4131-ED03-B710F318226F}"/>
              </a:ext>
            </a:extLst>
          </p:cNvPr>
          <p:cNvSpPr>
            <a:spLocks noGrp="1"/>
          </p:cNvSpPr>
          <p:nvPr>
            <p:ph type="body" sz="quarter" idx="17"/>
          </p:nvPr>
        </p:nvSpPr>
        <p:spPr>
          <a:xfrm>
            <a:off x="16764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8" name="Text Placeholder 4">
            <a:extLst>
              <a:ext uri="{FF2B5EF4-FFF2-40B4-BE49-F238E27FC236}">
                <a16:creationId xmlns:a16="http://schemas.microsoft.com/office/drawing/2014/main" id="{77D73644-33CF-6660-9B8B-589B2F3610FE}"/>
              </a:ext>
            </a:extLst>
          </p:cNvPr>
          <p:cNvSpPr>
            <a:spLocks noGrp="1"/>
          </p:cNvSpPr>
          <p:nvPr>
            <p:ph type="body" sz="quarter" idx="18"/>
          </p:nvPr>
        </p:nvSpPr>
        <p:spPr>
          <a:xfrm>
            <a:off x="16764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9" name="Text Placeholder 4">
            <a:extLst>
              <a:ext uri="{FF2B5EF4-FFF2-40B4-BE49-F238E27FC236}">
                <a16:creationId xmlns:a16="http://schemas.microsoft.com/office/drawing/2014/main" id="{BDA15F09-D4D1-D934-46E4-B2A57C50220C}"/>
              </a:ext>
            </a:extLst>
          </p:cNvPr>
          <p:cNvSpPr>
            <a:spLocks noGrp="1"/>
          </p:cNvSpPr>
          <p:nvPr>
            <p:ph type="body" sz="quarter" idx="19"/>
          </p:nvPr>
        </p:nvSpPr>
        <p:spPr>
          <a:xfrm>
            <a:off x="16764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3" name="Text Placeholder 4">
            <a:extLst>
              <a:ext uri="{FF2B5EF4-FFF2-40B4-BE49-F238E27FC236}">
                <a16:creationId xmlns:a16="http://schemas.microsoft.com/office/drawing/2014/main" id="{CEC72D9D-27A6-23A1-B780-E09DB54ED0CE}"/>
              </a:ext>
            </a:extLst>
          </p:cNvPr>
          <p:cNvSpPr>
            <a:spLocks noGrp="1"/>
          </p:cNvSpPr>
          <p:nvPr>
            <p:ph type="body" sz="quarter" idx="20" hasCustomPrompt="1"/>
          </p:nvPr>
        </p:nvSpPr>
        <p:spPr>
          <a:xfrm>
            <a:off x="3841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4" name="Text Placeholder 4">
            <a:extLst>
              <a:ext uri="{FF2B5EF4-FFF2-40B4-BE49-F238E27FC236}">
                <a16:creationId xmlns:a16="http://schemas.microsoft.com/office/drawing/2014/main" id="{F4E29829-7D6F-E28D-2A88-CB193E05A83E}"/>
              </a:ext>
            </a:extLst>
          </p:cNvPr>
          <p:cNvSpPr>
            <a:spLocks noGrp="1"/>
          </p:cNvSpPr>
          <p:nvPr>
            <p:ph type="body" sz="quarter" idx="21" hasCustomPrompt="1"/>
          </p:nvPr>
        </p:nvSpPr>
        <p:spPr>
          <a:xfrm>
            <a:off x="3841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5" name="Text Placeholder 4">
            <a:extLst>
              <a:ext uri="{FF2B5EF4-FFF2-40B4-BE49-F238E27FC236}">
                <a16:creationId xmlns:a16="http://schemas.microsoft.com/office/drawing/2014/main" id="{D8DA2A30-B65B-4B69-5AD8-ED7ED5B5C733}"/>
              </a:ext>
            </a:extLst>
          </p:cNvPr>
          <p:cNvSpPr>
            <a:spLocks noGrp="1"/>
          </p:cNvSpPr>
          <p:nvPr>
            <p:ph type="body" sz="quarter" idx="22" hasCustomPrompt="1"/>
          </p:nvPr>
        </p:nvSpPr>
        <p:spPr>
          <a:xfrm>
            <a:off x="3841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6" name="Text Placeholder 4">
            <a:extLst>
              <a:ext uri="{FF2B5EF4-FFF2-40B4-BE49-F238E27FC236}">
                <a16:creationId xmlns:a16="http://schemas.microsoft.com/office/drawing/2014/main" id="{F28CC207-A3D6-E2E8-D22F-8522D54C05FD}"/>
              </a:ext>
            </a:extLst>
          </p:cNvPr>
          <p:cNvSpPr>
            <a:spLocks noGrp="1"/>
          </p:cNvSpPr>
          <p:nvPr>
            <p:ph type="body" sz="quarter" idx="23"/>
          </p:nvPr>
        </p:nvSpPr>
        <p:spPr>
          <a:xfrm>
            <a:off x="77216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7" name="Text Placeholder 4">
            <a:extLst>
              <a:ext uri="{FF2B5EF4-FFF2-40B4-BE49-F238E27FC236}">
                <a16:creationId xmlns:a16="http://schemas.microsoft.com/office/drawing/2014/main" id="{4A428E19-B25E-17C9-0B0E-0C3CA139F9CD}"/>
              </a:ext>
            </a:extLst>
          </p:cNvPr>
          <p:cNvSpPr>
            <a:spLocks noGrp="1"/>
          </p:cNvSpPr>
          <p:nvPr>
            <p:ph type="body" sz="quarter" idx="24"/>
          </p:nvPr>
        </p:nvSpPr>
        <p:spPr>
          <a:xfrm>
            <a:off x="77216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8" name="Text Placeholder 4">
            <a:extLst>
              <a:ext uri="{FF2B5EF4-FFF2-40B4-BE49-F238E27FC236}">
                <a16:creationId xmlns:a16="http://schemas.microsoft.com/office/drawing/2014/main" id="{EF9CB5C5-FB35-6E07-9153-80DBDE88195A}"/>
              </a:ext>
            </a:extLst>
          </p:cNvPr>
          <p:cNvSpPr>
            <a:spLocks noGrp="1"/>
          </p:cNvSpPr>
          <p:nvPr>
            <p:ph type="body" sz="quarter" idx="25"/>
          </p:nvPr>
        </p:nvSpPr>
        <p:spPr>
          <a:xfrm>
            <a:off x="77216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9" name="Text Placeholder 4">
            <a:extLst>
              <a:ext uri="{FF2B5EF4-FFF2-40B4-BE49-F238E27FC236}">
                <a16:creationId xmlns:a16="http://schemas.microsoft.com/office/drawing/2014/main" id="{7D9F2C7D-522B-8323-918D-6FD468562760}"/>
              </a:ext>
            </a:extLst>
          </p:cNvPr>
          <p:cNvSpPr>
            <a:spLocks noGrp="1"/>
          </p:cNvSpPr>
          <p:nvPr>
            <p:ph type="body" sz="quarter" idx="26" hasCustomPrompt="1"/>
          </p:nvPr>
        </p:nvSpPr>
        <p:spPr>
          <a:xfrm>
            <a:off x="64293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0" name="Text Placeholder 4">
            <a:extLst>
              <a:ext uri="{FF2B5EF4-FFF2-40B4-BE49-F238E27FC236}">
                <a16:creationId xmlns:a16="http://schemas.microsoft.com/office/drawing/2014/main" id="{6ADD1C96-7429-F160-9C1C-FA804824B9F7}"/>
              </a:ext>
            </a:extLst>
          </p:cNvPr>
          <p:cNvSpPr>
            <a:spLocks noGrp="1"/>
          </p:cNvSpPr>
          <p:nvPr>
            <p:ph type="body" sz="quarter" idx="27" hasCustomPrompt="1"/>
          </p:nvPr>
        </p:nvSpPr>
        <p:spPr>
          <a:xfrm>
            <a:off x="64293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1" name="Text Placeholder 4">
            <a:extLst>
              <a:ext uri="{FF2B5EF4-FFF2-40B4-BE49-F238E27FC236}">
                <a16:creationId xmlns:a16="http://schemas.microsoft.com/office/drawing/2014/main" id="{E4DBC269-9891-598E-4B3E-CEA9CCB5DBF9}"/>
              </a:ext>
            </a:extLst>
          </p:cNvPr>
          <p:cNvSpPr>
            <a:spLocks noGrp="1"/>
          </p:cNvSpPr>
          <p:nvPr>
            <p:ph type="body" sz="quarter" idx="28" hasCustomPrompt="1"/>
          </p:nvPr>
        </p:nvSpPr>
        <p:spPr>
          <a:xfrm>
            <a:off x="64293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3" name="Rounded Rectangle 72">
            <a:extLst>
              <a:ext uri="{FF2B5EF4-FFF2-40B4-BE49-F238E27FC236}">
                <a16:creationId xmlns:a16="http://schemas.microsoft.com/office/drawing/2014/main" id="{E66EC400-7FB4-DB3B-8D61-1D2708B54BE9}"/>
              </a:ext>
            </a:extLst>
          </p:cNvPr>
          <p:cNvSpPr/>
          <p:nvPr userDrawn="1"/>
        </p:nvSpPr>
        <p:spPr>
          <a:xfrm>
            <a:off x="71882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 Placeholder 2">
            <a:extLst>
              <a:ext uri="{FF2B5EF4-FFF2-40B4-BE49-F238E27FC236}">
                <a16:creationId xmlns:a16="http://schemas.microsoft.com/office/drawing/2014/main" id="{82F66B27-D17F-D730-6602-739F42215DBE}"/>
              </a:ext>
            </a:extLst>
          </p:cNvPr>
          <p:cNvSpPr>
            <a:spLocks noGrp="1"/>
          </p:cNvSpPr>
          <p:nvPr>
            <p:ph type="body" sz="quarter" idx="29"/>
          </p:nvPr>
        </p:nvSpPr>
        <p:spPr>
          <a:xfrm>
            <a:off x="73152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75" name="Rounded Rectangle 74">
            <a:extLst>
              <a:ext uri="{FF2B5EF4-FFF2-40B4-BE49-F238E27FC236}">
                <a16:creationId xmlns:a16="http://schemas.microsoft.com/office/drawing/2014/main" id="{48C47F3B-D749-DD5A-61FB-C39B5FA9FCE3}"/>
              </a:ext>
            </a:extLst>
          </p:cNvPr>
          <p:cNvSpPr/>
          <p:nvPr userDrawn="1"/>
        </p:nvSpPr>
        <p:spPr>
          <a:xfrm>
            <a:off x="65033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a:extLst>
              <a:ext uri="{FF2B5EF4-FFF2-40B4-BE49-F238E27FC236}">
                <a16:creationId xmlns:a16="http://schemas.microsoft.com/office/drawing/2014/main" id="{BA07A94C-4F35-9FC1-45A8-C0B63AE87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71783676-3290-5D4A-EE32-A780F9F23FE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6A056D92-D0C9-0BE8-42A4-D7EF19F0E896}"/>
              </a:ext>
            </a:extLst>
          </p:cNvPr>
          <p:cNvGrpSpPr/>
          <p:nvPr userDrawn="1"/>
        </p:nvGrpSpPr>
        <p:grpSpPr>
          <a:xfrm>
            <a:off x="11389259" y="459884"/>
            <a:ext cx="352694" cy="349203"/>
            <a:chOff x="10767269" y="208371"/>
            <a:chExt cx="182844" cy="181034"/>
          </a:xfrm>
        </p:grpSpPr>
        <p:sp>
          <p:nvSpPr>
            <p:cNvPr id="43" name="Freeform 42">
              <a:extLst>
                <a:ext uri="{FF2B5EF4-FFF2-40B4-BE49-F238E27FC236}">
                  <a16:creationId xmlns:a16="http://schemas.microsoft.com/office/drawing/2014/main" id="{FDB8B7AF-4D12-A2ED-FA8F-442401B568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22BF330-3AE8-8AA3-4A4C-CE13C05E91A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85407E4-698B-0930-863D-9B4EBC73DA2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D6A43AF3-79EA-47C6-A4E9-343111A42AB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506E2268-4244-FA6F-1331-7747CB1FD27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91F8190E-56FA-1FC6-EF26-FDD71C17DF8E}"/>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1944905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s with Specialty Header">
    <p:bg>
      <p:bgPr>
        <a:solidFill>
          <a:srgbClr val="F2F6FB"/>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D89FF448-E98B-D9A8-5BFA-B2E87B3A66BB}"/>
              </a:ext>
            </a:extLst>
          </p:cNvPr>
          <p:cNvSpPr>
            <a:spLocks noGrp="1"/>
          </p:cNvSpPr>
          <p:nvPr>
            <p:ph sz="quarter" idx="17"/>
          </p:nvPr>
        </p:nvSpPr>
        <p:spPr>
          <a:xfrm>
            <a:off x="45402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441C8E46-662B-5695-A792-AD8BF414A96A}"/>
              </a:ext>
            </a:extLst>
          </p:cNvPr>
          <p:cNvSpPr>
            <a:spLocks noGrp="1"/>
          </p:cNvSpPr>
          <p:nvPr>
            <p:ph sz="quarter" idx="18"/>
          </p:nvPr>
        </p:nvSpPr>
        <p:spPr>
          <a:xfrm>
            <a:off x="632355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70D5CD4A-CACB-B6AE-BBC4-4C8978078E3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FC1E52B-299B-816D-D973-DDB4A9061C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aphic 62">
            <a:extLst>
              <a:ext uri="{FF2B5EF4-FFF2-40B4-BE49-F238E27FC236}">
                <a16:creationId xmlns:a16="http://schemas.microsoft.com/office/drawing/2014/main" id="{46C6722C-C67C-380F-6B8E-035E3C0B38EE}"/>
              </a:ext>
            </a:extLst>
          </p:cNvPr>
          <p:cNvGrpSpPr/>
          <p:nvPr userDrawn="1"/>
        </p:nvGrpSpPr>
        <p:grpSpPr>
          <a:xfrm>
            <a:off x="11389259" y="459884"/>
            <a:ext cx="352694" cy="349203"/>
            <a:chOff x="10767269" y="208371"/>
            <a:chExt cx="182844" cy="181034"/>
          </a:xfrm>
        </p:grpSpPr>
        <p:sp>
          <p:nvSpPr>
            <p:cNvPr id="32" name="Freeform 31">
              <a:extLst>
                <a:ext uri="{FF2B5EF4-FFF2-40B4-BE49-F238E27FC236}">
                  <a16:creationId xmlns:a16="http://schemas.microsoft.com/office/drawing/2014/main" id="{496C27F2-144E-ED54-943E-B4D604FCF7F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C2496FEF-51EC-C99F-0448-4EA8B7D877E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8D02FF2D-E1F2-8ED6-694D-4E0B714DD70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3005232E-DC7B-3822-6A78-F301F427970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50E9EFE7-84D0-E24A-1C42-D9A97171BE1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4" name="Slide Number Placeholder 5">
            <a:extLst>
              <a:ext uri="{FF2B5EF4-FFF2-40B4-BE49-F238E27FC236}">
                <a16:creationId xmlns:a16="http://schemas.microsoft.com/office/drawing/2014/main" id="{2DF047A2-13C2-7A18-6D0E-823804454E2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7677287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Sections with Specialty Headers">
    <p:bg>
      <p:bgPr>
        <a:solidFill>
          <a:srgbClr val="F2F6FB"/>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1"/>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29" name="Text Placeholder 2">
            <a:extLst>
              <a:ext uri="{FF2B5EF4-FFF2-40B4-BE49-F238E27FC236}">
                <a16:creationId xmlns:a16="http://schemas.microsoft.com/office/drawing/2014/main" id="{FB787B36-7AEE-395C-209A-62EDCAD058F6}"/>
              </a:ext>
            </a:extLst>
          </p:cNvPr>
          <p:cNvSpPr>
            <a:spLocks noGrp="1"/>
          </p:cNvSpPr>
          <p:nvPr>
            <p:ph type="body" sz="quarter" idx="17"/>
          </p:nvPr>
        </p:nvSpPr>
        <p:spPr>
          <a:xfrm>
            <a:off x="454025" y="3886200"/>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8" name="Text Placeholder 2">
            <a:extLst>
              <a:ext uri="{FF2B5EF4-FFF2-40B4-BE49-F238E27FC236}">
                <a16:creationId xmlns:a16="http://schemas.microsoft.com/office/drawing/2014/main" id="{5E49B28D-8F05-050A-47CD-4C94D3DB13B7}"/>
              </a:ext>
            </a:extLst>
          </p:cNvPr>
          <p:cNvSpPr>
            <a:spLocks noGrp="1"/>
          </p:cNvSpPr>
          <p:nvPr>
            <p:ph type="body" sz="quarter" idx="20"/>
          </p:nvPr>
        </p:nvSpPr>
        <p:spPr>
          <a:xfrm>
            <a:off x="6324600" y="3886200"/>
            <a:ext cx="5413248" cy="558800"/>
          </a:xfrm>
          <a:prstGeom prst="roundRect">
            <a:avLst/>
          </a:prstGeom>
          <a:solidFill>
            <a:schemeClr val="accent5"/>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E2B68D74-78A5-FE98-88F2-837962E4BB8F}"/>
              </a:ext>
            </a:extLst>
          </p:cNvPr>
          <p:cNvSpPr>
            <a:spLocks noGrp="1"/>
          </p:cNvSpPr>
          <p:nvPr>
            <p:ph sz="quarter" idx="21"/>
          </p:nvPr>
        </p:nvSpPr>
        <p:spPr>
          <a:xfrm>
            <a:off x="45402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E2900BEC-965C-7AF1-8A8F-3E1D554B2E67}"/>
              </a:ext>
            </a:extLst>
          </p:cNvPr>
          <p:cNvSpPr>
            <a:spLocks noGrp="1"/>
          </p:cNvSpPr>
          <p:nvPr>
            <p:ph sz="quarter" idx="22"/>
          </p:nvPr>
        </p:nvSpPr>
        <p:spPr>
          <a:xfrm>
            <a:off x="632355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2" name="Content Placeholder 2">
            <a:extLst>
              <a:ext uri="{FF2B5EF4-FFF2-40B4-BE49-F238E27FC236}">
                <a16:creationId xmlns:a16="http://schemas.microsoft.com/office/drawing/2014/main" id="{C7B10ECC-0E2A-4F45-1953-4B0C599AECE8}"/>
              </a:ext>
            </a:extLst>
          </p:cNvPr>
          <p:cNvSpPr>
            <a:spLocks noGrp="1"/>
          </p:cNvSpPr>
          <p:nvPr>
            <p:ph sz="quarter" idx="23"/>
          </p:nvPr>
        </p:nvSpPr>
        <p:spPr>
          <a:xfrm>
            <a:off x="45402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3" name="Content Placeholder 2">
            <a:extLst>
              <a:ext uri="{FF2B5EF4-FFF2-40B4-BE49-F238E27FC236}">
                <a16:creationId xmlns:a16="http://schemas.microsoft.com/office/drawing/2014/main" id="{F5350FF9-78E7-320E-B7AB-E85B860E7EDB}"/>
              </a:ext>
            </a:extLst>
          </p:cNvPr>
          <p:cNvSpPr>
            <a:spLocks noGrp="1"/>
          </p:cNvSpPr>
          <p:nvPr>
            <p:ph sz="quarter" idx="24"/>
          </p:nvPr>
        </p:nvSpPr>
        <p:spPr>
          <a:xfrm>
            <a:off x="632355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1FEF5D33-F2C0-D566-0A2A-3F44C1D3DF1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75211402-9782-CD6B-9758-4E2F5A75FAD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DDC70A9A-B9D4-AC52-8FBF-40D0381C718E}"/>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A65BBF50-96C9-C99E-362A-C9D6CB8C48A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FEA7B90B-3C75-0E1D-FA7D-07309E9CC59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1F3A6D8-33BF-D718-22B6-A3EE1977577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B5AD2A26-D1A6-8818-6336-190AE19EF63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255F9E8E-F791-ABDF-E130-6445CC1AFD0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FA3D0FCE-7688-387C-C478-A90E2EFDBE7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6546961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Subject Pros &amp; 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50" name="Content Placeholder 5">
            <a:extLst>
              <a:ext uri="{FF2B5EF4-FFF2-40B4-BE49-F238E27FC236}">
                <a16:creationId xmlns:a16="http://schemas.microsoft.com/office/drawing/2014/main" id="{21B1A87C-4B89-E822-3C69-F508AB2BE6BB}"/>
              </a:ext>
            </a:extLst>
          </p:cNvPr>
          <p:cNvSpPr>
            <a:spLocks noGrp="1"/>
          </p:cNvSpPr>
          <p:nvPr>
            <p:ph sz="quarter" idx="10"/>
          </p:nvPr>
        </p:nvSpPr>
        <p:spPr>
          <a:xfrm>
            <a:off x="454026" y="1143000"/>
            <a:ext cx="1984248" cy="2075688"/>
          </a:xfrm>
          <a:prstGeom prst="roundRect">
            <a:avLst/>
          </a:prstGeom>
          <a:solidFill>
            <a:schemeClr val="accent1"/>
          </a:solidFill>
        </p:spPr>
        <p:txBody>
          <a:bodyPr anchor="ctr"/>
          <a:lstStyle>
            <a:lvl1pPr marL="0" indent="0" algn="ctr">
              <a:buNone/>
              <a:defRPr sz="2400">
                <a:solidFill>
                  <a:schemeClr val="bg1"/>
                </a:solidFill>
                <a:latin typeface="+mj-lt"/>
              </a:defRPr>
            </a:lvl1pPr>
          </a:lstStyle>
          <a:p>
            <a:pPr lvl="0"/>
            <a:endParaRPr lang="en-US"/>
          </a:p>
        </p:txBody>
      </p:sp>
      <p:sp>
        <p:nvSpPr>
          <p:cNvPr id="52" name="Content Placeholder 5">
            <a:extLst>
              <a:ext uri="{FF2B5EF4-FFF2-40B4-BE49-F238E27FC236}">
                <a16:creationId xmlns:a16="http://schemas.microsoft.com/office/drawing/2014/main" id="{08F559A5-8C57-1E4E-DA2A-2DFE272FB9F6}"/>
              </a:ext>
            </a:extLst>
          </p:cNvPr>
          <p:cNvSpPr>
            <a:spLocks noGrp="1"/>
          </p:cNvSpPr>
          <p:nvPr>
            <p:ph sz="quarter" idx="11"/>
          </p:nvPr>
        </p:nvSpPr>
        <p:spPr>
          <a:xfrm>
            <a:off x="454026" y="3647364"/>
            <a:ext cx="1984248" cy="2075688"/>
          </a:xfrm>
          <a:prstGeom prst="roundRect">
            <a:avLst/>
          </a:prstGeom>
          <a:solidFill>
            <a:schemeClr val="accent3">
              <a:lumMod val="90000"/>
            </a:schemeClr>
          </a:solidFill>
        </p:spPr>
        <p:txBody>
          <a:bodyPr anchor="ctr"/>
          <a:lstStyle>
            <a:lvl1pPr marL="0" indent="0" algn="ctr">
              <a:buNone/>
              <a:defRPr sz="2400">
                <a:solidFill>
                  <a:schemeClr val="bg1"/>
                </a:solidFill>
                <a:latin typeface="+mj-lt"/>
              </a:defRPr>
            </a:lvl1pPr>
          </a:lstStyle>
          <a:p>
            <a:pPr lvl="0"/>
            <a:endParaRPr lang="en-US"/>
          </a:p>
        </p:txBody>
      </p:sp>
      <p:sp>
        <p:nvSpPr>
          <p:cNvPr id="55" name="Text Placeholder 13">
            <a:extLst>
              <a:ext uri="{FF2B5EF4-FFF2-40B4-BE49-F238E27FC236}">
                <a16:creationId xmlns:a16="http://schemas.microsoft.com/office/drawing/2014/main" id="{B718AB7D-40DA-EFC8-1D9D-8A44BDAC936D}"/>
              </a:ext>
            </a:extLst>
          </p:cNvPr>
          <p:cNvSpPr>
            <a:spLocks noGrp="1"/>
          </p:cNvSpPr>
          <p:nvPr>
            <p:ph type="body" sz="quarter" idx="13" hasCustomPrompt="1"/>
          </p:nvPr>
        </p:nvSpPr>
        <p:spPr>
          <a:xfrm>
            <a:off x="3546465" y="1221656"/>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56" name="Text Placeholder 13">
            <a:extLst>
              <a:ext uri="{FF2B5EF4-FFF2-40B4-BE49-F238E27FC236}">
                <a16:creationId xmlns:a16="http://schemas.microsoft.com/office/drawing/2014/main" id="{581C3317-6CE9-7E15-D2B4-74618E37926E}"/>
              </a:ext>
            </a:extLst>
          </p:cNvPr>
          <p:cNvSpPr>
            <a:spLocks noGrp="1"/>
          </p:cNvSpPr>
          <p:nvPr>
            <p:ph type="body" sz="quarter" idx="14" hasCustomPrompt="1"/>
          </p:nvPr>
        </p:nvSpPr>
        <p:spPr>
          <a:xfrm>
            <a:off x="3546465" y="1951209"/>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5" name="Text Placeholder 13">
            <a:extLst>
              <a:ext uri="{FF2B5EF4-FFF2-40B4-BE49-F238E27FC236}">
                <a16:creationId xmlns:a16="http://schemas.microsoft.com/office/drawing/2014/main" id="{E96A1580-15F5-BA2A-89E5-E05513091579}"/>
              </a:ext>
            </a:extLst>
          </p:cNvPr>
          <p:cNvSpPr>
            <a:spLocks noGrp="1"/>
          </p:cNvSpPr>
          <p:nvPr>
            <p:ph type="body" sz="quarter" idx="15" hasCustomPrompt="1"/>
          </p:nvPr>
        </p:nvSpPr>
        <p:spPr>
          <a:xfrm>
            <a:off x="3546465" y="2680763"/>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6" name="Text Placeholder 13">
            <a:extLst>
              <a:ext uri="{FF2B5EF4-FFF2-40B4-BE49-F238E27FC236}">
                <a16:creationId xmlns:a16="http://schemas.microsoft.com/office/drawing/2014/main" id="{CE28B9BE-311C-BF2B-56DF-E47E15D113E2}"/>
              </a:ext>
            </a:extLst>
          </p:cNvPr>
          <p:cNvSpPr>
            <a:spLocks noGrp="1"/>
          </p:cNvSpPr>
          <p:nvPr>
            <p:ph type="body" sz="quarter" idx="16" hasCustomPrompt="1"/>
          </p:nvPr>
        </p:nvSpPr>
        <p:spPr>
          <a:xfrm>
            <a:off x="3546465" y="3715117"/>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7" name="Text Placeholder 13">
            <a:extLst>
              <a:ext uri="{FF2B5EF4-FFF2-40B4-BE49-F238E27FC236}">
                <a16:creationId xmlns:a16="http://schemas.microsoft.com/office/drawing/2014/main" id="{430FDB8F-0309-7244-036D-F2F64E44AB01}"/>
              </a:ext>
            </a:extLst>
          </p:cNvPr>
          <p:cNvSpPr>
            <a:spLocks noGrp="1"/>
          </p:cNvSpPr>
          <p:nvPr>
            <p:ph type="body" sz="quarter" idx="17" hasCustomPrompt="1"/>
          </p:nvPr>
        </p:nvSpPr>
        <p:spPr>
          <a:xfrm>
            <a:off x="3546465" y="4444670"/>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8" name="Text Placeholder 13">
            <a:extLst>
              <a:ext uri="{FF2B5EF4-FFF2-40B4-BE49-F238E27FC236}">
                <a16:creationId xmlns:a16="http://schemas.microsoft.com/office/drawing/2014/main" id="{AB098F6E-1391-C48B-6205-D8ACE2487406}"/>
              </a:ext>
            </a:extLst>
          </p:cNvPr>
          <p:cNvSpPr>
            <a:spLocks noGrp="1"/>
          </p:cNvSpPr>
          <p:nvPr>
            <p:ph type="body" sz="quarter" idx="18" hasCustomPrompt="1"/>
          </p:nvPr>
        </p:nvSpPr>
        <p:spPr>
          <a:xfrm>
            <a:off x="3546465" y="5174224"/>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9" name="TextBox 68">
            <a:extLst>
              <a:ext uri="{FF2B5EF4-FFF2-40B4-BE49-F238E27FC236}">
                <a16:creationId xmlns:a16="http://schemas.microsoft.com/office/drawing/2014/main" id="{7AF1D699-BA3E-F5A2-5599-87959CA49D69}"/>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8" name="Straight Connector 27">
            <a:extLst>
              <a:ext uri="{FF2B5EF4-FFF2-40B4-BE49-F238E27FC236}">
                <a16:creationId xmlns:a16="http://schemas.microsoft.com/office/drawing/2014/main" id="{4E0A6087-D8B3-6DFD-7277-62655941D07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22B66ABD-E7A1-6FF7-6A81-57E7F79BB64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1AE2F847-4443-4CFA-83DB-25D9DE23516F}"/>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22637073-0171-37CF-8B30-77471680ABE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4" name="Freeform 33">
              <a:extLst>
                <a:ext uri="{FF2B5EF4-FFF2-40B4-BE49-F238E27FC236}">
                  <a16:creationId xmlns:a16="http://schemas.microsoft.com/office/drawing/2014/main" id="{316399AD-3DFE-6F98-F4CD-2742BE132452}"/>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5" name="Freeform 34">
              <a:extLst>
                <a:ext uri="{FF2B5EF4-FFF2-40B4-BE49-F238E27FC236}">
                  <a16:creationId xmlns:a16="http://schemas.microsoft.com/office/drawing/2014/main" id="{3650E210-9F1C-684B-3FF0-371DED0F6E7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6" name="Freeform 35">
              <a:extLst>
                <a:ext uri="{FF2B5EF4-FFF2-40B4-BE49-F238E27FC236}">
                  <a16:creationId xmlns:a16="http://schemas.microsoft.com/office/drawing/2014/main" id="{D95EC18A-4237-310E-8B9B-B5B85B25FF6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7" name="Freeform 36">
              <a:extLst>
                <a:ext uri="{FF2B5EF4-FFF2-40B4-BE49-F238E27FC236}">
                  <a16:creationId xmlns:a16="http://schemas.microsoft.com/office/drawing/2014/main" id="{145380E7-F5FA-E916-FE01-D2E60D4F8E26}"/>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grpSp>
      <p:sp>
        <p:nvSpPr>
          <p:cNvPr id="38" name="Rounded Rectangle 37">
            <a:extLst>
              <a:ext uri="{FF2B5EF4-FFF2-40B4-BE49-F238E27FC236}">
                <a16:creationId xmlns:a16="http://schemas.microsoft.com/office/drawing/2014/main" id="{B686CC19-3E1C-2B9F-C68B-436E131FBFEB}"/>
              </a:ext>
            </a:extLst>
          </p:cNvPr>
          <p:cNvSpPr/>
          <p:nvPr userDrawn="1"/>
        </p:nvSpPr>
        <p:spPr>
          <a:xfrm>
            <a:off x="2663508" y="1221656"/>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39" name="Rounded Rectangle 38">
            <a:extLst>
              <a:ext uri="{FF2B5EF4-FFF2-40B4-BE49-F238E27FC236}">
                <a16:creationId xmlns:a16="http://schemas.microsoft.com/office/drawing/2014/main" id="{02FB7DF8-68D5-FD59-0152-6B355FC70F59}"/>
              </a:ext>
            </a:extLst>
          </p:cNvPr>
          <p:cNvSpPr/>
          <p:nvPr userDrawn="1"/>
        </p:nvSpPr>
        <p:spPr>
          <a:xfrm>
            <a:off x="2663508" y="1951209"/>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0" name="Rounded Rectangle 39">
            <a:extLst>
              <a:ext uri="{FF2B5EF4-FFF2-40B4-BE49-F238E27FC236}">
                <a16:creationId xmlns:a16="http://schemas.microsoft.com/office/drawing/2014/main" id="{7B07F34E-F328-5993-4746-A5775799CD9F}"/>
              </a:ext>
            </a:extLst>
          </p:cNvPr>
          <p:cNvSpPr/>
          <p:nvPr userDrawn="1"/>
        </p:nvSpPr>
        <p:spPr>
          <a:xfrm>
            <a:off x="2663508" y="2680763"/>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1" name="Rounded Rectangle 40">
            <a:extLst>
              <a:ext uri="{FF2B5EF4-FFF2-40B4-BE49-F238E27FC236}">
                <a16:creationId xmlns:a16="http://schemas.microsoft.com/office/drawing/2014/main" id="{2B4BD851-6F9D-2724-519A-5AABC668BCEA}"/>
              </a:ext>
            </a:extLst>
          </p:cNvPr>
          <p:cNvSpPr/>
          <p:nvPr userDrawn="1"/>
        </p:nvSpPr>
        <p:spPr>
          <a:xfrm>
            <a:off x="2663508" y="3715117"/>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a:latin typeface="+mj-lt"/>
              </a:rPr>
              <a:t>–</a:t>
            </a:r>
            <a:endParaRPr lang="en-US" sz="2000">
              <a:latin typeface="+mj-lt"/>
            </a:endParaRPr>
          </a:p>
        </p:txBody>
      </p:sp>
      <p:sp>
        <p:nvSpPr>
          <p:cNvPr id="42" name="Rounded Rectangle 41">
            <a:extLst>
              <a:ext uri="{FF2B5EF4-FFF2-40B4-BE49-F238E27FC236}">
                <a16:creationId xmlns:a16="http://schemas.microsoft.com/office/drawing/2014/main" id="{F3B63778-009C-EFD1-54DE-E39BC314919E}"/>
              </a:ext>
            </a:extLst>
          </p:cNvPr>
          <p:cNvSpPr/>
          <p:nvPr userDrawn="1"/>
        </p:nvSpPr>
        <p:spPr>
          <a:xfrm>
            <a:off x="2663508" y="4444670"/>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3" name="Rounded Rectangle 42">
            <a:extLst>
              <a:ext uri="{FF2B5EF4-FFF2-40B4-BE49-F238E27FC236}">
                <a16:creationId xmlns:a16="http://schemas.microsoft.com/office/drawing/2014/main" id="{3B4B902E-5199-B568-2180-BAD24C69D2FC}"/>
              </a:ext>
            </a:extLst>
          </p:cNvPr>
          <p:cNvSpPr/>
          <p:nvPr userDrawn="1"/>
        </p:nvSpPr>
        <p:spPr>
          <a:xfrm>
            <a:off x="2663508" y="5174224"/>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5" name="Slide Number Placeholder 5">
            <a:extLst>
              <a:ext uri="{FF2B5EF4-FFF2-40B4-BE49-F238E27FC236}">
                <a16:creationId xmlns:a16="http://schemas.microsoft.com/office/drawing/2014/main" id="{CFFFFD55-0EB3-C5C4-10CC-5D6E654FEE4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7208801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2 Column Content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6505576"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1" name="Rounded Rectangle 20">
            <a:extLst>
              <a:ext uri="{FF2B5EF4-FFF2-40B4-BE49-F238E27FC236}">
                <a16:creationId xmlns:a16="http://schemas.microsoft.com/office/drawing/2014/main" id="{EB126B0C-86AA-B950-254B-22F83652F7D6}"/>
              </a:ext>
            </a:extLst>
          </p:cNvPr>
          <p:cNvSpPr/>
          <p:nvPr userDrawn="1"/>
        </p:nvSpPr>
        <p:spPr>
          <a:xfrm>
            <a:off x="8166100" y="1142999"/>
            <a:ext cx="3563938" cy="2120834"/>
          </a:xfrm>
          <a:prstGeom prst="roundRect">
            <a:avLst>
              <a:gd name="adj" fmla="val 76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a:extLst>
              <a:ext uri="{FF2B5EF4-FFF2-40B4-BE49-F238E27FC236}">
                <a16:creationId xmlns:a16="http://schemas.microsoft.com/office/drawing/2014/main" id="{E60025C1-1387-B67A-5858-04B9EA83A452}"/>
              </a:ext>
            </a:extLst>
          </p:cNvPr>
          <p:cNvSpPr/>
          <p:nvPr userDrawn="1"/>
        </p:nvSpPr>
        <p:spPr>
          <a:xfrm>
            <a:off x="8166100" y="3598100"/>
            <a:ext cx="3563938" cy="2120834"/>
          </a:xfrm>
          <a:prstGeom prst="roundRect">
            <a:avLst>
              <a:gd name="adj" fmla="val 70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Content Placeholder 2">
            <a:extLst>
              <a:ext uri="{FF2B5EF4-FFF2-40B4-BE49-F238E27FC236}">
                <a16:creationId xmlns:a16="http://schemas.microsoft.com/office/drawing/2014/main" id="{2C8EC946-AE26-D0DE-3D38-92A673462B6A}"/>
              </a:ext>
            </a:extLst>
          </p:cNvPr>
          <p:cNvSpPr>
            <a:spLocks noGrp="1"/>
          </p:cNvSpPr>
          <p:nvPr>
            <p:ph sz="quarter" idx="16" hasCustomPrompt="1"/>
          </p:nvPr>
        </p:nvSpPr>
        <p:spPr>
          <a:xfrm>
            <a:off x="8491249" y="1257300"/>
            <a:ext cx="2926080" cy="1162050"/>
          </a:xfrm>
        </p:spPr>
        <p:txBody>
          <a:bodyPr/>
          <a:lstStyle>
            <a:lvl1pPr marL="0" indent="0" algn="ctr">
              <a:buNone/>
              <a:defRPr sz="8000">
                <a:solidFill>
                  <a:schemeClr val="accent2"/>
                </a:solidFill>
                <a:latin typeface="+mn-lt"/>
              </a:defRPr>
            </a:lvl1pPr>
            <a:lvl2pPr>
              <a:defRPr sz="1400"/>
            </a:lvl2pPr>
            <a:lvl3pPr>
              <a:defRPr sz="1200"/>
            </a:lvl3pPr>
            <a:lvl4pPr>
              <a:defRPr sz="1400"/>
            </a:lvl4pPr>
            <a:lvl5pPr>
              <a:defRPr sz="1400"/>
            </a:lvl5pPr>
          </a:lstStyle>
          <a:p>
            <a:pPr lvl="0"/>
            <a:r>
              <a:rPr lang="en-US"/>
              <a:t>XX</a:t>
            </a:r>
          </a:p>
        </p:txBody>
      </p:sp>
      <p:sp>
        <p:nvSpPr>
          <p:cNvPr id="40" name="Content Placeholder 2">
            <a:extLst>
              <a:ext uri="{FF2B5EF4-FFF2-40B4-BE49-F238E27FC236}">
                <a16:creationId xmlns:a16="http://schemas.microsoft.com/office/drawing/2014/main" id="{4C547412-08BD-921A-E1E5-C98BE84EF73D}"/>
              </a:ext>
            </a:extLst>
          </p:cNvPr>
          <p:cNvSpPr>
            <a:spLocks noGrp="1"/>
          </p:cNvSpPr>
          <p:nvPr>
            <p:ph sz="quarter" idx="17" hasCustomPrompt="1"/>
          </p:nvPr>
        </p:nvSpPr>
        <p:spPr>
          <a:xfrm>
            <a:off x="8491307" y="3714750"/>
            <a:ext cx="2925965" cy="1162050"/>
          </a:xfrm>
        </p:spPr>
        <p:txBody>
          <a:bodyPr/>
          <a:lstStyle>
            <a:lvl1pPr marL="0" indent="0" algn="ctr">
              <a:buNone/>
              <a:defRPr sz="8000">
                <a:solidFill>
                  <a:schemeClr val="accent3">
                    <a:lumMod val="90000"/>
                  </a:schemeClr>
                </a:solidFill>
                <a:latin typeface="+mn-lt"/>
              </a:defRPr>
            </a:lvl1pPr>
            <a:lvl2pPr>
              <a:defRPr sz="1400"/>
            </a:lvl2pPr>
            <a:lvl3pPr>
              <a:defRPr sz="1200"/>
            </a:lvl3pPr>
            <a:lvl4pPr>
              <a:defRPr sz="1400"/>
            </a:lvl4pPr>
            <a:lvl5pPr>
              <a:defRPr sz="1400"/>
            </a:lvl5pPr>
          </a:lstStyle>
          <a:p>
            <a:pPr lvl="0"/>
            <a:r>
              <a:rPr lang="en-US"/>
              <a:t>XX</a:t>
            </a:r>
          </a:p>
        </p:txBody>
      </p:sp>
      <p:sp>
        <p:nvSpPr>
          <p:cNvPr id="41" name="Content Placeholder 2">
            <a:extLst>
              <a:ext uri="{FF2B5EF4-FFF2-40B4-BE49-F238E27FC236}">
                <a16:creationId xmlns:a16="http://schemas.microsoft.com/office/drawing/2014/main" id="{04981B47-2B85-9287-9AD3-5590BC4EA128}"/>
              </a:ext>
            </a:extLst>
          </p:cNvPr>
          <p:cNvSpPr>
            <a:spLocks noGrp="1"/>
          </p:cNvSpPr>
          <p:nvPr>
            <p:ph sz="quarter" idx="18"/>
          </p:nvPr>
        </p:nvSpPr>
        <p:spPr>
          <a:xfrm>
            <a:off x="8491249" y="2546604"/>
            <a:ext cx="2926080" cy="653796"/>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2" name="Content Placeholder 2">
            <a:extLst>
              <a:ext uri="{FF2B5EF4-FFF2-40B4-BE49-F238E27FC236}">
                <a16:creationId xmlns:a16="http://schemas.microsoft.com/office/drawing/2014/main" id="{3A1AABCC-B9C2-503F-704B-0133ADFFA882}"/>
              </a:ext>
            </a:extLst>
          </p:cNvPr>
          <p:cNvSpPr>
            <a:spLocks noGrp="1"/>
          </p:cNvSpPr>
          <p:nvPr>
            <p:ph sz="quarter" idx="19"/>
          </p:nvPr>
        </p:nvSpPr>
        <p:spPr>
          <a:xfrm>
            <a:off x="8491249" y="4991100"/>
            <a:ext cx="2926080" cy="658368"/>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4" name="Slide Number Placeholder 5">
            <a:extLst>
              <a:ext uri="{FF2B5EF4-FFF2-40B4-BE49-F238E27FC236}">
                <a16:creationId xmlns:a16="http://schemas.microsoft.com/office/drawing/2014/main" id="{E22A041B-909D-CB48-888F-79C6867C123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9470402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2 Column Content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9CEA35D2-9DEA-0DCB-704A-972F3BEA7DB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7840541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331948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ntent Box + Callout">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0" name="Content Placeholder 2">
            <a:extLst>
              <a:ext uri="{FF2B5EF4-FFF2-40B4-BE49-F238E27FC236}">
                <a16:creationId xmlns:a16="http://schemas.microsoft.com/office/drawing/2014/main" id="{2A459093-2877-F0C0-9798-B49AD9E2972B}"/>
              </a:ext>
            </a:extLst>
          </p:cNvPr>
          <p:cNvSpPr>
            <a:spLocks noGrp="1"/>
          </p:cNvSpPr>
          <p:nvPr>
            <p:ph sz="quarter" idx="15"/>
          </p:nvPr>
        </p:nvSpPr>
        <p:spPr>
          <a:xfrm>
            <a:off x="454024"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8153399" y="2011680"/>
            <a:ext cx="3583403"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0031370A-24DB-35F0-8CB5-B2764FC7FEE7}"/>
              </a:ext>
            </a:extLst>
          </p:cNvPr>
          <p:cNvSpPr>
            <a:spLocks noGrp="1"/>
          </p:cNvSpPr>
          <p:nvPr>
            <p:ph sz="quarter" idx="17"/>
          </p:nvPr>
        </p:nvSpPr>
        <p:spPr>
          <a:xfrm>
            <a:off x="4303712"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9" name="Content Placeholder 2">
            <a:extLst>
              <a:ext uri="{FF2B5EF4-FFF2-40B4-BE49-F238E27FC236}">
                <a16:creationId xmlns:a16="http://schemas.microsoft.com/office/drawing/2014/main" id="{D4B638E2-6E58-4953-BEF7-BBD3E1F66F12}"/>
              </a:ext>
            </a:extLst>
          </p:cNvPr>
          <p:cNvSpPr>
            <a:spLocks noGrp="1"/>
          </p:cNvSpPr>
          <p:nvPr>
            <p:ph sz="quarter" idx="18"/>
          </p:nvPr>
        </p:nvSpPr>
        <p:spPr>
          <a:xfrm>
            <a:off x="454024" y="5105400"/>
            <a:ext cx="3584448" cy="939800"/>
          </a:xfrm>
        </p:spPr>
        <p:txBody>
          <a:bodyPr/>
          <a:lstStyle>
            <a:lvl1pPr marL="285750" indent="-285750" algn="ctr">
              <a:buFont typeface="Wingdings" pitchFamily="2" charset="2"/>
              <a:buChar char="§"/>
              <a:defRPr sz="1400"/>
            </a:lvl1pPr>
            <a:lvl2pPr marL="450850" indent="-171450" algn="ctr">
              <a:buFont typeface="Wingdings" pitchFamily="2" charset="2"/>
              <a:buChar char="§"/>
              <a:defRPr sz="1200"/>
            </a:lvl2pPr>
            <a:lvl3pPr>
              <a:defRPr sz="1200"/>
            </a:lvl3pPr>
            <a:lvl4pPr>
              <a:defRPr sz="1400"/>
            </a:lvl4pPr>
            <a:lvl5pPr>
              <a:defRPr sz="1400"/>
            </a:lvl5pPr>
          </a:lstStyle>
          <a:p>
            <a:pPr lvl="0"/>
            <a:r>
              <a:rPr lang="en-US"/>
              <a:t>Click to edit Master text styles</a:t>
            </a:r>
          </a:p>
          <a:p>
            <a:pPr lvl="1"/>
            <a:endParaRPr lang="en-US"/>
          </a:p>
        </p:txBody>
      </p:sp>
      <p:sp>
        <p:nvSpPr>
          <p:cNvPr id="30" name="Content Placeholder 2">
            <a:extLst>
              <a:ext uri="{FF2B5EF4-FFF2-40B4-BE49-F238E27FC236}">
                <a16:creationId xmlns:a16="http://schemas.microsoft.com/office/drawing/2014/main" id="{2159D8FE-959C-EC7F-5AD8-7394D5F48D09}"/>
              </a:ext>
            </a:extLst>
          </p:cNvPr>
          <p:cNvSpPr>
            <a:spLocks noGrp="1"/>
          </p:cNvSpPr>
          <p:nvPr>
            <p:ph sz="quarter" idx="19"/>
          </p:nvPr>
        </p:nvSpPr>
        <p:spPr>
          <a:xfrm>
            <a:off x="8153399" y="5105400"/>
            <a:ext cx="3583403"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sp>
        <p:nvSpPr>
          <p:cNvPr id="31" name="Content Placeholder 2">
            <a:extLst>
              <a:ext uri="{FF2B5EF4-FFF2-40B4-BE49-F238E27FC236}">
                <a16:creationId xmlns:a16="http://schemas.microsoft.com/office/drawing/2014/main" id="{2A760271-9843-57CE-E237-1D11741AC0C9}"/>
              </a:ext>
            </a:extLst>
          </p:cNvPr>
          <p:cNvSpPr>
            <a:spLocks noGrp="1"/>
          </p:cNvSpPr>
          <p:nvPr>
            <p:ph sz="quarter" idx="20"/>
          </p:nvPr>
        </p:nvSpPr>
        <p:spPr>
          <a:xfrm>
            <a:off x="4303712" y="5105400"/>
            <a:ext cx="3584448"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cxnSp>
        <p:nvCxnSpPr>
          <p:cNvPr id="27" name="Straight Connector 26">
            <a:extLst>
              <a:ext uri="{FF2B5EF4-FFF2-40B4-BE49-F238E27FC236}">
                <a16:creationId xmlns:a16="http://schemas.microsoft.com/office/drawing/2014/main" id="{BC9A5304-B1AB-704F-F546-73078D0E316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CD0A485E-626C-B759-6548-A92EBD69A28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5B597986-98F5-89DC-7B53-6B7AAC104DD6}"/>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BED5C527-017E-C192-56F2-59B2D82EE41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5A4DA5FA-62A0-ABBD-F132-834FDDF9049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CE2BD65-9C1B-D92D-00E7-24A75759F5D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27C8FA98-2101-D2BC-883A-D4BBCA24DB4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7B12AA7F-210E-BC6D-583B-3C37CFCD0E5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6" name="Slide Number Placeholder 5">
            <a:extLst>
              <a:ext uri="{FF2B5EF4-FFF2-40B4-BE49-F238E27FC236}">
                <a16:creationId xmlns:a16="http://schemas.microsoft.com/office/drawing/2014/main" id="{F56A408F-FC9F-77E5-8583-2BDD281742A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356625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Light Blue Pattern + 4 Box Speciality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C4EB512-3573-324A-9F6F-EBD46FE5DDFA}"/>
              </a:ext>
            </a:extLst>
          </p:cNvPr>
          <p:cNvSpPr/>
          <p:nvPr userDrawn="1"/>
        </p:nvSpPr>
        <p:spPr>
          <a:xfrm>
            <a:off x="6562" y="0"/>
            <a:ext cx="12182853" cy="32512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01B52CBB-CCD6-344C-B3C9-F031E55B17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621" r="-54" b="30621"/>
          <a:stretch/>
        </p:blipFill>
        <p:spPr>
          <a:xfrm>
            <a:off x="0" y="0"/>
            <a:ext cx="12192000" cy="3251200"/>
          </a:xfrm>
          <a:prstGeom prst="rect">
            <a:avLst/>
          </a:prstGeom>
        </p:spPr>
      </p:pic>
      <p:sp>
        <p:nvSpPr>
          <p:cNvPr id="16" name="Title 36">
            <a:extLst>
              <a:ext uri="{FF2B5EF4-FFF2-40B4-BE49-F238E27FC236}">
                <a16:creationId xmlns:a16="http://schemas.microsoft.com/office/drawing/2014/main" id="{C245D4A3-95B1-50FC-7715-845285174B3F}"/>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17" name="Subtitle 2">
            <a:extLst>
              <a:ext uri="{FF2B5EF4-FFF2-40B4-BE49-F238E27FC236}">
                <a16:creationId xmlns:a16="http://schemas.microsoft.com/office/drawing/2014/main" id="{D1ABA0C6-7060-8A1A-70BF-8BBC66F9E88F}"/>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Text Placeholder 13">
            <a:extLst>
              <a:ext uri="{FF2B5EF4-FFF2-40B4-BE49-F238E27FC236}">
                <a16:creationId xmlns:a16="http://schemas.microsoft.com/office/drawing/2014/main" id="{34FD2FF9-06AB-6385-845D-ED187B02515A}"/>
              </a:ext>
            </a:extLst>
          </p:cNvPr>
          <p:cNvSpPr>
            <a:spLocks noGrp="1"/>
          </p:cNvSpPr>
          <p:nvPr>
            <p:ph type="body" sz="quarter" idx="13"/>
          </p:nvPr>
        </p:nvSpPr>
        <p:spPr>
          <a:xfrm>
            <a:off x="450047" y="1843035"/>
            <a:ext cx="2615184" cy="3063240"/>
          </a:xfrm>
          <a:prstGeom prst="roundRect">
            <a:avLst>
              <a:gd name="adj" fmla="val 3593"/>
            </a:avLst>
          </a:prstGeom>
          <a:solidFill>
            <a:schemeClr val="bg1"/>
          </a:solidFill>
          <a:ln w="25400">
            <a:solidFill>
              <a:schemeClr val="accent1"/>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0" name="Text Placeholder 13">
            <a:extLst>
              <a:ext uri="{FF2B5EF4-FFF2-40B4-BE49-F238E27FC236}">
                <a16:creationId xmlns:a16="http://schemas.microsoft.com/office/drawing/2014/main" id="{E58F3449-9E48-2B6D-C775-B5A1C0DBFBF0}"/>
              </a:ext>
            </a:extLst>
          </p:cNvPr>
          <p:cNvSpPr>
            <a:spLocks noGrp="1"/>
          </p:cNvSpPr>
          <p:nvPr>
            <p:ph type="body" sz="quarter" idx="14"/>
          </p:nvPr>
        </p:nvSpPr>
        <p:spPr>
          <a:xfrm>
            <a:off x="3339886" y="1843035"/>
            <a:ext cx="2615184" cy="3063240"/>
          </a:xfrm>
          <a:prstGeom prst="roundRect">
            <a:avLst>
              <a:gd name="adj" fmla="val 3593"/>
            </a:avLst>
          </a:prstGeom>
          <a:solidFill>
            <a:schemeClr val="bg1"/>
          </a:solidFill>
          <a:ln w="25400">
            <a:solidFill>
              <a:schemeClr val="accent3">
                <a:lumMod val="90000"/>
              </a:schemeClr>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1" name="Text Placeholder 13">
            <a:extLst>
              <a:ext uri="{FF2B5EF4-FFF2-40B4-BE49-F238E27FC236}">
                <a16:creationId xmlns:a16="http://schemas.microsoft.com/office/drawing/2014/main" id="{672FC21A-4FC0-7754-9468-4F8C0EB16F86}"/>
              </a:ext>
            </a:extLst>
          </p:cNvPr>
          <p:cNvSpPr>
            <a:spLocks noGrp="1"/>
          </p:cNvSpPr>
          <p:nvPr>
            <p:ph type="body" sz="quarter" idx="15"/>
          </p:nvPr>
        </p:nvSpPr>
        <p:spPr>
          <a:xfrm>
            <a:off x="6235486" y="1843035"/>
            <a:ext cx="2615184" cy="3063240"/>
          </a:xfrm>
          <a:prstGeom prst="roundRect">
            <a:avLst>
              <a:gd name="adj" fmla="val 3593"/>
            </a:avLst>
          </a:prstGeom>
          <a:solidFill>
            <a:schemeClr val="bg1"/>
          </a:solidFill>
          <a:ln w="25400">
            <a:solidFill>
              <a:schemeClr val="accent5"/>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2" name="Text Placeholder 13">
            <a:extLst>
              <a:ext uri="{FF2B5EF4-FFF2-40B4-BE49-F238E27FC236}">
                <a16:creationId xmlns:a16="http://schemas.microsoft.com/office/drawing/2014/main" id="{E8BFE762-C1AB-D4C6-AF3E-973151604EF1}"/>
              </a:ext>
            </a:extLst>
          </p:cNvPr>
          <p:cNvSpPr>
            <a:spLocks noGrp="1"/>
          </p:cNvSpPr>
          <p:nvPr>
            <p:ph type="body" sz="quarter" idx="16"/>
          </p:nvPr>
        </p:nvSpPr>
        <p:spPr>
          <a:xfrm>
            <a:off x="9126769" y="1843035"/>
            <a:ext cx="2615184" cy="3063240"/>
          </a:xfrm>
          <a:prstGeom prst="roundRect">
            <a:avLst>
              <a:gd name="adj" fmla="val 3593"/>
            </a:avLst>
          </a:prstGeom>
          <a:solidFill>
            <a:schemeClr val="bg1"/>
          </a:solidFill>
          <a:ln w="25400">
            <a:solidFill>
              <a:schemeClr val="accent2"/>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8" name="Text Placeholder 7">
            <a:extLst>
              <a:ext uri="{FF2B5EF4-FFF2-40B4-BE49-F238E27FC236}">
                <a16:creationId xmlns:a16="http://schemas.microsoft.com/office/drawing/2014/main" id="{FBB64B40-B241-44EC-25E0-9A4BC8ADA237}"/>
              </a:ext>
            </a:extLst>
          </p:cNvPr>
          <p:cNvSpPr>
            <a:spLocks noGrp="1"/>
          </p:cNvSpPr>
          <p:nvPr>
            <p:ph type="body" sz="quarter" idx="17"/>
          </p:nvPr>
        </p:nvSpPr>
        <p:spPr>
          <a:xfrm>
            <a:off x="463244" y="5000624"/>
            <a:ext cx="2926080" cy="484632"/>
          </a:xfrm>
          <a:prstGeom prst="chevron">
            <a:avLst/>
          </a:prstGeom>
          <a:solidFill>
            <a:schemeClr val="accent1"/>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7" name="Text Placeholder 7">
            <a:extLst>
              <a:ext uri="{FF2B5EF4-FFF2-40B4-BE49-F238E27FC236}">
                <a16:creationId xmlns:a16="http://schemas.microsoft.com/office/drawing/2014/main" id="{8B3E5801-E74D-87DD-70A9-03BC76FED4FD}"/>
              </a:ext>
            </a:extLst>
          </p:cNvPr>
          <p:cNvSpPr>
            <a:spLocks noGrp="1"/>
          </p:cNvSpPr>
          <p:nvPr>
            <p:ph type="body" sz="quarter" idx="18"/>
          </p:nvPr>
        </p:nvSpPr>
        <p:spPr>
          <a:xfrm>
            <a:off x="3352800" y="5000624"/>
            <a:ext cx="2926080" cy="484632"/>
          </a:xfrm>
          <a:prstGeom prst="chevron">
            <a:avLst/>
          </a:prstGeom>
          <a:solidFill>
            <a:schemeClr val="accent3">
              <a:lumMod val="90000"/>
            </a:schemeClr>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8" name="Text Placeholder 7">
            <a:extLst>
              <a:ext uri="{FF2B5EF4-FFF2-40B4-BE49-F238E27FC236}">
                <a16:creationId xmlns:a16="http://schemas.microsoft.com/office/drawing/2014/main" id="{8ED4B43B-9BAD-B2CF-6C6E-9D99360E1C5C}"/>
              </a:ext>
            </a:extLst>
          </p:cNvPr>
          <p:cNvSpPr>
            <a:spLocks noGrp="1"/>
          </p:cNvSpPr>
          <p:nvPr>
            <p:ph type="body" sz="quarter" idx="19"/>
          </p:nvPr>
        </p:nvSpPr>
        <p:spPr>
          <a:xfrm>
            <a:off x="6248400" y="5000624"/>
            <a:ext cx="2926080" cy="484632"/>
          </a:xfrm>
          <a:prstGeom prst="chevron">
            <a:avLst/>
          </a:prstGeom>
          <a:solidFill>
            <a:schemeClr val="accent5"/>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9" name="Text Placeholder 7">
            <a:extLst>
              <a:ext uri="{FF2B5EF4-FFF2-40B4-BE49-F238E27FC236}">
                <a16:creationId xmlns:a16="http://schemas.microsoft.com/office/drawing/2014/main" id="{4BFAB4A4-DADA-A620-677E-CC6E72CC9059}"/>
              </a:ext>
            </a:extLst>
          </p:cNvPr>
          <p:cNvSpPr>
            <a:spLocks noGrp="1"/>
          </p:cNvSpPr>
          <p:nvPr>
            <p:ph type="body" sz="quarter" idx="20"/>
          </p:nvPr>
        </p:nvSpPr>
        <p:spPr>
          <a:xfrm>
            <a:off x="9067800" y="5000624"/>
            <a:ext cx="2926080" cy="484632"/>
          </a:xfrm>
          <a:prstGeom prst="chevron">
            <a:avLst/>
          </a:prstGeom>
          <a:solidFill>
            <a:schemeClr val="accent2"/>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700663B0-F500-29AC-17E2-E52174DED1D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3BBF00E8-4083-9F33-3987-A465CBC70BD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aphic 62">
            <a:extLst>
              <a:ext uri="{FF2B5EF4-FFF2-40B4-BE49-F238E27FC236}">
                <a16:creationId xmlns:a16="http://schemas.microsoft.com/office/drawing/2014/main" id="{9023812D-3D85-7DAF-04DC-00325146AE47}"/>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3FEAFBB8-3377-533B-A0E5-2DA5915AD0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05237A5-5A3C-58A8-9739-EE552F9875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EC13098B-8954-910C-137E-2DC6A6D6831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F047263-4964-41A3-E3C0-E30E435488C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56AB95BB-1CBA-88CA-0E00-55E6AC156C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5" name="Slide Number Placeholder 5">
            <a:extLst>
              <a:ext uri="{FF2B5EF4-FFF2-40B4-BE49-F238E27FC236}">
                <a16:creationId xmlns:a16="http://schemas.microsoft.com/office/drawing/2014/main" id="{B6B7F0A2-017D-3CFC-F707-3E6FFAAE323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186930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meline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460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28" name="Straight Connector 27">
            <a:extLst>
              <a:ext uri="{FF2B5EF4-FFF2-40B4-BE49-F238E27FC236}">
                <a16:creationId xmlns:a16="http://schemas.microsoft.com/office/drawing/2014/main" id="{4F5E6663-86D9-8A9C-BFB0-93004107FF60}"/>
              </a:ext>
            </a:extLst>
          </p:cNvPr>
          <p:cNvCxnSpPr/>
          <p:nvPr userDrawn="1"/>
        </p:nvCxnSpPr>
        <p:spPr>
          <a:xfrm>
            <a:off x="1" y="2551113"/>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273FEB94-667A-A64B-73F6-AF02E0357982}"/>
              </a:ext>
            </a:extLst>
          </p:cNvPr>
          <p:cNvSpPr/>
          <p:nvPr userDrawn="1"/>
        </p:nvSpPr>
        <p:spPr>
          <a:xfrm>
            <a:off x="10476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2" name="Rounded Rectangle 41">
            <a:extLst>
              <a:ext uri="{FF2B5EF4-FFF2-40B4-BE49-F238E27FC236}">
                <a16:creationId xmlns:a16="http://schemas.microsoft.com/office/drawing/2014/main" id="{B5BD12AA-1B62-DBD1-9B03-900AF9176E53}"/>
              </a:ext>
            </a:extLst>
          </p:cNvPr>
          <p:cNvSpPr/>
          <p:nvPr userDrawn="1"/>
        </p:nvSpPr>
        <p:spPr>
          <a:xfrm>
            <a:off x="303135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3" name="Rounded Rectangle 42">
            <a:extLst>
              <a:ext uri="{FF2B5EF4-FFF2-40B4-BE49-F238E27FC236}">
                <a16:creationId xmlns:a16="http://schemas.microsoft.com/office/drawing/2014/main" id="{2076111B-82C8-E641-17F9-2EBF296EF6DE}"/>
              </a:ext>
            </a:extLst>
          </p:cNvPr>
          <p:cNvSpPr/>
          <p:nvPr userDrawn="1"/>
        </p:nvSpPr>
        <p:spPr>
          <a:xfrm>
            <a:off x="501509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7" name="Rounded Rectangle 46">
            <a:extLst>
              <a:ext uri="{FF2B5EF4-FFF2-40B4-BE49-F238E27FC236}">
                <a16:creationId xmlns:a16="http://schemas.microsoft.com/office/drawing/2014/main" id="{D3B6439E-C017-0E19-C070-48050DFF5521}"/>
              </a:ext>
            </a:extLst>
          </p:cNvPr>
          <p:cNvSpPr/>
          <p:nvPr userDrawn="1"/>
        </p:nvSpPr>
        <p:spPr>
          <a:xfrm>
            <a:off x="699883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8" name="Rounded Rectangle 47">
            <a:extLst>
              <a:ext uri="{FF2B5EF4-FFF2-40B4-BE49-F238E27FC236}">
                <a16:creationId xmlns:a16="http://schemas.microsoft.com/office/drawing/2014/main" id="{AB5C7B8D-DD11-C0D2-F756-F2DB2BB4C692}"/>
              </a:ext>
            </a:extLst>
          </p:cNvPr>
          <p:cNvSpPr/>
          <p:nvPr userDrawn="1"/>
        </p:nvSpPr>
        <p:spPr>
          <a:xfrm>
            <a:off x="898257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9" name="Rounded Rectangle 48">
            <a:extLst>
              <a:ext uri="{FF2B5EF4-FFF2-40B4-BE49-F238E27FC236}">
                <a16:creationId xmlns:a16="http://schemas.microsoft.com/office/drawing/2014/main" id="{23FE2784-E16D-4517-02D1-B02BBA4812EC}"/>
              </a:ext>
            </a:extLst>
          </p:cNvPr>
          <p:cNvSpPr/>
          <p:nvPr userDrawn="1"/>
        </p:nvSpPr>
        <p:spPr>
          <a:xfrm>
            <a:off x="109663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50" name="Straight Connector 49">
            <a:extLst>
              <a:ext uri="{FF2B5EF4-FFF2-40B4-BE49-F238E27FC236}">
                <a16:creationId xmlns:a16="http://schemas.microsoft.com/office/drawing/2014/main" id="{EB73D417-F87C-0C44-2D5C-8E97B3AD786D}"/>
              </a:ext>
            </a:extLst>
          </p:cNvPr>
          <p:cNvCxnSpPr>
            <a:cxnSpLocks/>
          </p:cNvCxnSpPr>
          <p:nvPr userDrawn="1"/>
        </p:nvCxnSpPr>
        <p:spPr>
          <a:xfrm>
            <a:off x="1138409"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E129D4-27F9-4A51-727A-EEDB03E3CE67}"/>
              </a:ext>
            </a:extLst>
          </p:cNvPr>
          <p:cNvCxnSpPr>
            <a:cxnSpLocks/>
          </p:cNvCxnSpPr>
          <p:nvPr userDrawn="1"/>
        </p:nvCxnSpPr>
        <p:spPr>
          <a:xfrm>
            <a:off x="3133463"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98E7BF-907E-C732-C158-4ACC9B488B21}"/>
              </a:ext>
            </a:extLst>
          </p:cNvPr>
          <p:cNvCxnSpPr>
            <a:cxnSpLocks/>
          </p:cNvCxnSpPr>
          <p:nvPr userDrawn="1"/>
        </p:nvCxnSpPr>
        <p:spPr>
          <a:xfrm>
            <a:off x="511664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9C93633-7CB8-A5DF-CC18-64DC3B69EDD5}"/>
              </a:ext>
            </a:extLst>
          </p:cNvPr>
          <p:cNvCxnSpPr>
            <a:cxnSpLocks/>
          </p:cNvCxnSpPr>
          <p:nvPr userDrawn="1"/>
        </p:nvCxnSpPr>
        <p:spPr>
          <a:xfrm>
            <a:off x="709982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E61B4B1-7B83-89EF-67E8-F58528814AF6}"/>
              </a:ext>
            </a:extLst>
          </p:cNvPr>
          <p:cNvCxnSpPr>
            <a:cxnSpLocks/>
          </p:cNvCxnSpPr>
          <p:nvPr userDrawn="1"/>
        </p:nvCxnSpPr>
        <p:spPr>
          <a:xfrm>
            <a:off x="908300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2EC8269-61BF-A435-4B2C-A0CF2837360C}"/>
              </a:ext>
            </a:extLst>
          </p:cNvPr>
          <p:cNvCxnSpPr>
            <a:cxnSpLocks/>
          </p:cNvCxnSpPr>
          <p:nvPr userDrawn="1"/>
        </p:nvCxnSpPr>
        <p:spPr>
          <a:xfrm>
            <a:off x="1106618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FEDAC99D-6AA0-CC4A-541D-D260C29C7A82}"/>
              </a:ext>
            </a:extLst>
          </p:cNvPr>
          <p:cNvSpPr>
            <a:spLocks noGrp="1"/>
          </p:cNvSpPr>
          <p:nvPr>
            <p:ph sz="quarter" idx="15" hasCustomPrompt="1"/>
          </p:nvPr>
        </p:nvSpPr>
        <p:spPr>
          <a:xfrm>
            <a:off x="415119"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4" name="Content Placeholder 2">
            <a:extLst>
              <a:ext uri="{FF2B5EF4-FFF2-40B4-BE49-F238E27FC236}">
                <a16:creationId xmlns:a16="http://schemas.microsoft.com/office/drawing/2014/main" id="{2DD250D6-0BBA-142E-C318-E3EC52DC9FAD}"/>
              </a:ext>
            </a:extLst>
          </p:cNvPr>
          <p:cNvSpPr>
            <a:spLocks noGrp="1"/>
          </p:cNvSpPr>
          <p:nvPr>
            <p:ph sz="quarter" idx="17" hasCustomPrompt="1"/>
          </p:nvPr>
        </p:nvSpPr>
        <p:spPr>
          <a:xfrm>
            <a:off x="23932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5" name="Content Placeholder 2">
            <a:extLst>
              <a:ext uri="{FF2B5EF4-FFF2-40B4-BE49-F238E27FC236}">
                <a16:creationId xmlns:a16="http://schemas.microsoft.com/office/drawing/2014/main" id="{FB0AA9B7-89A3-C877-9A49-79B74BB2C5D4}"/>
              </a:ext>
            </a:extLst>
          </p:cNvPr>
          <p:cNvSpPr>
            <a:spLocks noGrp="1"/>
          </p:cNvSpPr>
          <p:nvPr>
            <p:ph sz="quarter" idx="18" hasCustomPrompt="1"/>
          </p:nvPr>
        </p:nvSpPr>
        <p:spPr>
          <a:xfrm>
            <a:off x="43744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6" name="Content Placeholder 2">
            <a:extLst>
              <a:ext uri="{FF2B5EF4-FFF2-40B4-BE49-F238E27FC236}">
                <a16:creationId xmlns:a16="http://schemas.microsoft.com/office/drawing/2014/main" id="{8095C9B1-CBA0-B46E-A48E-62E65FF7D56B}"/>
              </a:ext>
            </a:extLst>
          </p:cNvPr>
          <p:cNvSpPr>
            <a:spLocks noGrp="1"/>
          </p:cNvSpPr>
          <p:nvPr>
            <p:ph sz="quarter" idx="19" hasCustomPrompt="1"/>
          </p:nvPr>
        </p:nvSpPr>
        <p:spPr>
          <a:xfrm>
            <a:off x="6369756"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7" name="Content Placeholder 2">
            <a:extLst>
              <a:ext uri="{FF2B5EF4-FFF2-40B4-BE49-F238E27FC236}">
                <a16:creationId xmlns:a16="http://schemas.microsoft.com/office/drawing/2014/main" id="{81FC5489-C367-C6A4-CEDB-32306D5054F9}"/>
              </a:ext>
            </a:extLst>
          </p:cNvPr>
          <p:cNvSpPr>
            <a:spLocks noGrp="1"/>
          </p:cNvSpPr>
          <p:nvPr>
            <p:ph sz="quarter" idx="20" hasCustomPrompt="1"/>
          </p:nvPr>
        </p:nvSpPr>
        <p:spPr>
          <a:xfrm>
            <a:off x="8339667"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8" name="Content Placeholder 2">
            <a:extLst>
              <a:ext uri="{FF2B5EF4-FFF2-40B4-BE49-F238E27FC236}">
                <a16:creationId xmlns:a16="http://schemas.microsoft.com/office/drawing/2014/main" id="{C7F57B96-C7D0-B1C7-C5F3-07FAEB5CDD53}"/>
              </a:ext>
            </a:extLst>
          </p:cNvPr>
          <p:cNvSpPr>
            <a:spLocks noGrp="1"/>
          </p:cNvSpPr>
          <p:nvPr>
            <p:ph sz="quarter" idx="21" hasCustomPrompt="1"/>
          </p:nvPr>
        </p:nvSpPr>
        <p:spPr>
          <a:xfrm>
            <a:off x="10312401"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9" name="Content Placeholder 2">
            <a:extLst>
              <a:ext uri="{FF2B5EF4-FFF2-40B4-BE49-F238E27FC236}">
                <a16:creationId xmlns:a16="http://schemas.microsoft.com/office/drawing/2014/main" id="{90916AA8-C9E9-BB1D-465A-926762742496}"/>
              </a:ext>
            </a:extLst>
          </p:cNvPr>
          <p:cNvSpPr>
            <a:spLocks noGrp="1"/>
          </p:cNvSpPr>
          <p:nvPr>
            <p:ph sz="quarter" idx="22"/>
          </p:nvPr>
        </p:nvSpPr>
        <p:spPr>
          <a:xfrm>
            <a:off x="2432458"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0" name="Content Placeholder 2">
            <a:extLst>
              <a:ext uri="{FF2B5EF4-FFF2-40B4-BE49-F238E27FC236}">
                <a16:creationId xmlns:a16="http://schemas.microsoft.com/office/drawing/2014/main" id="{7B1A0D79-2A00-CA83-08F7-5E4C5F7D1913}"/>
              </a:ext>
            </a:extLst>
          </p:cNvPr>
          <p:cNvSpPr>
            <a:spLocks noGrp="1"/>
          </p:cNvSpPr>
          <p:nvPr>
            <p:ph sz="quarter" idx="23"/>
          </p:nvPr>
        </p:nvSpPr>
        <p:spPr>
          <a:xfrm>
            <a:off x="4410013"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1" name="Content Placeholder 2">
            <a:extLst>
              <a:ext uri="{FF2B5EF4-FFF2-40B4-BE49-F238E27FC236}">
                <a16:creationId xmlns:a16="http://schemas.microsoft.com/office/drawing/2014/main" id="{BC0CA81A-D9BD-6CA9-1A57-11329EAA4168}"/>
              </a:ext>
            </a:extLst>
          </p:cNvPr>
          <p:cNvSpPr>
            <a:spLocks noGrp="1"/>
          </p:cNvSpPr>
          <p:nvPr>
            <p:ph sz="quarter" idx="24"/>
          </p:nvPr>
        </p:nvSpPr>
        <p:spPr>
          <a:xfrm>
            <a:off x="6388446"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2" name="Content Placeholder 2">
            <a:extLst>
              <a:ext uri="{FF2B5EF4-FFF2-40B4-BE49-F238E27FC236}">
                <a16:creationId xmlns:a16="http://schemas.microsoft.com/office/drawing/2014/main" id="{73399973-788B-1209-6732-4CEF161592D3}"/>
              </a:ext>
            </a:extLst>
          </p:cNvPr>
          <p:cNvSpPr>
            <a:spLocks noGrp="1"/>
          </p:cNvSpPr>
          <p:nvPr>
            <p:ph sz="quarter" idx="25"/>
          </p:nvPr>
        </p:nvSpPr>
        <p:spPr>
          <a:xfrm>
            <a:off x="8366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3" name="Content Placeholder 2">
            <a:extLst>
              <a:ext uri="{FF2B5EF4-FFF2-40B4-BE49-F238E27FC236}">
                <a16:creationId xmlns:a16="http://schemas.microsoft.com/office/drawing/2014/main" id="{EE12DE08-A005-30A0-9579-8F15522636E7}"/>
              </a:ext>
            </a:extLst>
          </p:cNvPr>
          <p:cNvSpPr>
            <a:spLocks noGrp="1"/>
          </p:cNvSpPr>
          <p:nvPr>
            <p:ph sz="quarter" idx="26"/>
          </p:nvPr>
        </p:nvSpPr>
        <p:spPr>
          <a:xfrm>
            <a:off x="10345312"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56" name="Straight Connector 55">
            <a:extLst>
              <a:ext uri="{FF2B5EF4-FFF2-40B4-BE49-F238E27FC236}">
                <a16:creationId xmlns:a16="http://schemas.microsoft.com/office/drawing/2014/main" id="{402CCCDA-355C-0977-10E3-76274E1DD4AD}"/>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00D72E1-B913-83B1-CE01-79270B3DD7C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98BC57F5-AD31-E33D-5C42-E8A4DEC084CF}"/>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B3E154C6-707E-DC9D-9459-D841486BA3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7FC884FB-0425-C75C-763D-BA4A827C265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8A27A24-5350-26FA-B679-4DDE97781F5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748BFD96-3F2E-204F-52E5-9C50E36BFC3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5E5264EB-1CBA-C65D-BDB4-DDA9AACB767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4" name="Slide Number Placeholder 5">
            <a:extLst>
              <a:ext uri="{FF2B5EF4-FFF2-40B4-BE49-F238E27FC236}">
                <a16:creationId xmlns:a16="http://schemas.microsoft.com/office/drawing/2014/main" id="{D1D6BCA3-F689-BBDF-7D89-33E04E3FFB8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7853255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_Content_Blue Panel Lef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67881" y="2200274"/>
            <a:ext cx="2557541" cy="3514725"/>
          </a:xfrm>
        </p:spPr>
        <p:txBody>
          <a:bodyPr rIns="0"/>
          <a:lstStyle>
            <a:lvl1pPr marL="285750" indent="-285750" algn="l">
              <a:lnSpc>
                <a:spcPct val="100000"/>
              </a:lnSpc>
              <a:spcAft>
                <a:spcPts val="10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30" name="Subtitle 2">
            <a:extLst>
              <a:ext uri="{FF2B5EF4-FFF2-40B4-BE49-F238E27FC236}">
                <a16:creationId xmlns:a16="http://schemas.microsoft.com/office/drawing/2014/main" id="{8F2E4F5A-2977-EC94-BBA0-0E4B4704318D}"/>
              </a:ext>
            </a:extLst>
          </p:cNvPr>
          <p:cNvSpPr>
            <a:spLocks noGrp="1"/>
          </p:cNvSpPr>
          <p:nvPr>
            <p:ph type="subTitle" idx="1" hasCustomPrompt="1"/>
          </p:nvPr>
        </p:nvSpPr>
        <p:spPr>
          <a:xfrm>
            <a:off x="454025" y="1155700"/>
            <a:ext cx="225249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1" name="Straight Connector 30">
            <a:extLst>
              <a:ext uri="{FF2B5EF4-FFF2-40B4-BE49-F238E27FC236}">
                <a16:creationId xmlns:a16="http://schemas.microsoft.com/office/drawing/2014/main" id="{D399FCA0-16AB-15A6-C6FD-131FBCDFCCB7}"/>
              </a:ext>
            </a:extLst>
          </p:cNvPr>
          <p:cNvCxnSpPr>
            <a:cxnSpLocks/>
          </p:cNvCxnSpPr>
          <p:nvPr userDrawn="1"/>
        </p:nvCxnSpPr>
        <p:spPr>
          <a:xfrm>
            <a:off x="4997451" y="0"/>
            <a:ext cx="0" cy="685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A00F7203-CA30-84D3-B38E-422338369EA8}"/>
              </a:ext>
            </a:extLst>
          </p:cNvPr>
          <p:cNvGrpSpPr/>
          <p:nvPr userDrawn="1"/>
        </p:nvGrpSpPr>
        <p:grpSpPr>
          <a:xfrm rot="16200000">
            <a:off x="5122999" y="1009676"/>
            <a:ext cx="201826" cy="646885"/>
            <a:chOff x="7783661" y="1048871"/>
            <a:chExt cx="201826" cy="646885"/>
          </a:xfrm>
        </p:grpSpPr>
        <p:sp>
          <p:nvSpPr>
            <p:cNvPr id="33" name="Rounded Rectangle 32">
              <a:extLst>
                <a:ext uri="{FF2B5EF4-FFF2-40B4-BE49-F238E27FC236}">
                  <a16:creationId xmlns:a16="http://schemas.microsoft.com/office/drawing/2014/main" id="{BEFB4CA5-6E56-C262-2E2F-0F9A5D37C4A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4" name="Straight Connector 33">
              <a:extLst>
                <a:ext uri="{FF2B5EF4-FFF2-40B4-BE49-F238E27FC236}">
                  <a16:creationId xmlns:a16="http://schemas.microsoft.com/office/drawing/2014/main" id="{2480B2BF-F22B-8D75-1430-46740A5B3CB4}"/>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FB04092-8377-527E-07D8-1C86061060D6}"/>
              </a:ext>
            </a:extLst>
          </p:cNvPr>
          <p:cNvGrpSpPr/>
          <p:nvPr userDrawn="1"/>
        </p:nvGrpSpPr>
        <p:grpSpPr>
          <a:xfrm rot="16200000">
            <a:off x="5122999" y="2455358"/>
            <a:ext cx="201826" cy="646885"/>
            <a:chOff x="7783661" y="1048871"/>
            <a:chExt cx="201826" cy="646885"/>
          </a:xfrm>
        </p:grpSpPr>
        <p:sp>
          <p:nvSpPr>
            <p:cNvPr id="36" name="Rounded Rectangle 35">
              <a:extLst>
                <a:ext uri="{FF2B5EF4-FFF2-40B4-BE49-F238E27FC236}">
                  <a16:creationId xmlns:a16="http://schemas.microsoft.com/office/drawing/2014/main" id="{8FB40493-53B5-A66A-5F2B-85303875375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7" name="Straight Connector 36">
              <a:extLst>
                <a:ext uri="{FF2B5EF4-FFF2-40B4-BE49-F238E27FC236}">
                  <a16:creationId xmlns:a16="http://schemas.microsoft.com/office/drawing/2014/main" id="{5171A006-2624-7A34-12E3-700BF12B4E26}"/>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B543E5BF-7216-9698-52DF-64A42B3CA2D3}"/>
              </a:ext>
            </a:extLst>
          </p:cNvPr>
          <p:cNvGrpSpPr/>
          <p:nvPr userDrawn="1"/>
        </p:nvGrpSpPr>
        <p:grpSpPr>
          <a:xfrm rot="16200000">
            <a:off x="5122999" y="3901040"/>
            <a:ext cx="201826" cy="646885"/>
            <a:chOff x="7783661" y="1048871"/>
            <a:chExt cx="201826" cy="646885"/>
          </a:xfrm>
        </p:grpSpPr>
        <p:sp>
          <p:nvSpPr>
            <p:cNvPr id="39" name="Rounded Rectangle 38">
              <a:extLst>
                <a:ext uri="{FF2B5EF4-FFF2-40B4-BE49-F238E27FC236}">
                  <a16:creationId xmlns:a16="http://schemas.microsoft.com/office/drawing/2014/main" id="{074B346E-82D2-53AF-FB59-0389B803C63F}"/>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0" name="Straight Connector 39">
              <a:extLst>
                <a:ext uri="{FF2B5EF4-FFF2-40B4-BE49-F238E27FC236}">
                  <a16:creationId xmlns:a16="http://schemas.microsoft.com/office/drawing/2014/main" id="{764E441A-3646-277A-B0AD-FD266A7B89DB}"/>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7E257E75-3485-EAD4-E0AF-C538FA65F081}"/>
              </a:ext>
            </a:extLst>
          </p:cNvPr>
          <p:cNvGrpSpPr/>
          <p:nvPr userDrawn="1"/>
        </p:nvGrpSpPr>
        <p:grpSpPr>
          <a:xfrm rot="16200000">
            <a:off x="5122999" y="5346721"/>
            <a:ext cx="201826" cy="646885"/>
            <a:chOff x="7783661" y="1048871"/>
            <a:chExt cx="201826" cy="646885"/>
          </a:xfrm>
        </p:grpSpPr>
        <p:sp>
          <p:nvSpPr>
            <p:cNvPr id="42" name="Rounded Rectangle 41">
              <a:extLst>
                <a:ext uri="{FF2B5EF4-FFF2-40B4-BE49-F238E27FC236}">
                  <a16:creationId xmlns:a16="http://schemas.microsoft.com/office/drawing/2014/main" id="{49B99191-04D0-0CA6-854F-AA3C9713DC6C}"/>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3" name="Straight Connector 42">
              <a:extLst>
                <a:ext uri="{FF2B5EF4-FFF2-40B4-BE49-F238E27FC236}">
                  <a16:creationId xmlns:a16="http://schemas.microsoft.com/office/drawing/2014/main" id="{92EE7E5F-08BF-0EAA-69EC-3D26A5549B97}"/>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sp>
        <p:nvSpPr>
          <p:cNvPr id="57" name="Text Placeholder 47">
            <a:extLst>
              <a:ext uri="{FF2B5EF4-FFF2-40B4-BE49-F238E27FC236}">
                <a16:creationId xmlns:a16="http://schemas.microsoft.com/office/drawing/2014/main" id="{194B6AFC-ADFA-FD3B-7402-B3DF4B1D816B}"/>
              </a:ext>
            </a:extLst>
          </p:cNvPr>
          <p:cNvSpPr>
            <a:spLocks noGrp="1"/>
          </p:cNvSpPr>
          <p:nvPr>
            <p:ph type="body" sz="quarter" idx="22" hasCustomPrompt="1"/>
          </p:nvPr>
        </p:nvSpPr>
        <p:spPr>
          <a:xfrm>
            <a:off x="5720447" y="15249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8" name="Text Placeholder 47">
            <a:extLst>
              <a:ext uri="{FF2B5EF4-FFF2-40B4-BE49-F238E27FC236}">
                <a16:creationId xmlns:a16="http://schemas.microsoft.com/office/drawing/2014/main" id="{3A8D7678-0A38-D5CF-A29E-378402730F45}"/>
              </a:ext>
            </a:extLst>
          </p:cNvPr>
          <p:cNvSpPr>
            <a:spLocks noGrp="1"/>
          </p:cNvSpPr>
          <p:nvPr>
            <p:ph type="body" sz="quarter" idx="25" hasCustomPrompt="1"/>
          </p:nvPr>
        </p:nvSpPr>
        <p:spPr>
          <a:xfrm>
            <a:off x="5720447" y="11193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702A0FC-69BB-EEE1-994D-C930A56CBFF8}"/>
              </a:ext>
            </a:extLst>
          </p:cNvPr>
          <p:cNvSpPr>
            <a:spLocks noGrp="1"/>
          </p:cNvSpPr>
          <p:nvPr>
            <p:ph type="body" sz="quarter" idx="26" hasCustomPrompt="1"/>
          </p:nvPr>
        </p:nvSpPr>
        <p:spPr>
          <a:xfrm>
            <a:off x="5720447" y="29512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0" name="Text Placeholder 47">
            <a:extLst>
              <a:ext uri="{FF2B5EF4-FFF2-40B4-BE49-F238E27FC236}">
                <a16:creationId xmlns:a16="http://schemas.microsoft.com/office/drawing/2014/main" id="{AD53FBC0-0DD4-F392-BE0F-9D27F798A217}"/>
              </a:ext>
            </a:extLst>
          </p:cNvPr>
          <p:cNvSpPr>
            <a:spLocks noGrp="1"/>
          </p:cNvSpPr>
          <p:nvPr>
            <p:ph type="body" sz="quarter" idx="27" hasCustomPrompt="1"/>
          </p:nvPr>
        </p:nvSpPr>
        <p:spPr>
          <a:xfrm>
            <a:off x="5720447" y="25456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1" name="Text Placeholder 47">
            <a:extLst>
              <a:ext uri="{FF2B5EF4-FFF2-40B4-BE49-F238E27FC236}">
                <a16:creationId xmlns:a16="http://schemas.microsoft.com/office/drawing/2014/main" id="{A21E0CB9-E954-9F61-535E-9E6F7AA32508}"/>
              </a:ext>
            </a:extLst>
          </p:cNvPr>
          <p:cNvSpPr>
            <a:spLocks noGrp="1"/>
          </p:cNvSpPr>
          <p:nvPr>
            <p:ph type="body" sz="quarter" idx="28" hasCustomPrompt="1"/>
          </p:nvPr>
        </p:nvSpPr>
        <p:spPr>
          <a:xfrm>
            <a:off x="5720447" y="43877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2" name="Text Placeholder 47">
            <a:extLst>
              <a:ext uri="{FF2B5EF4-FFF2-40B4-BE49-F238E27FC236}">
                <a16:creationId xmlns:a16="http://schemas.microsoft.com/office/drawing/2014/main" id="{8E1C7667-597F-F8F2-8F93-D2EC4A332140}"/>
              </a:ext>
            </a:extLst>
          </p:cNvPr>
          <p:cNvSpPr>
            <a:spLocks noGrp="1"/>
          </p:cNvSpPr>
          <p:nvPr>
            <p:ph type="body" sz="quarter" idx="29" hasCustomPrompt="1"/>
          </p:nvPr>
        </p:nvSpPr>
        <p:spPr>
          <a:xfrm>
            <a:off x="5720447" y="39821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F53A100C-7010-480D-4677-DAD95FFFB6D0}"/>
              </a:ext>
            </a:extLst>
          </p:cNvPr>
          <p:cNvSpPr>
            <a:spLocks noGrp="1"/>
          </p:cNvSpPr>
          <p:nvPr>
            <p:ph type="body" sz="quarter" idx="30" hasCustomPrompt="1"/>
          </p:nvPr>
        </p:nvSpPr>
        <p:spPr>
          <a:xfrm>
            <a:off x="5720447" y="58468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4" name="Text Placeholder 47">
            <a:extLst>
              <a:ext uri="{FF2B5EF4-FFF2-40B4-BE49-F238E27FC236}">
                <a16:creationId xmlns:a16="http://schemas.microsoft.com/office/drawing/2014/main" id="{EA454AD8-0495-45A9-381F-6615C94B1BB7}"/>
              </a:ext>
            </a:extLst>
          </p:cNvPr>
          <p:cNvSpPr>
            <a:spLocks noGrp="1"/>
          </p:cNvSpPr>
          <p:nvPr>
            <p:ph type="body" sz="quarter" idx="31" hasCustomPrompt="1"/>
          </p:nvPr>
        </p:nvSpPr>
        <p:spPr>
          <a:xfrm>
            <a:off x="5720447" y="54412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7" name="TextBox 46">
            <a:extLst>
              <a:ext uri="{FF2B5EF4-FFF2-40B4-BE49-F238E27FC236}">
                <a16:creationId xmlns:a16="http://schemas.microsoft.com/office/drawing/2014/main" id="{71444F29-D341-02A6-CF43-E64349A9A46A}"/>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48" name="Straight Connector 47">
            <a:extLst>
              <a:ext uri="{FF2B5EF4-FFF2-40B4-BE49-F238E27FC236}">
                <a16:creationId xmlns:a16="http://schemas.microsoft.com/office/drawing/2014/main" id="{B8F7FDD6-C107-E8CF-E272-3D15178BDC58}"/>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9" name="Rounded Rectangle 48">
            <a:extLst>
              <a:ext uri="{FF2B5EF4-FFF2-40B4-BE49-F238E27FC236}">
                <a16:creationId xmlns:a16="http://schemas.microsoft.com/office/drawing/2014/main" id="{AEA63A26-7DA7-4CFF-67F9-6C361C7A7F1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04C4E94A-3BF9-2442-853F-C9155AF7E1C4}"/>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12233F69-CA17-A015-C93A-766B8A60D3A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0" name="Freeform 49">
              <a:extLst>
                <a:ext uri="{FF2B5EF4-FFF2-40B4-BE49-F238E27FC236}">
                  <a16:creationId xmlns:a16="http://schemas.microsoft.com/office/drawing/2014/main" id="{04C450C2-526C-8DA6-8545-AA69398A2D0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A10ACB0B-31B1-DD95-3809-0A288C5A166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EB3EE904-51DD-86AF-850A-7CC6982E7DA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3" name="Freeform 52">
              <a:extLst>
                <a:ext uri="{FF2B5EF4-FFF2-40B4-BE49-F238E27FC236}">
                  <a16:creationId xmlns:a16="http://schemas.microsoft.com/office/drawing/2014/main" id="{18C9A2B9-3EF0-A53D-EB68-97E018C511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5" name="Slide Number Placeholder 5">
            <a:extLst>
              <a:ext uri="{FF2B5EF4-FFF2-40B4-BE49-F238E27FC236}">
                <a16:creationId xmlns:a16="http://schemas.microsoft.com/office/drawing/2014/main" id="{5F2F84FB-F4B5-F2C9-0F42-354050C7EFF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7073898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E94738FD-1204-FD11-92C0-EB58577826C9}"/>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06B171-FA2A-E6A4-69FF-BC0C23E59D4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72D338FA-8C99-AD08-F077-57DE580C67A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C72CCB19-1845-749A-1A4B-B11211CED50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D045187C-2C41-1F1A-EFD8-43F8828547C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9DF93CA2-D152-6FBA-1601-86D9962C49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3321003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mmentary ">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9128125" y="0"/>
            <a:ext cx="3061290"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DD7C8FB1-0E3B-B040-A74C-21C1043F828E}"/>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0ACD27EB-7C71-ED4F-BAE6-5C6B76DE933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5EC662D8-4C35-A04F-82AC-5BDF7A57F3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FAFCA625-6857-154C-A410-3D08A0E28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9F3CC9B8-E3DD-4C4B-A59A-24E110ADDBF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4B96148-0843-244D-AE9A-3BFB388B967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7D2246D2-F298-C620-3A27-0367C889C68D}"/>
              </a:ext>
            </a:extLst>
          </p:cNvPr>
          <p:cNvSpPr>
            <a:spLocks noGrp="1"/>
          </p:cNvSpPr>
          <p:nvPr>
            <p:ph sz="quarter" idx="14"/>
          </p:nvPr>
        </p:nvSpPr>
        <p:spPr>
          <a:xfrm>
            <a:off x="444500" y="2011680"/>
            <a:ext cx="8326967" cy="355701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9A1C7828-1672-28D9-2AD3-E7297A6FD68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E859F307-E508-7053-F2F1-6A4BDE185E7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ubtitle 2">
            <a:extLst>
              <a:ext uri="{FF2B5EF4-FFF2-40B4-BE49-F238E27FC236}">
                <a16:creationId xmlns:a16="http://schemas.microsoft.com/office/drawing/2014/main" id="{B9B16F5B-D35C-DB02-924F-BECD6FC6A9D8}"/>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3" name="Slide Number Placeholder 5">
            <a:extLst>
              <a:ext uri="{FF2B5EF4-FFF2-40B4-BE49-F238E27FC236}">
                <a16:creationId xmlns:a16="http://schemas.microsoft.com/office/drawing/2014/main" id="{92256E7A-04EA-EB5A-0DF8-9ACCD841B0F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767382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ultiple Charts + Copy">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3E442F7-0E5C-2327-4EC5-9C8B322DD2D0}"/>
              </a:ext>
            </a:extLst>
          </p:cNvPr>
          <p:cNvSpPr/>
          <p:nvPr userDrawn="1"/>
        </p:nvSpPr>
        <p:spPr>
          <a:xfrm>
            <a:off x="4522838"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893A35D-630B-BDD8-E33B-BCDE23AD383B}"/>
              </a:ext>
            </a:extLst>
          </p:cNvPr>
          <p:cNvSpPr/>
          <p:nvPr userDrawn="1"/>
        </p:nvSpPr>
        <p:spPr>
          <a:xfrm>
            <a:off x="4522838"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CC13698-B3EB-BD03-4141-3BC305E438E1}"/>
              </a:ext>
            </a:extLst>
          </p:cNvPr>
          <p:cNvSpPr/>
          <p:nvPr userDrawn="1"/>
        </p:nvSpPr>
        <p:spPr>
          <a:xfrm>
            <a:off x="10364675"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2449C88-8BB0-BEB0-D798-22EA413B8726}"/>
              </a:ext>
            </a:extLst>
          </p:cNvPr>
          <p:cNvSpPr/>
          <p:nvPr userDrawn="1"/>
        </p:nvSpPr>
        <p:spPr>
          <a:xfrm>
            <a:off x="10364675"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ontent Placeholder 2">
            <a:extLst>
              <a:ext uri="{FF2B5EF4-FFF2-40B4-BE49-F238E27FC236}">
                <a16:creationId xmlns:a16="http://schemas.microsoft.com/office/drawing/2014/main" id="{6666C9C9-441B-5C2D-0653-9BD7E887331A}"/>
              </a:ext>
            </a:extLst>
          </p:cNvPr>
          <p:cNvSpPr>
            <a:spLocks noGrp="1"/>
          </p:cNvSpPr>
          <p:nvPr>
            <p:ph sz="quarter" idx="19"/>
          </p:nvPr>
        </p:nvSpPr>
        <p:spPr>
          <a:xfrm>
            <a:off x="4542504"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40" name="Rectangle 39">
            <a:extLst>
              <a:ext uri="{FF2B5EF4-FFF2-40B4-BE49-F238E27FC236}">
                <a16:creationId xmlns:a16="http://schemas.microsoft.com/office/drawing/2014/main" id="{40E8A7F1-E866-C78B-4B63-EE965BB46C57}"/>
              </a:ext>
            </a:extLst>
          </p:cNvPr>
          <p:cNvSpPr/>
          <p:nvPr userDrawn="1"/>
        </p:nvSpPr>
        <p:spPr>
          <a:xfrm>
            <a:off x="45402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61CAC95-8DD2-6598-0AA1-27D347428222}"/>
              </a:ext>
            </a:extLst>
          </p:cNvPr>
          <p:cNvSpPr/>
          <p:nvPr userDrawn="1"/>
        </p:nvSpPr>
        <p:spPr>
          <a:xfrm>
            <a:off x="45402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3AB5E8-7784-15B6-A5D2-2386929C0FCD}"/>
              </a:ext>
            </a:extLst>
          </p:cNvPr>
          <p:cNvSpPr/>
          <p:nvPr userDrawn="1"/>
        </p:nvSpPr>
        <p:spPr>
          <a:xfrm>
            <a:off x="632355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F9CC026-7235-77A1-7EB1-C70D7DC876C8}"/>
              </a:ext>
            </a:extLst>
          </p:cNvPr>
          <p:cNvSpPr/>
          <p:nvPr userDrawn="1"/>
        </p:nvSpPr>
        <p:spPr>
          <a:xfrm>
            <a:off x="632355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CC84B0E1-B4C0-330F-847B-A93A37AFD17E}"/>
              </a:ext>
            </a:extLst>
          </p:cNvPr>
          <p:cNvSpPr>
            <a:spLocks noGrp="1"/>
          </p:cNvSpPr>
          <p:nvPr>
            <p:ph sz="quarter" idx="15"/>
          </p:nvPr>
        </p:nvSpPr>
        <p:spPr>
          <a:xfrm>
            <a:off x="454025" y="1156272"/>
            <a:ext cx="4069080" cy="2423160"/>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0" name="Content Placeholder 2">
            <a:extLst>
              <a:ext uri="{FF2B5EF4-FFF2-40B4-BE49-F238E27FC236}">
                <a16:creationId xmlns:a16="http://schemas.microsoft.com/office/drawing/2014/main" id="{49346F5A-4F30-A2CC-5B7C-96A37881E584}"/>
              </a:ext>
            </a:extLst>
          </p:cNvPr>
          <p:cNvSpPr>
            <a:spLocks noGrp="1"/>
          </p:cNvSpPr>
          <p:nvPr>
            <p:ph sz="quarter" idx="16"/>
          </p:nvPr>
        </p:nvSpPr>
        <p:spPr>
          <a:xfrm>
            <a:off x="6323555" y="1156273"/>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53F1247B-A851-6EB6-3FFA-3E1F5476DD36}"/>
              </a:ext>
            </a:extLst>
          </p:cNvPr>
          <p:cNvSpPr>
            <a:spLocks noGrp="1"/>
          </p:cNvSpPr>
          <p:nvPr>
            <p:ph sz="quarter" idx="17"/>
          </p:nvPr>
        </p:nvSpPr>
        <p:spPr>
          <a:xfrm>
            <a:off x="45402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3" name="Content Placeholder 2">
            <a:extLst>
              <a:ext uri="{FF2B5EF4-FFF2-40B4-BE49-F238E27FC236}">
                <a16:creationId xmlns:a16="http://schemas.microsoft.com/office/drawing/2014/main" id="{503B8696-0B1B-A156-E766-0D91A320122A}"/>
              </a:ext>
            </a:extLst>
          </p:cNvPr>
          <p:cNvSpPr>
            <a:spLocks noGrp="1"/>
          </p:cNvSpPr>
          <p:nvPr>
            <p:ph sz="quarter" idx="18"/>
          </p:nvPr>
        </p:nvSpPr>
        <p:spPr>
          <a:xfrm>
            <a:off x="632355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4" name="Content Placeholder 2">
            <a:extLst>
              <a:ext uri="{FF2B5EF4-FFF2-40B4-BE49-F238E27FC236}">
                <a16:creationId xmlns:a16="http://schemas.microsoft.com/office/drawing/2014/main" id="{45BDDC7E-6E92-0CE8-893F-115A1A50AC9E}"/>
              </a:ext>
            </a:extLst>
          </p:cNvPr>
          <p:cNvSpPr>
            <a:spLocks noGrp="1"/>
          </p:cNvSpPr>
          <p:nvPr>
            <p:ph sz="quarter" idx="20"/>
          </p:nvPr>
        </p:nvSpPr>
        <p:spPr>
          <a:xfrm>
            <a:off x="4542504"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5" name="Content Placeholder 2">
            <a:extLst>
              <a:ext uri="{FF2B5EF4-FFF2-40B4-BE49-F238E27FC236}">
                <a16:creationId xmlns:a16="http://schemas.microsoft.com/office/drawing/2014/main" id="{270701E0-28A4-9202-C714-3F1F16678C7B}"/>
              </a:ext>
            </a:extLst>
          </p:cNvPr>
          <p:cNvSpPr>
            <a:spLocks noGrp="1"/>
          </p:cNvSpPr>
          <p:nvPr>
            <p:ph sz="quarter" idx="21"/>
          </p:nvPr>
        </p:nvSpPr>
        <p:spPr>
          <a:xfrm>
            <a:off x="10402530"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6" name="Content Placeholder 2">
            <a:extLst>
              <a:ext uri="{FF2B5EF4-FFF2-40B4-BE49-F238E27FC236}">
                <a16:creationId xmlns:a16="http://schemas.microsoft.com/office/drawing/2014/main" id="{462A1A84-C3E5-EE25-10F5-8AB6289FA2F0}"/>
              </a:ext>
            </a:extLst>
          </p:cNvPr>
          <p:cNvSpPr>
            <a:spLocks noGrp="1"/>
          </p:cNvSpPr>
          <p:nvPr>
            <p:ph sz="quarter" idx="22"/>
          </p:nvPr>
        </p:nvSpPr>
        <p:spPr>
          <a:xfrm>
            <a:off x="10402530"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E3550518-9E4B-113E-2259-5EBB702951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D0868976-0331-C473-140C-FF4300E4A3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3" name="Graphic 62">
            <a:extLst>
              <a:ext uri="{FF2B5EF4-FFF2-40B4-BE49-F238E27FC236}">
                <a16:creationId xmlns:a16="http://schemas.microsoft.com/office/drawing/2014/main" id="{73307D9B-F01A-6413-FFD2-F393C92BB9A0}"/>
              </a:ext>
            </a:extLst>
          </p:cNvPr>
          <p:cNvGrpSpPr/>
          <p:nvPr userDrawn="1"/>
        </p:nvGrpSpPr>
        <p:grpSpPr>
          <a:xfrm>
            <a:off x="11389259" y="459884"/>
            <a:ext cx="352694" cy="349203"/>
            <a:chOff x="10767269" y="208371"/>
            <a:chExt cx="182844" cy="181034"/>
          </a:xfrm>
        </p:grpSpPr>
        <p:sp>
          <p:nvSpPr>
            <p:cNvPr id="57" name="Freeform 56">
              <a:extLst>
                <a:ext uri="{FF2B5EF4-FFF2-40B4-BE49-F238E27FC236}">
                  <a16:creationId xmlns:a16="http://schemas.microsoft.com/office/drawing/2014/main" id="{A09F49AA-C8E9-1D6B-F556-D610C42D5BF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39756AAF-B29D-1FFC-9EAE-4E454954D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A347EE6A-52EB-A684-CDF2-D9D83ABEF3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A3E5375C-8603-62B0-2663-E79CE30E545C}"/>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05005983-4B49-1052-7892-80645AB73C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4" name="Slide Number Placeholder 5">
            <a:extLst>
              <a:ext uri="{FF2B5EF4-FFF2-40B4-BE49-F238E27FC236}">
                <a16:creationId xmlns:a16="http://schemas.microsoft.com/office/drawing/2014/main" id="{1EA689C7-1437-91C8-3788-6D4D2AFF3EC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839256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Tabl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1197845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4" name="Freeform 33">
            <a:extLst>
              <a:ext uri="{FF2B5EF4-FFF2-40B4-BE49-F238E27FC236}">
                <a16:creationId xmlns:a16="http://schemas.microsoft.com/office/drawing/2014/main" id="{76CAEDB3-4EC5-145E-7FFD-C60698FED688}"/>
              </a:ext>
            </a:extLst>
          </p:cNvPr>
          <p:cNvSpPr>
            <a:spLocks noChangeAspect="1"/>
          </p:cNvSpPr>
          <p:nvPr userDrawn="1"/>
        </p:nvSpPr>
        <p:spPr>
          <a:xfrm>
            <a:off x="6790624" y="2538162"/>
            <a:ext cx="1781175" cy="1893947"/>
          </a:xfrm>
          <a:custGeom>
            <a:avLst/>
            <a:gdLst>
              <a:gd name="connsiteX0" fmla="*/ 390662 w 1781175"/>
              <a:gd name="connsiteY0" fmla="*/ 0 h 1893947"/>
              <a:gd name="connsiteX1" fmla="*/ 1781175 w 1781175"/>
              <a:gd name="connsiteY1" fmla="*/ 0 h 1893947"/>
              <a:gd name="connsiteX2" fmla="*/ 1781175 w 1781175"/>
              <a:gd name="connsiteY2" fmla="*/ 1503452 h 1893947"/>
              <a:gd name="connsiteX3" fmla="*/ 1390680 w 1781175"/>
              <a:gd name="connsiteY3" fmla="*/ 1893947 h 1893947"/>
              <a:gd name="connsiteX4" fmla="*/ 0 w 1781175"/>
              <a:gd name="connsiteY4" fmla="*/ 1893947 h 1893947"/>
              <a:gd name="connsiteX5" fmla="*/ 0 w 1781175"/>
              <a:gd name="connsiteY5" fmla="*/ 390662 h 1893947"/>
              <a:gd name="connsiteX6" fmla="*/ 390662 w 1781175"/>
              <a:gd name="connsiteY6" fmla="*/ 0 h 189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175" h="1893947">
                <a:moveTo>
                  <a:pt x="390662" y="0"/>
                </a:moveTo>
                <a:lnTo>
                  <a:pt x="1781175" y="0"/>
                </a:lnTo>
                <a:lnTo>
                  <a:pt x="1781175" y="1503452"/>
                </a:lnTo>
                <a:cubicBezTo>
                  <a:pt x="1781175" y="1719116"/>
                  <a:pt x="1606344" y="1893947"/>
                  <a:pt x="1390680" y="1893947"/>
                </a:cubicBezTo>
                <a:lnTo>
                  <a:pt x="0" y="1893947"/>
                </a:lnTo>
                <a:lnTo>
                  <a:pt x="0" y="390662"/>
                </a:lnTo>
                <a:cubicBezTo>
                  <a:pt x="0" y="174905"/>
                  <a:pt x="174905" y="0"/>
                  <a:pt x="390662" y="0"/>
                </a:cubicBezTo>
                <a:close/>
              </a:path>
            </a:pathLst>
          </a:cu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5" name="Freeform 34">
            <a:extLst>
              <a:ext uri="{FF2B5EF4-FFF2-40B4-BE49-F238E27FC236}">
                <a16:creationId xmlns:a16="http://schemas.microsoft.com/office/drawing/2014/main" id="{04C47F19-6788-A901-E881-76B69A2EBFC9}"/>
              </a:ext>
            </a:extLst>
          </p:cNvPr>
          <p:cNvSpPr>
            <a:spLocks noChangeAspect="1"/>
          </p:cNvSpPr>
          <p:nvPr userDrawn="1"/>
        </p:nvSpPr>
        <p:spPr>
          <a:xfrm>
            <a:off x="4868162" y="850900"/>
            <a:ext cx="3703637" cy="3581209"/>
          </a:xfrm>
          <a:custGeom>
            <a:avLst/>
            <a:gdLst>
              <a:gd name="connsiteX0" fmla="*/ 390495 w 3703637"/>
              <a:gd name="connsiteY0" fmla="*/ 0 h 3581209"/>
              <a:gd name="connsiteX1" fmla="*/ 3313142 w 3703637"/>
              <a:gd name="connsiteY1" fmla="*/ 0 h 3581209"/>
              <a:gd name="connsiteX2" fmla="*/ 3703637 w 3703637"/>
              <a:gd name="connsiteY2" fmla="*/ 390495 h 3581209"/>
              <a:gd name="connsiteX3" fmla="*/ 3703637 w 3703637"/>
              <a:gd name="connsiteY3" fmla="*/ 1687262 h 3581209"/>
              <a:gd name="connsiteX4" fmla="*/ 2313124 w 3703637"/>
              <a:gd name="connsiteY4" fmla="*/ 1687262 h 3581209"/>
              <a:gd name="connsiteX5" fmla="*/ 1922462 w 3703637"/>
              <a:gd name="connsiteY5" fmla="*/ 2077924 h 3581209"/>
              <a:gd name="connsiteX6" fmla="*/ 1922462 w 3703637"/>
              <a:gd name="connsiteY6" fmla="*/ 3581209 h 3581209"/>
              <a:gd name="connsiteX7" fmla="*/ 390495 w 3703637"/>
              <a:gd name="connsiteY7" fmla="*/ 3581209 h 3581209"/>
              <a:gd name="connsiteX8" fmla="*/ 0 w 3703637"/>
              <a:gd name="connsiteY8" fmla="*/ 3190714 h 3581209"/>
              <a:gd name="connsiteX9" fmla="*/ 0 w 3703637"/>
              <a:gd name="connsiteY9" fmla="*/ 390495 h 3581209"/>
              <a:gd name="connsiteX10" fmla="*/ 390495 w 3703637"/>
              <a:gd name="connsiteY10" fmla="*/ 0 h 3581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3637" h="3581209">
                <a:moveTo>
                  <a:pt x="390495" y="0"/>
                </a:moveTo>
                <a:lnTo>
                  <a:pt x="3313142" y="0"/>
                </a:lnTo>
                <a:cubicBezTo>
                  <a:pt x="3528806" y="0"/>
                  <a:pt x="3703637" y="174831"/>
                  <a:pt x="3703637" y="390495"/>
                </a:cubicBezTo>
                <a:lnTo>
                  <a:pt x="3703637" y="1687262"/>
                </a:lnTo>
                <a:lnTo>
                  <a:pt x="2313124" y="1687262"/>
                </a:lnTo>
                <a:cubicBezTo>
                  <a:pt x="2097367" y="1687262"/>
                  <a:pt x="1922462" y="1862167"/>
                  <a:pt x="1922462" y="2077924"/>
                </a:cubicBezTo>
                <a:lnTo>
                  <a:pt x="1922462" y="3581209"/>
                </a:lnTo>
                <a:lnTo>
                  <a:pt x="390495" y="3581209"/>
                </a:lnTo>
                <a:cubicBezTo>
                  <a:pt x="174831" y="3581209"/>
                  <a:pt x="0" y="3406378"/>
                  <a:pt x="0" y="3190714"/>
                </a:cubicBezTo>
                <a:lnTo>
                  <a:pt x="0" y="390495"/>
                </a:lnTo>
                <a:cubicBezTo>
                  <a:pt x="0" y="174831"/>
                  <a:pt x="174831" y="0"/>
                  <a:pt x="390495" y="0"/>
                </a:cubicBezTo>
                <a:close/>
              </a:path>
            </a:pathLst>
          </a:custGeom>
          <a:solidFill>
            <a:schemeClr val="accent2">
              <a:alpha val="94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Freeform 35">
            <a:extLst>
              <a:ext uri="{FF2B5EF4-FFF2-40B4-BE49-F238E27FC236}">
                <a16:creationId xmlns:a16="http://schemas.microsoft.com/office/drawing/2014/main" id="{D7F18468-A86F-5113-F8FE-FB54A03A7B23}"/>
              </a:ext>
            </a:extLst>
          </p:cNvPr>
          <p:cNvSpPr>
            <a:spLocks noChangeAspect="1"/>
          </p:cNvSpPr>
          <p:nvPr userDrawn="1"/>
        </p:nvSpPr>
        <p:spPr>
          <a:xfrm>
            <a:off x="6790624" y="2538161"/>
            <a:ext cx="3705225" cy="3582744"/>
          </a:xfrm>
          <a:custGeom>
            <a:avLst/>
            <a:gdLst>
              <a:gd name="connsiteX0" fmla="*/ 1781175 w 3705225"/>
              <a:gd name="connsiteY0" fmla="*/ 0 h 3582744"/>
              <a:gd name="connsiteX1" fmla="*/ 3314563 w 3705225"/>
              <a:gd name="connsiteY1" fmla="*/ 0 h 3582744"/>
              <a:gd name="connsiteX2" fmla="*/ 3705225 w 3705225"/>
              <a:gd name="connsiteY2" fmla="*/ 390662 h 3582744"/>
              <a:gd name="connsiteX3" fmla="*/ 3705225 w 3705225"/>
              <a:gd name="connsiteY3" fmla="*/ 3192082 h 3582744"/>
              <a:gd name="connsiteX4" fmla="*/ 3314563 w 3705225"/>
              <a:gd name="connsiteY4" fmla="*/ 3582744 h 3582744"/>
              <a:gd name="connsiteX5" fmla="*/ 390662 w 3705225"/>
              <a:gd name="connsiteY5" fmla="*/ 3582744 h 3582744"/>
              <a:gd name="connsiteX6" fmla="*/ 0 w 3705225"/>
              <a:gd name="connsiteY6" fmla="*/ 3192082 h 3582744"/>
              <a:gd name="connsiteX7" fmla="*/ 0 w 3705225"/>
              <a:gd name="connsiteY7" fmla="*/ 1893947 h 3582744"/>
              <a:gd name="connsiteX8" fmla="*/ 1390680 w 3705225"/>
              <a:gd name="connsiteY8" fmla="*/ 1893947 h 3582744"/>
              <a:gd name="connsiteX9" fmla="*/ 1781175 w 3705225"/>
              <a:gd name="connsiteY9" fmla="*/ 1503452 h 3582744"/>
              <a:gd name="connsiteX10" fmla="*/ 1781175 w 3705225"/>
              <a:gd name="connsiteY10" fmla="*/ 0 h 35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5225" h="3582744">
                <a:moveTo>
                  <a:pt x="1781175" y="0"/>
                </a:moveTo>
                <a:lnTo>
                  <a:pt x="3314563" y="0"/>
                </a:lnTo>
                <a:cubicBezTo>
                  <a:pt x="3530320" y="0"/>
                  <a:pt x="3705225" y="174905"/>
                  <a:pt x="3705225" y="390662"/>
                </a:cubicBezTo>
                <a:lnTo>
                  <a:pt x="3705225" y="3192082"/>
                </a:lnTo>
                <a:cubicBezTo>
                  <a:pt x="3705225" y="3407839"/>
                  <a:pt x="3530320" y="3582744"/>
                  <a:pt x="3314563" y="3582744"/>
                </a:cubicBezTo>
                <a:lnTo>
                  <a:pt x="390662" y="3582744"/>
                </a:lnTo>
                <a:cubicBezTo>
                  <a:pt x="174905" y="3582744"/>
                  <a:pt x="0" y="3407839"/>
                  <a:pt x="0" y="3192082"/>
                </a:cubicBezTo>
                <a:lnTo>
                  <a:pt x="0" y="1893947"/>
                </a:lnTo>
                <a:lnTo>
                  <a:pt x="1390680" y="1893947"/>
                </a:lnTo>
                <a:cubicBezTo>
                  <a:pt x="1606344" y="1893947"/>
                  <a:pt x="1781175" y="1719116"/>
                  <a:pt x="1781175" y="1503452"/>
                </a:cubicBezTo>
                <a:lnTo>
                  <a:pt x="1781175" y="0"/>
                </a:lnTo>
                <a:close/>
              </a:path>
            </a:pathLst>
          </a:cu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Text Placeholder 47">
            <a:extLst>
              <a:ext uri="{FF2B5EF4-FFF2-40B4-BE49-F238E27FC236}">
                <a16:creationId xmlns:a16="http://schemas.microsoft.com/office/drawing/2014/main" id="{4C6D52AF-0B3B-1D6E-FF02-7F2F94FE0997}"/>
              </a:ext>
            </a:extLst>
          </p:cNvPr>
          <p:cNvSpPr>
            <a:spLocks noGrp="1"/>
          </p:cNvSpPr>
          <p:nvPr>
            <p:ph type="body" sz="quarter" idx="22" hasCustomPrompt="1"/>
          </p:nvPr>
        </p:nvSpPr>
        <p:spPr>
          <a:xfrm>
            <a:off x="5086654" y="14614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48" name="Text Placeholder 47">
            <a:extLst>
              <a:ext uri="{FF2B5EF4-FFF2-40B4-BE49-F238E27FC236}">
                <a16:creationId xmlns:a16="http://schemas.microsoft.com/office/drawing/2014/main" id="{B7961EA3-EB53-0D03-297E-C8A28E84618D}"/>
              </a:ext>
            </a:extLst>
          </p:cNvPr>
          <p:cNvSpPr>
            <a:spLocks noGrp="1"/>
          </p:cNvSpPr>
          <p:nvPr>
            <p:ph type="body" sz="quarter" idx="25" hasCustomPrompt="1"/>
          </p:nvPr>
        </p:nvSpPr>
        <p:spPr>
          <a:xfrm>
            <a:off x="5086654" y="10558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49" name="Text Placeholder 47">
            <a:extLst>
              <a:ext uri="{FF2B5EF4-FFF2-40B4-BE49-F238E27FC236}">
                <a16:creationId xmlns:a16="http://schemas.microsoft.com/office/drawing/2014/main" id="{4E5C055B-E6AD-38D6-C269-29EFEA4A1B8B}"/>
              </a:ext>
            </a:extLst>
          </p:cNvPr>
          <p:cNvSpPr>
            <a:spLocks noGrp="1"/>
          </p:cNvSpPr>
          <p:nvPr>
            <p:ph type="body" sz="quarter" idx="26" hasCustomPrompt="1"/>
          </p:nvPr>
        </p:nvSpPr>
        <p:spPr>
          <a:xfrm>
            <a:off x="7010400" y="49539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50" name="Text Placeholder 47">
            <a:extLst>
              <a:ext uri="{FF2B5EF4-FFF2-40B4-BE49-F238E27FC236}">
                <a16:creationId xmlns:a16="http://schemas.microsoft.com/office/drawing/2014/main" id="{675E6B5A-F920-FAA3-E91E-BD3637622D57}"/>
              </a:ext>
            </a:extLst>
          </p:cNvPr>
          <p:cNvSpPr>
            <a:spLocks noGrp="1"/>
          </p:cNvSpPr>
          <p:nvPr>
            <p:ph type="body" sz="quarter" idx="27" hasCustomPrompt="1"/>
          </p:nvPr>
        </p:nvSpPr>
        <p:spPr>
          <a:xfrm>
            <a:off x="7010400" y="45483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52" name="Text Placeholder 47">
            <a:extLst>
              <a:ext uri="{FF2B5EF4-FFF2-40B4-BE49-F238E27FC236}">
                <a16:creationId xmlns:a16="http://schemas.microsoft.com/office/drawing/2014/main" id="{92CB389A-C748-698A-D67E-5783F4DF8AC9}"/>
              </a:ext>
            </a:extLst>
          </p:cNvPr>
          <p:cNvSpPr>
            <a:spLocks noGrp="1"/>
          </p:cNvSpPr>
          <p:nvPr>
            <p:ph type="body" sz="quarter" idx="28" hasCustomPrompt="1"/>
          </p:nvPr>
        </p:nvSpPr>
        <p:spPr>
          <a:xfrm>
            <a:off x="6906682" y="3581400"/>
            <a:ext cx="1528840" cy="402336"/>
          </a:xfrm>
        </p:spPr>
        <p:txBody>
          <a:bodyPr anchor="ctr"/>
          <a:lstStyle>
            <a:lvl1pPr marL="0" indent="0" algn="ctr">
              <a:lnSpc>
                <a:spcPct val="100000"/>
              </a:lnSpc>
              <a:buNone/>
              <a:defRPr sz="20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13093232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Freeform 29">
            <a:extLst>
              <a:ext uri="{FF2B5EF4-FFF2-40B4-BE49-F238E27FC236}">
                <a16:creationId xmlns:a16="http://schemas.microsoft.com/office/drawing/2014/main" id="{8C3E1F4A-516D-1078-96B4-5CB3EA13CCE4}"/>
              </a:ext>
            </a:extLst>
          </p:cNvPr>
          <p:cNvSpPr/>
          <p:nvPr userDrawn="1"/>
        </p:nvSpPr>
        <p:spPr>
          <a:xfrm>
            <a:off x="6698759" y="2438399"/>
            <a:ext cx="1528569" cy="1227534"/>
          </a:xfrm>
          <a:custGeom>
            <a:avLst/>
            <a:gdLst>
              <a:gd name="connsiteX0" fmla="*/ 318894 w 1528569"/>
              <a:gd name="connsiteY0" fmla="*/ 0 h 1227534"/>
              <a:gd name="connsiteX1" fmla="*/ 1477347 w 1528569"/>
              <a:gd name="connsiteY1" fmla="*/ 479847 h 1227534"/>
              <a:gd name="connsiteX2" fmla="*/ 1528569 w 1528569"/>
              <a:gd name="connsiteY2" fmla="*/ 536205 h 1227534"/>
              <a:gd name="connsiteX3" fmla="*/ 1474052 w 1528569"/>
              <a:gd name="connsiteY3" fmla="*/ 596189 h 1227534"/>
              <a:gd name="connsiteX4" fmla="*/ 1173599 w 1528569"/>
              <a:gd name="connsiteY4" fmla="*/ 1151120 h 1227534"/>
              <a:gd name="connsiteX5" fmla="*/ 1153950 w 1528569"/>
              <a:gd name="connsiteY5" fmla="*/ 1227534 h 1227534"/>
              <a:gd name="connsiteX6" fmla="*/ 1104679 w 1528569"/>
              <a:gd name="connsiteY6" fmla="*/ 1214865 h 1227534"/>
              <a:gd name="connsiteX7" fmla="*/ 27214 w 1528569"/>
              <a:gd name="connsiteY7" fmla="*/ 137400 h 1227534"/>
              <a:gd name="connsiteX8" fmla="*/ 0 w 1528569"/>
              <a:gd name="connsiteY8" fmla="*/ 31562 h 1227534"/>
              <a:gd name="connsiteX9" fmla="*/ 151387 w 1528569"/>
              <a:gd name="connsiteY9" fmla="*/ 8458 h 1227534"/>
              <a:gd name="connsiteX10" fmla="*/ 318894 w 1528569"/>
              <a:gd name="connsiteY10" fmla="*/ 0 h 122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8569" h="1227534">
                <a:moveTo>
                  <a:pt x="318894" y="0"/>
                </a:moveTo>
                <a:cubicBezTo>
                  <a:pt x="771298" y="0"/>
                  <a:pt x="1180873" y="183373"/>
                  <a:pt x="1477347" y="479847"/>
                </a:cubicBezTo>
                <a:lnTo>
                  <a:pt x="1528569" y="536205"/>
                </a:lnTo>
                <a:lnTo>
                  <a:pt x="1474052" y="596189"/>
                </a:lnTo>
                <a:cubicBezTo>
                  <a:pt x="1340502" y="758015"/>
                  <a:pt x="1237423" y="945920"/>
                  <a:pt x="1173599" y="1151120"/>
                </a:cubicBezTo>
                <a:lnTo>
                  <a:pt x="1153950" y="1227534"/>
                </a:lnTo>
                <a:lnTo>
                  <a:pt x="1104679" y="1214865"/>
                </a:lnTo>
                <a:cubicBezTo>
                  <a:pt x="591678" y="1055306"/>
                  <a:pt x="186773" y="650401"/>
                  <a:pt x="27214" y="137400"/>
                </a:cubicBezTo>
                <a:lnTo>
                  <a:pt x="0" y="31562"/>
                </a:lnTo>
                <a:lnTo>
                  <a:pt x="151387" y="8458"/>
                </a:lnTo>
                <a:cubicBezTo>
                  <a:pt x="206462" y="2865"/>
                  <a:pt x="262344" y="0"/>
                  <a:pt x="318894"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7D13563-9624-D464-A9BA-11143ADA01B3}"/>
              </a:ext>
            </a:extLst>
          </p:cNvPr>
          <p:cNvSpPr/>
          <p:nvPr userDrawn="1"/>
        </p:nvSpPr>
        <p:spPr>
          <a:xfrm>
            <a:off x="8227328" y="2438399"/>
            <a:ext cx="1647585" cy="1256958"/>
          </a:xfrm>
          <a:custGeom>
            <a:avLst/>
            <a:gdLst>
              <a:gd name="connsiteX0" fmla="*/ 1209675 w 1647585"/>
              <a:gd name="connsiteY0" fmla="*/ 0 h 1256958"/>
              <a:gd name="connsiteX1" fmla="*/ 1539851 w 1647585"/>
              <a:gd name="connsiteY1" fmla="*/ 33284 h 1256958"/>
              <a:gd name="connsiteX2" fmla="*/ 1647585 w 1647585"/>
              <a:gd name="connsiteY2" fmla="*/ 60986 h 1256958"/>
              <a:gd name="connsiteX3" fmla="*/ 1627935 w 1647585"/>
              <a:gd name="connsiteY3" fmla="*/ 137400 h 1256958"/>
              <a:gd name="connsiteX4" fmla="*/ 393465 w 1647585"/>
              <a:gd name="connsiteY4" fmla="*/ 1255236 h 1256958"/>
              <a:gd name="connsiteX5" fmla="*/ 382185 w 1647585"/>
              <a:gd name="connsiteY5" fmla="*/ 1256958 h 1256958"/>
              <a:gd name="connsiteX6" fmla="*/ 354970 w 1647585"/>
              <a:gd name="connsiteY6" fmla="*/ 1151120 h 1256958"/>
              <a:gd name="connsiteX7" fmla="*/ 54517 w 1647585"/>
              <a:gd name="connsiteY7" fmla="*/ 596189 h 1256958"/>
              <a:gd name="connsiteX8" fmla="*/ 0 w 1647585"/>
              <a:gd name="connsiteY8" fmla="*/ 536205 h 1256958"/>
              <a:gd name="connsiteX9" fmla="*/ 51222 w 1647585"/>
              <a:gd name="connsiteY9" fmla="*/ 479847 h 1256958"/>
              <a:gd name="connsiteX10" fmla="*/ 1209675 w 1647585"/>
              <a:gd name="connsiteY10" fmla="*/ 0 h 125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7585" h="1256958">
                <a:moveTo>
                  <a:pt x="1209675" y="0"/>
                </a:moveTo>
                <a:cubicBezTo>
                  <a:pt x="1322775" y="0"/>
                  <a:pt x="1433201" y="11461"/>
                  <a:pt x="1539851" y="33284"/>
                </a:cubicBezTo>
                <a:lnTo>
                  <a:pt x="1647585" y="60986"/>
                </a:lnTo>
                <a:lnTo>
                  <a:pt x="1627935" y="137400"/>
                </a:lnTo>
                <a:cubicBezTo>
                  <a:pt x="1452421" y="701701"/>
                  <a:pt x="980037" y="1135206"/>
                  <a:pt x="393465" y="1255236"/>
                </a:cubicBezTo>
                <a:lnTo>
                  <a:pt x="382185" y="1256958"/>
                </a:lnTo>
                <a:lnTo>
                  <a:pt x="354970" y="1151120"/>
                </a:lnTo>
                <a:cubicBezTo>
                  <a:pt x="291146" y="945920"/>
                  <a:pt x="188067" y="758015"/>
                  <a:pt x="54517" y="596189"/>
                </a:cubicBezTo>
                <a:lnTo>
                  <a:pt x="0" y="536205"/>
                </a:lnTo>
                <a:lnTo>
                  <a:pt x="51222" y="479847"/>
                </a:lnTo>
                <a:cubicBezTo>
                  <a:pt x="347696" y="183373"/>
                  <a:pt x="757271" y="0"/>
                  <a:pt x="1209675"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B3ECFABB-C93C-744B-149E-62C2ECA34C50}"/>
              </a:ext>
            </a:extLst>
          </p:cNvPr>
          <p:cNvSpPr/>
          <p:nvPr userDrawn="1"/>
        </p:nvSpPr>
        <p:spPr>
          <a:xfrm>
            <a:off x="7798702" y="3665934"/>
            <a:ext cx="857250" cy="1512861"/>
          </a:xfrm>
          <a:custGeom>
            <a:avLst/>
            <a:gdLst>
              <a:gd name="connsiteX0" fmla="*/ 54006 w 857250"/>
              <a:gd name="connsiteY0" fmla="*/ 0 h 1512861"/>
              <a:gd name="connsiteX1" fmla="*/ 161740 w 857250"/>
              <a:gd name="connsiteY1" fmla="*/ 27702 h 1512861"/>
              <a:gd name="connsiteX2" fmla="*/ 491915 w 857250"/>
              <a:gd name="connsiteY2" fmla="*/ 60986 h 1512861"/>
              <a:gd name="connsiteX3" fmla="*/ 659422 w 857250"/>
              <a:gd name="connsiteY3" fmla="*/ 52528 h 1512861"/>
              <a:gd name="connsiteX4" fmla="*/ 810810 w 857250"/>
              <a:gd name="connsiteY4" fmla="*/ 29424 h 1512861"/>
              <a:gd name="connsiteX5" fmla="*/ 823966 w 857250"/>
              <a:gd name="connsiteY5" fmla="*/ 80591 h 1512861"/>
              <a:gd name="connsiteX6" fmla="*/ 857250 w 857250"/>
              <a:gd name="connsiteY6" fmla="*/ 410766 h 1512861"/>
              <a:gd name="connsiteX7" fmla="*/ 483142 w 857250"/>
              <a:gd name="connsiteY7" fmla="*/ 1452877 h 1512861"/>
              <a:gd name="connsiteX8" fmla="*/ 428625 w 857250"/>
              <a:gd name="connsiteY8" fmla="*/ 1512861 h 1512861"/>
              <a:gd name="connsiteX9" fmla="*/ 374108 w 857250"/>
              <a:gd name="connsiteY9" fmla="*/ 1452877 h 1512861"/>
              <a:gd name="connsiteX10" fmla="*/ 0 w 857250"/>
              <a:gd name="connsiteY10" fmla="*/ 410766 h 1512861"/>
              <a:gd name="connsiteX11" fmla="*/ 33284 w 857250"/>
              <a:gd name="connsiteY11" fmla="*/ 80591 h 1512861"/>
              <a:gd name="connsiteX12" fmla="*/ 54006 w 857250"/>
              <a:gd name="connsiteY12" fmla="*/ 0 h 151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7250" h="1512861">
                <a:moveTo>
                  <a:pt x="54006" y="0"/>
                </a:moveTo>
                <a:lnTo>
                  <a:pt x="161740" y="27702"/>
                </a:lnTo>
                <a:cubicBezTo>
                  <a:pt x="268390" y="49525"/>
                  <a:pt x="378814" y="60986"/>
                  <a:pt x="491915" y="60986"/>
                </a:cubicBezTo>
                <a:cubicBezTo>
                  <a:pt x="548466" y="60986"/>
                  <a:pt x="604347" y="58121"/>
                  <a:pt x="659422" y="52528"/>
                </a:cubicBezTo>
                <a:lnTo>
                  <a:pt x="810810" y="29424"/>
                </a:lnTo>
                <a:lnTo>
                  <a:pt x="823966" y="80591"/>
                </a:lnTo>
                <a:cubicBezTo>
                  <a:pt x="845790" y="187241"/>
                  <a:pt x="857250" y="297665"/>
                  <a:pt x="857250" y="410766"/>
                </a:cubicBezTo>
                <a:cubicBezTo>
                  <a:pt x="857250" y="806620"/>
                  <a:pt x="716855" y="1169682"/>
                  <a:pt x="483142" y="1452877"/>
                </a:cubicBezTo>
                <a:lnTo>
                  <a:pt x="428625" y="1512861"/>
                </a:lnTo>
                <a:lnTo>
                  <a:pt x="374108" y="1452877"/>
                </a:lnTo>
                <a:cubicBezTo>
                  <a:pt x="140395" y="1169682"/>
                  <a:pt x="0" y="806620"/>
                  <a:pt x="0" y="410766"/>
                </a:cubicBezTo>
                <a:cubicBezTo>
                  <a:pt x="0" y="297665"/>
                  <a:pt x="11461" y="187241"/>
                  <a:pt x="33284" y="80591"/>
                </a:cubicBezTo>
                <a:lnTo>
                  <a:pt x="54006" y="0"/>
                </a:ln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B5C2218A-A551-6B14-C6A0-88F0B8A680C2}"/>
              </a:ext>
            </a:extLst>
          </p:cNvPr>
          <p:cNvSpPr/>
          <p:nvPr userDrawn="1"/>
        </p:nvSpPr>
        <p:spPr>
          <a:xfrm>
            <a:off x="6652317" y="450320"/>
            <a:ext cx="3276601" cy="2524285"/>
          </a:xfrm>
          <a:custGeom>
            <a:avLst/>
            <a:gdLst>
              <a:gd name="connsiteX0" fmla="*/ 1638300 w 3276601"/>
              <a:gd name="connsiteY0" fmla="*/ 0 h 2524285"/>
              <a:gd name="connsiteX1" fmla="*/ 3276601 w 3276601"/>
              <a:gd name="connsiteY1" fmla="*/ 1638300 h 2524285"/>
              <a:gd name="connsiteX2" fmla="*/ 3243317 w 3276601"/>
              <a:gd name="connsiteY2" fmla="*/ 1968475 h 2524285"/>
              <a:gd name="connsiteX3" fmla="*/ 3222595 w 3276601"/>
              <a:gd name="connsiteY3" fmla="*/ 2049066 h 2524285"/>
              <a:gd name="connsiteX4" fmla="*/ 3114861 w 3276601"/>
              <a:gd name="connsiteY4" fmla="*/ 2021364 h 2524285"/>
              <a:gd name="connsiteX5" fmla="*/ 2784685 w 3276601"/>
              <a:gd name="connsiteY5" fmla="*/ 1988080 h 2524285"/>
              <a:gd name="connsiteX6" fmla="*/ 1626232 w 3276601"/>
              <a:gd name="connsiteY6" fmla="*/ 2467927 h 2524285"/>
              <a:gd name="connsiteX7" fmla="*/ 1575010 w 3276601"/>
              <a:gd name="connsiteY7" fmla="*/ 2524285 h 2524285"/>
              <a:gd name="connsiteX8" fmla="*/ 1523788 w 3276601"/>
              <a:gd name="connsiteY8" fmla="*/ 2467927 h 2524285"/>
              <a:gd name="connsiteX9" fmla="*/ 365335 w 3276601"/>
              <a:gd name="connsiteY9" fmla="*/ 1988080 h 2524285"/>
              <a:gd name="connsiteX10" fmla="*/ 197828 w 3276601"/>
              <a:gd name="connsiteY10" fmla="*/ 1996538 h 2524285"/>
              <a:gd name="connsiteX11" fmla="*/ 46441 w 3276601"/>
              <a:gd name="connsiteY11" fmla="*/ 2019642 h 2524285"/>
              <a:gd name="connsiteX12" fmla="*/ 33284 w 3276601"/>
              <a:gd name="connsiteY12" fmla="*/ 1968475 h 2524285"/>
              <a:gd name="connsiteX13" fmla="*/ 0 w 3276601"/>
              <a:gd name="connsiteY13" fmla="*/ 1638300 h 2524285"/>
              <a:gd name="connsiteX14" fmla="*/ 1638300 w 3276601"/>
              <a:gd name="connsiteY14" fmla="*/ 0 h 252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6601" h="2524285">
                <a:moveTo>
                  <a:pt x="1638300" y="0"/>
                </a:moveTo>
                <a:cubicBezTo>
                  <a:pt x="2543109" y="0"/>
                  <a:pt x="3276601" y="733492"/>
                  <a:pt x="3276601" y="1638300"/>
                </a:cubicBezTo>
                <a:cubicBezTo>
                  <a:pt x="3276601" y="1751401"/>
                  <a:pt x="3265141" y="1861825"/>
                  <a:pt x="3243317" y="1968475"/>
                </a:cubicBezTo>
                <a:lnTo>
                  <a:pt x="3222595" y="2049066"/>
                </a:lnTo>
                <a:lnTo>
                  <a:pt x="3114861" y="2021364"/>
                </a:lnTo>
                <a:cubicBezTo>
                  <a:pt x="3008211" y="1999541"/>
                  <a:pt x="2897785" y="1988080"/>
                  <a:pt x="2784685" y="1988080"/>
                </a:cubicBezTo>
                <a:cubicBezTo>
                  <a:pt x="2332281" y="1988080"/>
                  <a:pt x="1922706" y="2171453"/>
                  <a:pt x="1626232" y="2467927"/>
                </a:cubicBezTo>
                <a:lnTo>
                  <a:pt x="1575010" y="2524285"/>
                </a:lnTo>
                <a:lnTo>
                  <a:pt x="1523788" y="2467927"/>
                </a:lnTo>
                <a:cubicBezTo>
                  <a:pt x="1227314" y="2171453"/>
                  <a:pt x="817739" y="1988080"/>
                  <a:pt x="365335" y="1988080"/>
                </a:cubicBezTo>
                <a:cubicBezTo>
                  <a:pt x="308785" y="1988080"/>
                  <a:pt x="252903" y="1990945"/>
                  <a:pt x="197828" y="1996538"/>
                </a:cubicBezTo>
                <a:lnTo>
                  <a:pt x="46441" y="2019642"/>
                </a:lnTo>
                <a:lnTo>
                  <a:pt x="33284" y="1968475"/>
                </a:lnTo>
                <a:cubicBezTo>
                  <a:pt x="11461" y="1861825"/>
                  <a:pt x="0" y="1751401"/>
                  <a:pt x="0" y="1638300"/>
                </a:cubicBezTo>
                <a:cubicBezTo>
                  <a:pt x="0" y="733492"/>
                  <a:pt x="733492" y="0"/>
                  <a:pt x="1638300" y="0"/>
                </a:cubicBezTo>
                <a:close/>
              </a:path>
            </a:pathLst>
          </a:custGeom>
          <a:solidFill>
            <a:schemeClr val="accent2"/>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a:extLst>
              <a:ext uri="{FF2B5EF4-FFF2-40B4-BE49-F238E27FC236}">
                <a16:creationId xmlns:a16="http://schemas.microsoft.com/office/drawing/2014/main" id="{713E3268-8E9F-0320-52E8-8A624023884A}"/>
              </a:ext>
            </a:extLst>
          </p:cNvPr>
          <p:cNvSpPr/>
          <p:nvPr userDrawn="1"/>
        </p:nvSpPr>
        <p:spPr>
          <a:xfrm>
            <a:off x="5379353" y="2469961"/>
            <a:ext cx="2847975" cy="3245038"/>
          </a:xfrm>
          <a:custGeom>
            <a:avLst/>
            <a:gdLst>
              <a:gd name="connsiteX0" fmla="*/ 1319406 w 2847975"/>
              <a:gd name="connsiteY0" fmla="*/ 0 h 3245038"/>
              <a:gd name="connsiteX1" fmla="*/ 1346620 w 2847975"/>
              <a:gd name="connsiteY1" fmla="*/ 105838 h 3245038"/>
              <a:gd name="connsiteX2" fmla="*/ 2424085 w 2847975"/>
              <a:gd name="connsiteY2" fmla="*/ 1183303 h 3245038"/>
              <a:gd name="connsiteX3" fmla="*/ 2473356 w 2847975"/>
              <a:gd name="connsiteY3" fmla="*/ 1195972 h 3245038"/>
              <a:gd name="connsiteX4" fmla="*/ 2452634 w 2847975"/>
              <a:gd name="connsiteY4" fmla="*/ 1276563 h 3245038"/>
              <a:gd name="connsiteX5" fmla="*/ 2419350 w 2847975"/>
              <a:gd name="connsiteY5" fmla="*/ 1606738 h 3245038"/>
              <a:gd name="connsiteX6" fmla="*/ 2793458 w 2847975"/>
              <a:gd name="connsiteY6" fmla="*/ 2648849 h 3245038"/>
              <a:gd name="connsiteX7" fmla="*/ 2847975 w 2847975"/>
              <a:gd name="connsiteY7" fmla="*/ 2708833 h 3245038"/>
              <a:gd name="connsiteX8" fmla="*/ 2796753 w 2847975"/>
              <a:gd name="connsiteY8" fmla="*/ 2765191 h 3245038"/>
              <a:gd name="connsiteX9" fmla="*/ 1638300 w 2847975"/>
              <a:gd name="connsiteY9" fmla="*/ 3245038 h 3245038"/>
              <a:gd name="connsiteX10" fmla="*/ 0 w 2847975"/>
              <a:gd name="connsiteY10" fmla="*/ 1606738 h 3245038"/>
              <a:gd name="connsiteX11" fmla="*/ 1308125 w 2847975"/>
              <a:gd name="connsiteY11" fmla="*/ 1722 h 3245038"/>
              <a:gd name="connsiteX12" fmla="*/ 1319406 w 2847975"/>
              <a:gd name="connsiteY12" fmla="*/ 0 h 324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45038">
                <a:moveTo>
                  <a:pt x="1319406" y="0"/>
                </a:moveTo>
                <a:lnTo>
                  <a:pt x="1346620" y="105838"/>
                </a:lnTo>
                <a:cubicBezTo>
                  <a:pt x="1506179" y="618839"/>
                  <a:pt x="1911084" y="1023744"/>
                  <a:pt x="2424085" y="1183303"/>
                </a:cubicBezTo>
                <a:lnTo>
                  <a:pt x="2473356" y="1195972"/>
                </a:lnTo>
                <a:lnTo>
                  <a:pt x="2452634" y="1276563"/>
                </a:lnTo>
                <a:cubicBezTo>
                  <a:pt x="2430811" y="1383213"/>
                  <a:pt x="2419350" y="1493637"/>
                  <a:pt x="2419350" y="1606738"/>
                </a:cubicBezTo>
                <a:cubicBezTo>
                  <a:pt x="2419350" y="2002592"/>
                  <a:pt x="2559745" y="2365654"/>
                  <a:pt x="2793458" y="2648849"/>
                </a:cubicBezTo>
                <a:lnTo>
                  <a:pt x="2847975" y="2708833"/>
                </a:lnTo>
                <a:lnTo>
                  <a:pt x="2796753" y="2765191"/>
                </a:lnTo>
                <a:cubicBezTo>
                  <a:pt x="2500279" y="3061665"/>
                  <a:pt x="2090704" y="3245038"/>
                  <a:pt x="1638300" y="3245038"/>
                </a:cubicBezTo>
                <a:cubicBezTo>
                  <a:pt x="733492" y="3245038"/>
                  <a:pt x="0" y="2511546"/>
                  <a:pt x="0" y="1606738"/>
                </a:cubicBezTo>
                <a:cubicBezTo>
                  <a:pt x="0" y="815031"/>
                  <a:pt x="561580" y="154488"/>
                  <a:pt x="1308125" y="1722"/>
                </a:cubicBezTo>
                <a:lnTo>
                  <a:pt x="1319406" y="0"/>
                </a:lnTo>
                <a:close/>
              </a:path>
            </a:pathLst>
          </a:custGeom>
          <a:solidFill>
            <a:schemeClr val="accent3">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8B407A45-E3E4-69EA-D13D-AC9E2614FFC9}"/>
              </a:ext>
            </a:extLst>
          </p:cNvPr>
          <p:cNvSpPr/>
          <p:nvPr userDrawn="1"/>
        </p:nvSpPr>
        <p:spPr>
          <a:xfrm>
            <a:off x="8227328" y="2499385"/>
            <a:ext cx="2847975" cy="3215614"/>
          </a:xfrm>
          <a:custGeom>
            <a:avLst/>
            <a:gdLst>
              <a:gd name="connsiteX0" fmla="*/ 1647585 w 2847975"/>
              <a:gd name="connsiteY0" fmla="*/ 0 h 3215614"/>
              <a:gd name="connsiteX1" fmla="*/ 1696855 w 2847975"/>
              <a:gd name="connsiteY1" fmla="*/ 12669 h 3215614"/>
              <a:gd name="connsiteX2" fmla="*/ 2847975 w 2847975"/>
              <a:gd name="connsiteY2" fmla="*/ 1577314 h 3215614"/>
              <a:gd name="connsiteX3" fmla="*/ 1209675 w 2847975"/>
              <a:gd name="connsiteY3" fmla="*/ 3215614 h 3215614"/>
              <a:gd name="connsiteX4" fmla="*/ 51222 w 2847975"/>
              <a:gd name="connsiteY4" fmla="*/ 2735767 h 3215614"/>
              <a:gd name="connsiteX5" fmla="*/ 0 w 2847975"/>
              <a:gd name="connsiteY5" fmla="*/ 2679409 h 3215614"/>
              <a:gd name="connsiteX6" fmla="*/ 54517 w 2847975"/>
              <a:gd name="connsiteY6" fmla="*/ 2619425 h 3215614"/>
              <a:gd name="connsiteX7" fmla="*/ 428625 w 2847975"/>
              <a:gd name="connsiteY7" fmla="*/ 1577314 h 3215614"/>
              <a:gd name="connsiteX8" fmla="*/ 395341 w 2847975"/>
              <a:gd name="connsiteY8" fmla="*/ 1247139 h 3215614"/>
              <a:gd name="connsiteX9" fmla="*/ 382185 w 2847975"/>
              <a:gd name="connsiteY9" fmla="*/ 1195972 h 3215614"/>
              <a:gd name="connsiteX10" fmla="*/ 393465 w 2847975"/>
              <a:gd name="connsiteY10" fmla="*/ 1194250 h 3215614"/>
              <a:gd name="connsiteX11" fmla="*/ 1627935 w 2847975"/>
              <a:gd name="connsiteY11" fmla="*/ 76414 h 3215614"/>
              <a:gd name="connsiteX12" fmla="*/ 1647585 w 2847975"/>
              <a:gd name="connsiteY12" fmla="*/ 0 h 321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15614">
                <a:moveTo>
                  <a:pt x="1647585" y="0"/>
                </a:moveTo>
                <a:lnTo>
                  <a:pt x="1696855" y="12669"/>
                </a:lnTo>
                <a:cubicBezTo>
                  <a:pt x="2363755" y="220096"/>
                  <a:pt x="2847975" y="842158"/>
                  <a:pt x="2847975" y="1577314"/>
                </a:cubicBezTo>
                <a:cubicBezTo>
                  <a:pt x="2847975" y="2482122"/>
                  <a:pt x="2114483" y="3215614"/>
                  <a:pt x="1209675" y="3215614"/>
                </a:cubicBezTo>
                <a:cubicBezTo>
                  <a:pt x="757271" y="3215614"/>
                  <a:pt x="347696" y="3032241"/>
                  <a:pt x="51222" y="2735767"/>
                </a:cubicBezTo>
                <a:lnTo>
                  <a:pt x="0" y="2679409"/>
                </a:lnTo>
                <a:lnTo>
                  <a:pt x="54517" y="2619425"/>
                </a:lnTo>
                <a:cubicBezTo>
                  <a:pt x="288230" y="2336230"/>
                  <a:pt x="428625" y="1973168"/>
                  <a:pt x="428625" y="1577314"/>
                </a:cubicBezTo>
                <a:cubicBezTo>
                  <a:pt x="428625" y="1464213"/>
                  <a:pt x="417165" y="1353789"/>
                  <a:pt x="395341" y="1247139"/>
                </a:cubicBezTo>
                <a:lnTo>
                  <a:pt x="382185" y="1195972"/>
                </a:lnTo>
                <a:lnTo>
                  <a:pt x="393465" y="1194250"/>
                </a:lnTo>
                <a:cubicBezTo>
                  <a:pt x="980037" y="1074220"/>
                  <a:pt x="1452421" y="640715"/>
                  <a:pt x="1627935" y="76414"/>
                </a:cubicBezTo>
                <a:lnTo>
                  <a:pt x="1647585" y="0"/>
                </a:lnTo>
                <a:close/>
              </a:path>
            </a:pathLst>
          </a:custGeom>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47">
            <a:extLst>
              <a:ext uri="{FF2B5EF4-FFF2-40B4-BE49-F238E27FC236}">
                <a16:creationId xmlns:a16="http://schemas.microsoft.com/office/drawing/2014/main" id="{713F92B5-FD8D-75FF-D4B4-E471D9EA1A64}"/>
              </a:ext>
            </a:extLst>
          </p:cNvPr>
          <p:cNvSpPr>
            <a:spLocks noGrp="1"/>
          </p:cNvSpPr>
          <p:nvPr>
            <p:ph type="body" sz="quarter" idx="22" hasCustomPrompt="1"/>
          </p:nvPr>
        </p:nvSpPr>
        <p:spPr>
          <a:xfrm>
            <a:off x="6936400" y="1512248"/>
            <a:ext cx="2708434"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59" name="Text Placeholder 47">
            <a:extLst>
              <a:ext uri="{FF2B5EF4-FFF2-40B4-BE49-F238E27FC236}">
                <a16:creationId xmlns:a16="http://schemas.microsoft.com/office/drawing/2014/main" id="{ACAA78DC-49AA-C4D7-8177-F085ECF7EDE6}"/>
              </a:ext>
            </a:extLst>
          </p:cNvPr>
          <p:cNvSpPr>
            <a:spLocks noGrp="1"/>
          </p:cNvSpPr>
          <p:nvPr>
            <p:ph type="body" sz="quarter" idx="25" hasCustomPrompt="1"/>
          </p:nvPr>
        </p:nvSpPr>
        <p:spPr>
          <a:xfrm>
            <a:off x="7059511" y="1106655"/>
            <a:ext cx="2462213"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435CA44F-B5CA-7611-5B6F-DBBBB55C7B7A}"/>
              </a:ext>
            </a:extLst>
          </p:cNvPr>
          <p:cNvSpPr>
            <a:spLocks noGrp="1"/>
          </p:cNvSpPr>
          <p:nvPr>
            <p:ph type="body" sz="quarter" idx="26" hasCustomPrompt="1"/>
          </p:nvPr>
        </p:nvSpPr>
        <p:spPr>
          <a:xfrm>
            <a:off x="8736315"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1" name="Text Placeholder 47">
            <a:extLst>
              <a:ext uri="{FF2B5EF4-FFF2-40B4-BE49-F238E27FC236}">
                <a16:creationId xmlns:a16="http://schemas.microsoft.com/office/drawing/2014/main" id="{FFDCA82E-D07E-1E88-F15C-4B731F6C5026}"/>
              </a:ext>
            </a:extLst>
          </p:cNvPr>
          <p:cNvSpPr>
            <a:spLocks noGrp="1"/>
          </p:cNvSpPr>
          <p:nvPr>
            <p:ph type="body" sz="quarter" idx="27" hasCustomPrompt="1"/>
          </p:nvPr>
        </p:nvSpPr>
        <p:spPr>
          <a:xfrm>
            <a:off x="8736315"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66E200D-74A1-30F5-A6E0-CC7DE6D2FD9C}"/>
              </a:ext>
            </a:extLst>
          </p:cNvPr>
          <p:cNvSpPr>
            <a:spLocks noGrp="1"/>
          </p:cNvSpPr>
          <p:nvPr>
            <p:ph type="body" sz="quarter" idx="28" hasCustomPrompt="1"/>
          </p:nvPr>
        </p:nvSpPr>
        <p:spPr>
          <a:xfrm>
            <a:off x="5492830"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3" name="Text Placeholder 47">
            <a:extLst>
              <a:ext uri="{FF2B5EF4-FFF2-40B4-BE49-F238E27FC236}">
                <a16:creationId xmlns:a16="http://schemas.microsoft.com/office/drawing/2014/main" id="{0BC87E53-3CC3-A06E-0B6D-8193C6B1E0E0}"/>
              </a:ext>
            </a:extLst>
          </p:cNvPr>
          <p:cNvSpPr>
            <a:spLocks noGrp="1"/>
          </p:cNvSpPr>
          <p:nvPr>
            <p:ph type="body" sz="quarter" idx="29" hasCustomPrompt="1"/>
          </p:nvPr>
        </p:nvSpPr>
        <p:spPr>
          <a:xfrm>
            <a:off x="5492830"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4265018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py + Tabl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4306824"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4306824"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194560"/>
            <a:ext cx="4306824"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3C7E111C-5997-7F0F-33F3-1C26FA7CFF4F}"/>
              </a:ext>
            </a:extLst>
          </p:cNvPr>
          <p:cNvSpPr>
            <a:spLocks noGrp="1"/>
          </p:cNvSpPr>
          <p:nvPr>
            <p:ph sz="quarter" idx="16"/>
          </p:nvPr>
        </p:nvSpPr>
        <p:spPr>
          <a:xfrm>
            <a:off x="5401340" y="1428892"/>
            <a:ext cx="6206460" cy="4276964"/>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E2101866-7E47-7B8F-00FE-F145E69A747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0D074CF7-33CC-59A7-DB07-D8435EB9C3F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7624FBCB-49C2-CD81-4534-4682E0A2584C}"/>
              </a:ext>
            </a:extLst>
          </p:cNvPr>
          <p:cNvGrpSpPr/>
          <p:nvPr userDrawn="1"/>
        </p:nvGrpSpPr>
        <p:grpSpPr>
          <a:xfrm>
            <a:off x="11389259" y="459884"/>
            <a:ext cx="352694" cy="349203"/>
            <a:chOff x="10767269" y="208371"/>
            <a:chExt cx="182844" cy="181034"/>
          </a:xfrm>
        </p:grpSpPr>
        <p:sp>
          <p:nvSpPr>
            <p:cNvPr id="34" name="Freeform 33">
              <a:extLst>
                <a:ext uri="{FF2B5EF4-FFF2-40B4-BE49-F238E27FC236}">
                  <a16:creationId xmlns:a16="http://schemas.microsoft.com/office/drawing/2014/main" id="{0CE6B37E-B54E-C1EB-D37F-605668FF649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0B05634C-F4BE-ACE2-7A82-63F7BB1899B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131D576-DFCF-B16F-C634-4BC3FA66E1C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6A04C972-D233-3060-91BF-7204E819072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646046D5-6A7F-D702-8231-C6884ACB9DE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E6C6C301-336B-C4BE-EEDB-97ED6222E6C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7485735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194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grpSp>
        <p:nvGrpSpPr>
          <p:cNvPr id="3" name="Group 2">
            <a:extLst>
              <a:ext uri="{FF2B5EF4-FFF2-40B4-BE49-F238E27FC236}">
                <a16:creationId xmlns:a16="http://schemas.microsoft.com/office/drawing/2014/main" id="{F653BE68-4777-B4DC-D8C0-F37F8FE0CA11}"/>
              </a:ext>
            </a:extLst>
          </p:cNvPr>
          <p:cNvGrpSpPr/>
          <p:nvPr userDrawn="1"/>
        </p:nvGrpSpPr>
        <p:grpSpPr>
          <a:xfrm>
            <a:off x="5458265" y="0"/>
            <a:ext cx="6733735" cy="6858000"/>
            <a:chOff x="5458265" y="0"/>
            <a:chExt cx="6733735" cy="6858000"/>
          </a:xfrm>
        </p:grpSpPr>
        <p:pic>
          <p:nvPicPr>
            <p:cNvPr id="29" name="Picture 28">
              <a:extLst>
                <a:ext uri="{FF2B5EF4-FFF2-40B4-BE49-F238E27FC236}">
                  <a16:creationId xmlns:a16="http://schemas.microsoft.com/office/drawing/2014/main" id="{D6E8046E-E0DC-3D20-FB0A-CDB101F381D4}"/>
                </a:ext>
              </a:extLst>
            </p:cNvPr>
            <p:cNvPicPr>
              <a:picLocks noChangeAspect="1"/>
            </p:cNvPicPr>
            <p:nvPr userDrawn="1"/>
          </p:nvPicPr>
          <p:blipFill rotWithShape="1">
            <a:blip r:embed="rId3"/>
            <a:srcRect l="26878" t="18850" r="27243" b="18850"/>
            <a:stretch/>
          </p:blipFill>
          <p:spPr>
            <a:xfrm>
              <a:off x="5458265" y="0"/>
              <a:ext cx="6733735" cy="6858000"/>
            </a:xfrm>
            <a:prstGeom prst="rect">
              <a:avLst/>
            </a:prstGeom>
          </p:spPr>
        </p:pic>
        <p:sp>
          <p:nvSpPr>
            <p:cNvPr id="2" name="Rounded Rectangle 1">
              <a:extLst>
                <a:ext uri="{FF2B5EF4-FFF2-40B4-BE49-F238E27FC236}">
                  <a16:creationId xmlns:a16="http://schemas.microsoft.com/office/drawing/2014/main" id="{63870240-780A-A963-2D69-72490286D6E6}"/>
                </a:ext>
              </a:extLst>
            </p:cNvPr>
            <p:cNvSpPr/>
            <p:nvPr userDrawn="1"/>
          </p:nvSpPr>
          <p:spPr>
            <a:xfrm>
              <a:off x="6223000" y="1562100"/>
              <a:ext cx="5295900" cy="3695700"/>
            </a:xfrm>
            <a:prstGeom prst="roundRect">
              <a:avLst>
                <a:gd name="adj" fmla="val 16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Picture Placeholder 4">
            <a:extLst>
              <a:ext uri="{FF2B5EF4-FFF2-40B4-BE49-F238E27FC236}">
                <a16:creationId xmlns:a16="http://schemas.microsoft.com/office/drawing/2014/main" id="{A10C8B80-4613-C903-BD67-E24C748CDC2A}"/>
              </a:ext>
            </a:extLst>
          </p:cNvPr>
          <p:cNvSpPr>
            <a:spLocks noGrp="1"/>
          </p:cNvSpPr>
          <p:nvPr>
            <p:ph type="pic" sz="quarter" idx="15"/>
          </p:nvPr>
        </p:nvSpPr>
        <p:spPr>
          <a:xfrm>
            <a:off x="6223000" y="1549400"/>
            <a:ext cx="5321300" cy="3721100"/>
          </a:xfrm>
          <a:prstGeom prst="roundRect">
            <a:avLst>
              <a:gd name="adj" fmla="val 1701"/>
            </a:avLst>
          </a:prstGeom>
          <a:solidFill>
            <a:schemeClr val="bg2"/>
          </a:solidFill>
        </p:spPr>
        <p:txBody>
          <a:bodyPr/>
          <a:lstStyle>
            <a:lvl1pPr marL="0" indent="0">
              <a:buNone/>
              <a:defRPr/>
            </a:lvl1pPr>
          </a:lstStyle>
          <a:p>
            <a:endParaRPr lang="en-US"/>
          </a:p>
        </p:txBody>
      </p:sp>
    </p:spTree>
    <p:extLst>
      <p:ext uri="{BB962C8B-B14F-4D97-AF65-F5344CB8AC3E}">
        <p14:creationId xmlns:p14="http://schemas.microsoft.com/office/powerpoint/2010/main" val="13602402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575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pic>
        <p:nvPicPr>
          <p:cNvPr id="26" name="Picture 25">
            <a:extLst>
              <a:ext uri="{FF2B5EF4-FFF2-40B4-BE49-F238E27FC236}">
                <a16:creationId xmlns:a16="http://schemas.microsoft.com/office/drawing/2014/main" id="{D313434D-814D-2EB4-C8BB-59269F4C0B72}"/>
              </a:ext>
            </a:extLst>
          </p:cNvPr>
          <p:cNvPicPr>
            <a:picLocks noChangeAspect="1"/>
          </p:cNvPicPr>
          <p:nvPr userDrawn="1"/>
        </p:nvPicPr>
        <p:blipFill rotWithShape="1">
          <a:blip r:embed="rId3"/>
          <a:srcRect l="28956" t="6081" r="28909" b="6081"/>
          <a:stretch/>
        </p:blipFill>
        <p:spPr>
          <a:xfrm>
            <a:off x="5946156" y="271462"/>
            <a:ext cx="4386263" cy="6604000"/>
          </a:xfrm>
          <a:prstGeom prst="rect">
            <a:avLst/>
          </a:prstGeom>
        </p:spPr>
      </p:pic>
      <p:sp>
        <p:nvSpPr>
          <p:cNvPr id="44" name="Picture Placeholder 43">
            <a:extLst>
              <a:ext uri="{FF2B5EF4-FFF2-40B4-BE49-F238E27FC236}">
                <a16:creationId xmlns:a16="http://schemas.microsoft.com/office/drawing/2014/main" id="{B0B188C2-8C78-C0DB-6DFE-A421C5300E40}"/>
              </a:ext>
            </a:extLst>
          </p:cNvPr>
          <p:cNvSpPr>
            <a:spLocks noGrp="1"/>
          </p:cNvSpPr>
          <p:nvPr>
            <p:ph type="pic" sz="quarter" idx="15"/>
          </p:nvPr>
        </p:nvSpPr>
        <p:spPr>
          <a:xfrm>
            <a:off x="6989792" y="836545"/>
            <a:ext cx="2514601" cy="5488628"/>
          </a:xfrm>
          <a:custGeom>
            <a:avLst/>
            <a:gdLst>
              <a:gd name="connsiteX0" fmla="*/ 259230 w 2514601"/>
              <a:gd name="connsiteY0" fmla="*/ 0 h 5477256"/>
              <a:gd name="connsiteX1" fmla="*/ 551314 w 2514601"/>
              <a:gd name="connsiteY1" fmla="*/ 0 h 5477256"/>
              <a:gd name="connsiteX2" fmla="*/ 543945 w 2514601"/>
              <a:gd name="connsiteY2" fmla="*/ 36502 h 5477256"/>
              <a:gd name="connsiteX3" fmla="*/ 722253 w 2514601"/>
              <a:gd name="connsiteY3" fmla="*/ 214810 h 5477256"/>
              <a:gd name="connsiteX4" fmla="*/ 1801245 w 2514601"/>
              <a:gd name="connsiteY4" fmla="*/ 214810 h 5477256"/>
              <a:gd name="connsiteX5" fmla="*/ 1979553 w 2514601"/>
              <a:gd name="connsiteY5" fmla="*/ 36502 h 5477256"/>
              <a:gd name="connsiteX6" fmla="*/ 1972184 w 2514601"/>
              <a:gd name="connsiteY6" fmla="*/ 0 h 5477256"/>
              <a:gd name="connsiteX7" fmla="*/ 2255371 w 2514601"/>
              <a:gd name="connsiteY7" fmla="*/ 0 h 5477256"/>
              <a:gd name="connsiteX8" fmla="*/ 2514601 w 2514601"/>
              <a:gd name="connsiteY8" fmla="*/ 259230 h 5477256"/>
              <a:gd name="connsiteX9" fmla="*/ 2514601 w 2514601"/>
              <a:gd name="connsiteY9" fmla="*/ 5218026 h 5477256"/>
              <a:gd name="connsiteX10" fmla="*/ 2255371 w 2514601"/>
              <a:gd name="connsiteY10" fmla="*/ 5477256 h 5477256"/>
              <a:gd name="connsiteX11" fmla="*/ 259230 w 2514601"/>
              <a:gd name="connsiteY11" fmla="*/ 5477256 h 5477256"/>
              <a:gd name="connsiteX12" fmla="*/ 0 w 2514601"/>
              <a:gd name="connsiteY12" fmla="*/ 5218026 h 5477256"/>
              <a:gd name="connsiteX13" fmla="*/ 0 w 2514601"/>
              <a:gd name="connsiteY13" fmla="*/ 259230 h 5477256"/>
              <a:gd name="connsiteX14" fmla="*/ 259230 w 2514601"/>
              <a:gd name="connsiteY14" fmla="*/ 0 h 547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14601" h="5477256">
                <a:moveTo>
                  <a:pt x="259230" y="0"/>
                </a:moveTo>
                <a:lnTo>
                  <a:pt x="551314" y="0"/>
                </a:lnTo>
                <a:lnTo>
                  <a:pt x="543945" y="36502"/>
                </a:lnTo>
                <a:cubicBezTo>
                  <a:pt x="543945" y="134979"/>
                  <a:pt x="623776" y="214810"/>
                  <a:pt x="722253" y="214810"/>
                </a:cubicBezTo>
                <a:lnTo>
                  <a:pt x="1801245" y="214810"/>
                </a:lnTo>
                <a:cubicBezTo>
                  <a:pt x="1899722" y="214810"/>
                  <a:pt x="1979553" y="134979"/>
                  <a:pt x="1979553" y="36502"/>
                </a:cubicBezTo>
                <a:lnTo>
                  <a:pt x="1972184" y="0"/>
                </a:lnTo>
                <a:lnTo>
                  <a:pt x="2255371" y="0"/>
                </a:lnTo>
                <a:cubicBezTo>
                  <a:pt x="2398540" y="0"/>
                  <a:pt x="2514601" y="116061"/>
                  <a:pt x="2514601" y="259230"/>
                </a:cubicBezTo>
                <a:lnTo>
                  <a:pt x="2514601" y="5218026"/>
                </a:lnTo>
                <a:cubicBezTo>
                  <a:pt x="2514601" y="5361195"/>
                  <a:pt x="2398540" y="5477256"/>
                  <a:pt x="2255371" y="5477256"/>
                </a:cubicBezTo>
                <a:lnTo>
                  <a:pt x="259230" y="5477256"/>
                </a:lnTo>
                <a:cubicBezTo>
                  <a:pt x="116061" y="5477256"/>
                  <a:pt x="0" y="5361195"/>
                  <a:pt x="0" y="5218026"/>
                </a:cubicBezTo>
                <a:lnTo>
                  <a:pt x="0" y="259230"/>
                </a:lnTo>
                <a:cubicBezTo>
                  <a:pt x="0" y="116061"/>
                  <a:pt x="116061" y="0"/>
                  <a:pt x="259230" y="0"/>
                </a:cubicBezTo>
                <a:close/>
              </a:path>
            </a:pathLst>
          </a:custGeom>
          <a:solidFill>
            <a:schemeClr val="bg2"/>
          </a:solid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20595157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3796702"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794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Text Placeholder 47">
            <a:extLst>
              <a:ext uri="{FF2B5EF4-FFF2-40B4-BE49-F238E27FC236}">
                <a16:creationId xmlns:a16="http://schemas.microsoft.com/office/drawing/2014/main" id="{1F460C6C-8E1C-5FBB-FFF0-80AD75A4998D}"/>
              </a:ext>
            </a:extLst>
          </p:cNvPr>
          <p:cNvSpPr>
            <a:spLocks noGrp="1"/>
          </p:cNvSpPr>
          <p:nvPr>
            <p:ph type="body" sz="quarter" idx="22" hasCustomPrompt="1"/>
          </p:nvPr>
        </p:nvSpPr>
        <p:spPr>
          <a:xfrm>
            <a:off x="454025" y="2328116"/>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1" name="Text Placeholder 47">
            <a:extLst>
              <a:ext uri="{FF2B5EF4-FFF2-40B4-BE49-F238E27FC236}">
                <a16:creationId xmlns:a16="http://schemas.microsoft.com/office/drawing/2014/main" id="{2EA76D14-8F1F-6852-9972-04BC44C5A853}"/>
              </a:ext>
            </a:extLst>
          </p:cNvPr>
          <p:cNvSpPr>
            <a:spLocks noGrp="1"/>
          </p:cNvSpPr>
          <p:nvPr>
            <p:ph type="body" sz="quarter" idx="25" hasCustomPrompt="1"/>
          </p:nvPr>
        </p:nvSpPr>
        <p:spPr>
          <a:xfrm>
            <a:off x="454025" y="1857941"/>
            <a:ext cx="2624328" cy="347472"/>
          </a:xfrm>
        </p:spPr>
        <p:txBody>
          <a:bodyPr anchor="b"/>
          <a:lstStyle>
            <a:lvl1pPr marL="0" indent="0">
              <a:lnSpc>
                <a:spcPts val="1600"/>
              </a:lnSpc>
              <a:buNone/>
              <a:defRPr sz="18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8094705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1317-9F05-4B15-B0D6-EDD0963662DA}"/>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D1A30F7-982D-44C8-8697-03EE0B2E0FBB}"/>
              </a:ext>
            </a:extLst>
          </p:cNvPr>
          <p:cNvSpPr>
            <a:spLocks noGrp="1"/>
          </p:cNvSpPr>
          <p:nvPr>
            <p:ph type="ftr" sz="quarter" idx="11"/>
          </p:nvPr>
        </p:nvSpPr>
        <p:spPr>
          <a:xfrm>
            <a:off x="609596" y="5791200"/>
            <a:ext cx="10972808" cy="320040"/>
          </a:xfrm>
        </p:spPr>
        <p:txBody>
          <a:bodyPr/>
          <a:lstStyle>
            <a:lvl1pPr>
              <a:defRPr sz="1000"/>
            </a:lvl1pPr>
          </a:lstStyle>
          <a:p>
            <a:endParaRPr lang="en-US"/>
          </a:p>
        </p:txBody>
      </p:sp>
      <p:sp>
        <p:nvSpPr>
          <p:cNvPr id="5" name="Content Placeholder 3">
            <a:extLst>
              <a:ext uri="{FF2B5EF4-FFF2-40B4-BE49-F238E27FC236}">
                <a16:creationId xmlns:a16="http://schemas.microsoft.com/office/drawing/2014/main" id="{0837A439-C961-4AE6-8463-049F9D396798}"/>
              </a:ext>
            </a:extLst>
          </p:cNvPr>
          <p:cNvSpPr>
            <a:spLocks noGrp="1"/>
          </p:cNvSpPr>
          <p:nvPr>
            <p:ph sz="quarter" idx="10"/>
          </p:nvPr>
        </p:nvSpPr>
        <p:spPr>
          <a:xfrm>
            <a:off x="609600" y="1219200"/>
            <a:ext cx="109728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5744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List">
    <p:bg>
      <p:bgPr>
        <a:solidFill>
          <a:srgbClr val="FFFFFF"/>
        </a:solidFill>
        <a:effectLst/>
      </p:bgPr>
    </p:bg>
    <p:spTree>
      <p:nvGrpSpPr>
        <p:cNvPr id="1" name=""/>
        <p:cNvGrpSpPr/>
        <p:nvPr/>
      </p:nvGrpSpPr>
      <p:grpSpPr>
        <a:xfrm>
          <a:off x="0" y="0"/>
          <a:ext cx="0" cy="0"/>
          <a:chOff x="0" y="0"/>
          <a:chExt cx="0" cy="0"/>
        </a:xfrm>
      </p:grpSpPr>
      <p:sp>
        <p:nvSpPr>
          <p:cNvPr id="69" name="Shape 69"/>
          <p:cNvSpPr/>
          <p:nvPr/>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2022</a:t>
            </a:r>
            <a:endParaRPr sz="844">
              <a:latin typeface="Calibri" panose="020F0502020204030204" pitchFamily="34" charset="0"/>
              <a:cs typeface="Calibri" panose="020F0502020204030204" pitchFamily="34" charset="0"/>
            </a:endParaRPr>
          </a:p>
        </p:txBody>
      </p:sp>
      <p:sp>
        <p:nvSpPr>
          <p:cNvPr id="70" name="Shape 70"/>
          <p:cNvSpPr>
            <a:spLocks noGrp="1"/>
          </p:cNvSpPr>
          <p:nvPr>
            <p:ph type="sldNum" sz="quarter" idx="2"/>
          </p:nvPr>
        </p:nvSpPr>
        <p:spPr>
          <a:xfrm>
            <a:off x="11677594" y="6500813"/>
            <a:ext cx="270908" cy="275717"/>
          </a:xfrm>
          <a:prstGeom prst="rect">
            <a:avLst/>
          </a:prstGeom>
        </p:spPr>
        <p:txBody>
          <a:bodyPr/>
          <a:lstStyle>
            <a:lvl1pPr>
              <a:defRPr>
                <a:solidFill>
                  <a:srgbClr val="677F9F"/>
                </a:solidFill>
              </a:defRPr>
            </a:lvl1pPr>
          </a:lstStyle>
          <a:p>
            <a:fld id="{86CB4B4D-7CA3-9044-876B-883B54F8677D}" type="slidenum">
              <a:rPr/>
              <a:t>‹#›</a:t>
            </a:fld>
            <a:endParaRPr/>
          </a:p>
        </p:txBody>
      </p:sp>
      <p:sp>
        <p:nvSpPr>
          <p:cNvPr id="72" name="Shape 72"/>
          <p:cNvSpPr/>
          <p:nvPr/>
        </p:nvSpPr>
        <p:spPr>
          <a:xfrm flipV="1">
            <a:off x="729445" y="6500812"/>
            <a:ext cx="1" cy="214313"/>
          </a:xfrm>
          <a:prstGeom prst="line">
            <a:avLst/>
          </a:prstGeom>
          <a:ln>
            <a:solidFill>
              <a:srgbClr val="DCDEE0"/>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75" name="Shape 75"/>
          <p:cNvSpPr>
            <a:spLocks noGrp="1"/>
          </p:cNvSpPr>
          <p:nvPr>
            <p:ph type="body" sz="quarter" idx="15"/>
          </p:nvPr>
        </p:nvSpPr>
        <p:spPr>
          <a:xfrm>
            <a:off x="1029262" y="1671309"/>
            <a:ext cx="2753959" cy="362215"/>
          </a:xfrm>
          <a:prstGeom prst="rect">
            <a:avLst/>
          </a:prstGeom>
        </p:spPr>
        <p:txBody>
          <a:bodyPr wrap="none">
            <a:spAutoFit/>
          </a:bodyPr>
          <a:lstStyle>
            <a:lvl1pPr marL="0" indent="0">
              <a:spcBef>
                <a:spcPts val="0"/>
              </a:spcBef>
              <a:buSzTx/>
              <a:buNone/>
              <a:defRPr sz="1687">
                <a:latin typeface="Calibri" panose="020F0502020204030204" pitchFamily="34" charset="0"/>
                <a:ea typeface="Calibri" panose="020F0502020204030204" pitchFamily="34" charset="0"/>
                <a:cs typeface="Calibri" panose="020F0502020204030204" pitchFamily="34" charset="0"/>
                <a:sym typeface="Avenir Heavy"/>
              </a:defRPr>
            </a:lvl1pPr>
          </a:lstStyle>
          <a:p>
            <a:pPr lvl="0"/>
            <a:r>
              <a:rPr lang="en-US"/>
              <a:t>Click to edit Master text styles</a:t>
            </a:r>
          </a:p>
        </p:txBody>
      </p:sp>
      <p:sp>
        <p:nvSpPr>
          <p:cNvPr id="76" name="Shape 76"/>
          <p:cNvSpPr>
            <a:spLocks noGrp="1"/>
          </p:cNvSpPr>
          <p:nvPr>
            <p:ph type="body" sz="quarter" idx="1"/>
          </p:nvPr>
        </p:nvSpPr>
        <p:spPr>
          <a:xfrm>
            <a:off x="1060434" y="2079187"/>
            <a:ext cx="4853652" cy="3069406"/>
          </a:xfrm>
          <a:prstGeom prst="rect">
            <a:avLst/>
          </a:prstGeom>
        </p:spPr>
        <p:txBody>
          <a:bodyPr anchor="t">
            <a:normAutofit/>
          </a:bodyPr>
          <a:lstStyle>
            <a:lvl1pPr marL="238127" indent="-238127">
              <a:spcBef>
                <a:spcPts val="1406"/>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1pPr>
            <a:lvl2pPr marL="654853" indent="-238129">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2pPr>
            <a:lvl3pPr marL="1131110" indent="-297661">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3pPr>
            <a:lvl4pPr marL="1488303"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4pPr>
            <a:lvl5pPr marL="1905028"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Shape 56">
            <a:extLst>
              <a:ext uri="{FF2B5EF4-FFF2-40B4-BE49-F238E27FC236}">
                <a16:creationId xmlns:a16="http://schemas.microsoft.com/office/drawing/2014/main" id="{B41ED6E9-C809-4B00-9109-DB31334DE413}"/>
              </a:ext>
            </a:extLst>
          </p:cNvPr>
          <p:cNvSpPr>
            <a:spLocks noGrp="1"/>
          </p:cNvSpPr>
          <p:nvPr>
            <p:ph type="body" sz="quarter" idx="14" hasCustomPrompt="1"/>
          </p:nvPr>
        </p:nvSpPr>
        <p:spPr>
          <a:xfrm>
            <a:off x="841199" y="343238"/>
            <a:ext cx="7610492" cy="391133"/>
          </a:xfrm>
          <a:prstGeom prst="rect">
            <a:avLst/>
          </a:prstGeom>
        </p:spPr>
        <p:txBody>
          <a:bodyPr wrap="square">
            <a:spAutoFit/>
          </a:bodyPr>
          <a:lstStyle>
            <a:lvl1pPr marL="0" indent="0">
              <a:spcBef>
                <a:spcPts val="0"/>
              </a:spcBef>
              <a:buSzTx/>
              <a:buNone/>
              <a:defRPr sz="1875" b="1">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Slide title</a:t>
            </a:r>
          </a:p>
        </p:txBody>
      </p:sp>
      <p:sp>
        <p:nvSpPr>
          <p:cNvPr id="14" name="Shape 45">
            <a:extLst>
              <a:ext uri="{FF2B5EF4-FFF2-40B4-BE49-F238E27FC236}">
                <a16:creationId xmlns:a16="http://schemas.microsoft.com/office/drawing/2014/main" id="{78CFE139-0FE2-4EFC-AB17-46E209FF11A1}"/>
              </a:ext>
            </a:extLst>
          </p:cNvPr>
          <p:cNvSpPr/>
          <p:nvPr userDrawn="1"/>
        </p:nvSpPr>
        <p:spPr>
          <a:xfrm>
            <a:off x="616149" y="394534"/>
            <a:ext cx="113295" cy="288541"/>
          </a:xfrm>
          <a:prstGeom prst="rect">
            <a:avLst/>
          </a:prstGeom>
          <a:solidFill>
            <a:srgbClr val="F9BF3B"/>
          </a:solidFill>
          <a:ln w="12700">
            <a:miter lim="400000"/>
          </a:ln>
        </p:spPr>
        <p:txBody>
          <a:bodyPr lIns="47625" tIns="47625" rIns="47625" bIns="47625" anchor="ctr"/>
          <a:lstStyle/>
          <a:p>
            <a:pPr>
              <a:defRPr sz="2400">
                <a:solidFill>
                  <a:srgbClr val="FFFFFF"/>
                </a:solidFill>
              </a:defRPr>
            </a:pPr>
            <a:endParaRPr sz="225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80C7EA7F-C8A5-4014-A0A1-EE370F4CF2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
        <p:nvSpPr>
          <p:cNvPr id="12" name="Shape 105">
            <a:extLst>
              <a:ext uri="{FF2B5EF4-FFF2-40B4-BE49-F238E27FC236}">
                <a16:creationId xmlns:a16="http://schemas.microsoft.com/office/drawing/2014/main" id="{544DD525-4216-6BBE-757E-FBE04EDFCC79}"/>
              </a:ext>
            </a:extLst>
          </p:cNvPr>
          <p:cNvSpPr/>
          <p:nvPr userDrawn="1"/>
        </p:nvSpPr>
        <p:spPr>
          <a:xfrm>
            <a:off x="701" y="6802207"/>
            <a:ext cx="12190599" cy="61726"/>
          </a:xfrm>
          <a:prstGeom prst="rect">
            <a:avLst/>
          </a:prstGeom>
          <a:gradFill>
            <a:gsLst>
              <a:gs pos="0">
                <a:srgbClr val="151D24"/>
              </a:gs>
              <a:gs pos="41352">
                <a:srgbClr val="677F9D"/>
              </a:gs>
              <a:gs pos="99772">
                <a:srgbClr val="7497CA"/>
              </a:gs>
            </a:gsLst>
          </a:gradFill>
          <a:ln w="12700">
            <a:miter lim="400000"/>
          </a:ln>
        </p:spPr>
        <p:txBody>
          <a:bodyPr lIns="35718" tIns="35718" rIns="35718" bIns="35718" anchor="ctr"/>
          <a:lstStyle/>
          <a:p>
            <a:pPr>
              <a:defRPr sz="2400">
                <a:solidFill>
                  <a:srgbClr val="FFFFFF"/>
                </a:solidFill>
              </a:defRPr>
            </a:pPr>
            <a:endParaRPr sz="1687"/>
          </a:p>
        </p:txBody>
      </p:sp>
    </p:spTree>
    <p:extLst>
      <p:ext uri="{BB962C8B-B14F-4D97-AF65-F5344CB8AC3E}">
        <p14:creationId xmlns:p14="http://schemas.microsoft.com/office/powerpoint/2010/main" val="769728373"/>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2_Cover Page">
    <p:bg>
      <p:bgPr>
        <a:solidFill>
          <a:srgbClr val="151D24"/>
        </a:solidFill>
        <a:effectLst/>
      </p:bgPr>
    </p:bg>
    <p:spTree>
      <p:nvGrpSpPr>
        <p:cNvPr id="1" name=""/>
        <p:cNvGrpSpPr/>
        <p:nvPr/>
      </p:nvGrpSpPr>
      <p:grpSpPr>
        <a:xfrm>
          <a:off x="0" y="0"/>
          <a:ext cx="0" cy="0"/>
          <a:chOff x="0" y="0"/>
          <a:chExt cx="0" cy="0"/>
        </a:xfrm>
      </p:grpSpPr>
      <p:sp>
        <p:nvSpPr>
          <p:cNvPr id="15" name="Shape 15"/>
          <p:cNvSpPr>
            <a:spLocks noGrp="1"/>
          </p:cNvSpPr>
          <p:nvPr>
            <p:ph type="body" sz="quarter" idx="14" hasCustomPrompt="1"/>
          </p:nvPr>
        </p:nvSpPr>
        <p:spPr>
          <a:xfrm>
            <a:off x="5000118" y="3162078"/>
            <a:ext cx="1840119" cy="461665"/>
          </a:xfrm>
          <a:prstGeom prst="rect">
            <a:avLst/>
          </a:prstGeom>
        </p:spPr>
        <p:txBody>
          <a:bodyPr wrap="none">
            <a:spAutoFit/>
          </a:bodyPr>
          <a:lstStyle>
            <a:lvl1pPr marL="0" indent="0">
              <a:spcBef>
                <a:spcPts val="0"/>
              </a:spcBef>
              <a:buSzTx/>
              <a:buNone/>
              <a:defRPr sz="3000">
                <a:solidFill>
                  <a:srgbClr val="FFFFFF"/>
                </a:solidFill>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Questions?</a:t>
            </a:r>
            <a:endParaRPr/>
          </a:p>
        </p:txBody>
      </p:sp>
      <p:sp>
        <p:nvSpPr>
          <p:cNvPr id="16" name="Shape 16"/>
          <p:cNvSpPr/>
          <p:nvPr/>
        </p:nvSpPr>
        <p:spPr>
          <a:xfrm flipV="1">
            <a:off x="4394022" y="2756970"/>
            <a:ext cx="1" cy="1344060"/>
          </a:xfrm>
          <a:prstGeom prst="line">
            <a:avLst/>
          </a:prstGeom>
          <a:ln w="25400">
            <a:solidFill>
              <a:srgbClr val="151D24"/>
            </a:solidFill>
            <a:miter lim="400000"/>
          </a:ln>
          <a:effectLst>
            <a:outerShdw blurRad="25400" dist="27131" rotWithShape="0">
              <a:srgbClr val="000000">
                <a:alpha val="18863"/>
              </a:srgbClr>
            </a:outerShdw>
          </a:effectLst>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17" name="Shape 17"/>
          <p:cNvSpPr/>
          <p:nvPr/>
        </p:nvSpPr>
        <p:spPr>
          <a:xfrm flipV="1">
            <a:off x="4405928" y="2730913"/>
            <a:ext cx="1" cy="1396174"/>
          </a:xfrm>
          <a:prstGeom prst="line">
            <a:avLst/>
          </a:prstGeom>
          <a:ln w="12700">
            <a:solidFill>
              <a:srgbClr val="10171D"/>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20" name="Shape 20"/>
          <p:cNvSpPr>
            <a:spLocks noGrp="1"/>
          </p:cNvSpPr>
          <p:nvPr>
            <p:ph type="sldNum" sz="quarter" idx="2"/>
          </p:nvPr>
        </p:nvSpPr>
        <p:spPr>
          <a:xfrm>
            <a:off x="11696651" y="6496348"/>
            <a:ext cx="241195" cy="245259"/>
          </a:xfrm>
          <a:prstGeom prst="rect">
            <a:avLst/>
          </a:prstGeom>
        </p:spPr>
        <p:txBody>
          <a:bodyPr/>
          <a:lstStyle>
            <a:lvl1pPr>
              <a:defRPr>
                <a:solidFill>
                  <a:srgbClr val="677F9F"/>
                </a:solidFill>
              </a:defRPr>
            </a:lvl1pPr>
          </a:lstStyle>
          <a:p>
            <a:fld id="{86CB4B4D-7CA3-9044-876B-883B54F8677D}" type="slidenum">
              <a:t>‹#›</a:t>
            </a:fld>
            <a:endParaRPr/>
          </a:p>
        </p:txBody>
      </p:sp>
      <p:pic>
        <p:nvPicPr>
          <p:cNvPr id="4" name="Picture 3"/>
          <p:cNvPicPr>
            <a:picLocks noChangeAspect="1"/>
          </p:cNvPicPr>
          <p:nvPr userDrawn="1"/>
        </p:nvPicPr>
        <p:blipFill>
          <a:blip r:embed="rId2">
            <a:clrChange>
              <a:clrFrom>
                <a:srgbClr val="FFFFFF"/>
              </a:clrFrom>
              <a:clrTo>
                <a:srgbClr val="FFFFFF">
                  <a:alpha val="0"/>
                </a:srgbClr>
              </a:clrTo>
            </a:clrChange>
            <a:lum bright="70000" contrast="-70000"/>
            <a:alphaModFix amt="5000"/>
            <a:extLst>
              <a:ext uri="{28A0092B-C50C-407E-A947-70E740481C1C}">
                <a14:useLocalDpi xmlns:a14="http://schemas.microsoft.com/office/drawing/2010/main" val="0"/>
              </a:ext>
            </a:extLst>
          </a:blip>
          <a:stretch>
            <a:fillRect/>
          </a:stretch>
        </p:blipFill>
        <p:spPr>
          <a:xfrm>
            <a:off x="638078" y="1279944"/>
            <a:ext cx="10915845" cy="4298114"/>
          </a:xfrm>
          <a:prstGeom prst="rect">
            <a:avLst/>
          </a:prstGeom>
          <a:noFill/>
        </p:spPr>
      </p:pic>
      <p:sp>
        <p:nvSpPr>
          <p:cNvPr id="10" name="Shape 131"/>
          <p:cNvSpPr/>
          <p:nvPr userDrawn="1"/>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2021</a:t>
            </a:r>
            <a:endParaRPr sz="844">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29269044-FF29-49FB-8747-1CD18D97E7E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Tree>
    <p:extLst>
      <p:ext uri="{BB962C8B-B14F-4D97-AF65-F5344CB8AC3E}">
        <p14:creationId xmlns:p14="http://schemas.microsoft.com/office/powerpoint/2010/main" val="3025056574"/>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reak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1716137"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1716137"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
        <p:nvSpPr>
          <p:cNvPr id="13" name="Slide Number Placeholder 5">
            <a:extLst>
              <a:ext uri="{FF2B5EF4-FFF2-40B4-BE49-F238E27FC236}">
                <a16:creationId xmlns:a16="http://schemas.microsoft.com/office/drawing/2014/main" id="{FCB720B0-4D32-63D7-FDF3-6CE86534FFE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8547604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 Columns Text and Callou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02" name="Text Placeholder 47">
            <a:extLst>
              <a:ext uri="{FF2B5EF4-FFF2-40B4-BE49-F238E27FC236}">
                <a16:creationId xmlns:a16="http://schemas.microsoft.com/office/drawing/2014/main" id="{77A3C413-88E4-48DB-8F69-7E2EBB771256}"/>
              </a:ext>
            </a:extLst>
          </p:cNvPr>
          <p:cNvSpPr>
            <a:spLocks noGrp="1"/>
          </p:cNvSpPr>
          <p:nvPr>
            <p:ph type="body" sz="quarter" idx="34" hasCustomPrompt="1"/>
          </p:nvPr>
        </p:nvSpPr>
        <p:spPr>
          <a:xfrm>
            <a:off x="454025"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3" name="Straight Connector 102">
            <a:extLst>
              <a:ext uri="{FF2B5EF4-FFF2-40B4-BE49-F238E27FC236}">
                <a16:creationId xmlns:a16="http://schemas.microsoft.com/office/drawing/2014/main" id="{D3E7E475-B09E-1A57-3694-25843A619F98}"/>
              </a:ext>
            </a:extLst>
          </p:cNvPr>
          <p:cNvCxnSpPr>
            <a:cxnSpLocks/>
          </p:cNvCxnSpPr>
          <p:nvPr userDrawn="1"/>
        </p:nvCxnSpPr>
        <p:spPr>
          <a:xfrm>
            <a:off x="450047"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4" name="Text Placeholder 47">
            <a:extLst>
              <a:ext uri="{FF2B5EF4-FFF2-40B4-BE49-F238E27FC236}">
                <a16:creationId xmlns:a16="http://schemas.microsoft.com/office/drawing/2014/main" id="{47C95425-7608-C8C8-B471-2816B2DE33ED}"/>
              </a:ext>
            </a:extLst>
          </p:cNvPr>
          <p:cNvSpPr>
            <a:spLocks noGrp="1"/>
          </p:cNvSpPr>
          <p:nvPr>
            <p:ph type="body" sz="quarter" idx="35" hasCustomPrompt="1"/>
          </p:nvPr>
        </p:nvSpPr>
        <p:spPr>
          <a:xfrm>
            <a:off x="2802478"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5" name="Straight Connector 104">
            <a:extLst>
              <a:ext uri="{FF2B5EF4-FFF2-40B4-BE49-F238E27FC236}">
                <a16:creationId xmlns:a16="http://schemas.microsoft.com/office/drawing/2014/main" id="{E296C9D3-3A76-DF05-0449-2F624FC740F6}"/>
              </a:ext>
            </a:extLst>
          </p:cNvPr>
          <p:cNvCxnSpPr>
            <a:cxnSpLocks/>
          </p:cNvCxnSpPr>
          <p:nvPr userDrawn="1"/>
        </p:nvCxnSpPr>
        <p:spPr>
          <a:xfrm>
            <a:off x="2802478"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6" name="Text Placeholder 47">
            <a:extLst>
              <a:ext uri="{FF2B5EF4-FFF2-40B4-BE49-F238E27FC236}">
                <a16:creationId xmlns:a16="http://schemas.microsoft.com/office/drawing/2014/main" id="{368AE8CD-0763-4691-3D50-D0B5E0C7AA74}"/>
              </a:ext>
            </a:extLst>
          </p:cNvPr>
          <p:cNvSpPr>
            <a:spLocks noGrp="1"/>
          </p:cNvSpPr>
          <p:nvPr>
            <p:ph type="body" sz="quarter" idx="36" hasCustomPrompt="1"/>
          </p:nvPr>
        </p:nvSpPr>
        <p:spPr>
          <a:xfrm>
            <a:off x="5147073"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7" name="Straight Connector 106">
            <a:extLst>
              <a:ext uri="{FF2B5EF4-FFF2-40B4-BE49-F238E27FC236}">
                <a16:creationId xmlns:a16="http://schemas.microsoft.com/office/drawing/2014/main" id="{BC71509E-AC2E-5E3C-4145-59F709E5DE9A}"/>
              </a:ext>
            </a:extLst>
          </p:cNvPr>
          <p:cNvCxnSpPr>
            <a:cxnSpLocks/>
          </p:cNvCxnSpPr>
          <p:nvPr userDrawn="1"/>
        </p:nvCxnSpPr>
        <p:spPr>
          <a:xfrm>
            <a:off x="5147073"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8" name="Text Placeholder 47">
            <a:extLst>
              <a:ext uri="{FF2B5EF4-FFF2-40B4-BE49-F238E27FC236}">
                <a16:creationId xmlns:a16="http://schemas.microsoft.com/office/drawing/2014/main" id="{0B74EE8A-9EBE-68DA-6D9B-00EAB643490A}"/>
              </a:ext>
            </a:extLst>
          </p:cNvPr>
          <p:cNvSpPr>
            <a:spLocks noGrp="1"/>
          </p:cNvSpPr>
          <p:nvPr>
            <p:ph type="body" sz="quarter" idx="37" hasCustomPrompt="1"/>
          </p:nvPr>
        </p:nvSpPr>
        <p:spPr>
          <a:xfrm>
            <a:off x="750492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9" name="Straight Connector 108">
            <a:extLst>
              <a:ext uri="{FF2B5EF4-FFF2-40B4-BE49-F238E27FC236}">
                <a16:creationId xmlns:a16="http://schemas.microsoft.com/office/drawing/2014/main" id="{AF79A18C-D982-0A08-CA45-60726B1CDE15}"/>
              </a:ext>
            </a:extLst>
          </p:cNvPr>
          <p:cNvCxnSpPr>
            <a:cxnSpLocks/>
          </p:cNvCxnSpPr>
          <p:nvPr userDrawn="1"/>
        </p:nvCxnSpPr>
        <p:spPr>
          <a:xfrm>
            <a:off x="750492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0" name="Text Placeholder 47">
            <a:extLst>
              <a:ext uri="{FF2B5EF4-FFF2-40B4-BE49-F238E27FC236}">
                <a16:creationId xmlns:a16="http://schemas.microsoft.com/office/drawing/2014/main" id="{8A65A85B-ED2E-BC8F-9304-96D2CD7A4859}"/>
              </a:ext>
            </a:extLst>
          </p:cNvPr>
          <p:cNvSpPr>
            <a:spLocks noGrp="1"/>
          </p:cNvSpPr>
          <p:nvPr>
            <p:ph type="body" sz="quarter" idx="38" hasCustomPrompt="1"/>
          </p:nvPr>
        </p:nvSpPr>
        <p:spPr>
          <a:xfrm>
            <a:off x="982008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11" name="Straight Connector 110">
            <a:extLst>
              <a:ext uri="{FF2B5EF4-FFF2-40B4-BE49-F238E27FC236}">
                <a16:creationId xmlns:a16="http://schemas.microsoft.com/office/drawing/2014/main" id="{D0BD0B8C-9639-5DD5-A1F1-69CA87DFC43A}"/>
              </a:ext>
            </a:extLst>
          </p:cNvPr>
          <p:cNvCxnSpPr>
            <a:cxnSpLocks/>
          </p:cNvCxnSpPr>
          <p:nvPr userDrawn="1"/>
        </p:nvCxnSpPr>
        <p:spPr>
          <a:xfrm>
            <a:off x="982008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2" name="Text Placeholder 47">
            <a:extLst>
              <a:ext uri="{FF2B5EF4-FFF2-40B4-BE49-F238E27FC236}">
                <a16:creationId xmlns:a16="http://schemas.microsoft.com/office/drawing/2014/main" id="{B496DB47-268E-5F3E-9EC8-188C48F839F8}"/>
              </a:ext>
            </a:extLst>
          </p:cNvPr>
          <p:cNvSpPr>
            <a:spLocks noGrp="1"/>
          </p:cNvSpPr>
          <p:nvPr>
            <p:ph type="body" sz="quarter" idx="39" hasCustomPrompt="1"/>
          </p:nvPr>
        </p:nvSpPr>
        <p:spPr>
          <a:xfrm>
            <a:off x="454025"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3" name="Text Placeholder 47">
            <a:extLst>
              <a:ext uri="{FF2B5EF4-FFF2-40B4-BE49-F238E27FC236}">
                <a16:creationId xmlns:a16="http://schemas.microsoft.com/office/drawing/2014/main" id="{A364A0D9-AF76-B956-E350-5D4F092FDB52}"/>
              </a:ext>
            </a:extLst>
          </p:cNvPr>
          <p:cNvSpPr>
            <a:spLocks noGrp="1"/>
          </p:cNvSpPr>
          <p:nvPr>
            <p:ph type="body" sz="quarter" idx="40" hasCustomPrompt="1"/>
          </p:nvPr>
        </p:nvSpPr>
        <p:spPr>
          <a:xfrm>
            <a:off x="2802478"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4" name="Text Placeholder 47">
            <a:extLst>
              <a:ext uri="{FF2B5EF4-FFF2-40B4-BE49-F238E27FC236}">
                <a16:creationId xmlns:a16="http://schemas.microsoft.com/office/drawing/2014/main" id="{D2A7F475-6FCC-EB9A-626F-E09EE06ABC55}"/>
              </a:ext>
            </a:extLst>
          </p:cNvPr>
          <p:cNvSpPr>
            <a:spLocks noGrp="1"/>
          </p:cNvSpPr>
          <p:nvPr>
            <p:ph type="body" sz="quarter" idx="41" hasCustomPrompt="1"/>
          </p:nvPr>
        </p:nvSpPr>
        <p:spPr>
          <a:xfrm>
            <a:off x="5147073"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5" name="Text Placeholder 47">
            <a:extLst>
              <a:ext uri="{FF2B5EF4-FFF2-40B4-BE49-F238E27FC236}">
                <a16:creationId xmlns:a16="http://schemas.microsoft.com/office/drawing/2014/main" id="{81315714-9440-9028-5FDE-83E73D209AD1}"/>
              </a:ext>
            </a:extLst>
          </p:cNvPr>
          <p:cNvSpPr>
            <a:spLocks noGrp="1"/>
          </p:cNvSpPr>
          <p:nvPr>
            <p:ph type="body" sz="quarter" idx="42" hasCustomPrompt="1"/>
          </p:nvPr>
        </p:nvSpPr>
        <p:spPr>
          <a:xfrm>
            <a:off x="750492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6" name="Text Placeholder 47">
            <a:extLst>
              <a:ext uri="{FF2B5EF4-FFF2-40B4-BE49-F238E27FC236}">
                <a16:creationId xmlns:a16="http://schemas.microsoft.com/office/drawing/2014/main" id="{13FC437A-4663-9FBB-06E1-32DBF3506E1A}"/>
              </a:ext>
            </a:extLst>
          </p:cNvPr>
          <p:cNvSpPr>
            <a:spLocks noGrp="1"/>
          </p:cNvSpPr>
          <p:nvPr>
            <p:ph type="body" sz="quarter" idx="43" hasCustomPrompt="1"/>
          </p:nvPr>
        </p:nvSpPr>
        <p:spPr>
          <a:xfrm>
            <a:off x="982008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43" name="Text Placeholder 13">
            <a:extLst>
              <a:ext uri="{FF2B5EF4-FFF2-40B4-BE49-F238E27FC236}">
                <a16:creationId xmlns:a16="http://schemas.microsoft.com/office/drawing/2014/main" id="{0FC30368-2E8C-002D-7753-7BFB3DB5F654}"/>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41" name="Straight Connector 40">
            <a:extLst>
              <a:ext uri="{FF2B5EF4-FFF2-40B4-BE49-F238E27FC236}">
                <a16:creationId xmlns:a16="http://schemas.microsoft.com/office/drawing/2014/main" id="{415A7676-FB5F-4162-DB80-8F8C1322EB9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C7890AC5-5B3C-8CE6-C9F5-F70CB5D281AD}"/>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lide Number Placeholder 5">
            <a:extLst>
              <a:ext uri="{FF2B5EF4-FFF2-40B4-BE49-F238E27FC236}">
                <a16:creationId xmlns:a16="http://schemas.microsoft.com/office/drawing/2014/main" id="{D6717BD2-7BCB-437B-7E68-D46F525E5A7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6974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Columns Text and Callout + Icons">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47" name="Straight Connector 46">
            <a:extLst>
              <a:ext uri="{FF2B5EF4-FFF2-40B4-BE49-F238E27FC236}">
                <a16:creationId xmlns:a16="http://schemas.microsoft.com/office/drawing/2014/main" id="{6125D7B6-9E41-3C32-2DD6-C4120DAC5F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1" name="Rounded Rectangle 50">
            <a:extLst>
              <a:ext uri="{FF2B5EF4-FFF2-40B4-BE49-F238E27FC236}">
                <a16:creationId xmlns:a16="http://schemas.microsoft.com/office/drawing/2014/main" id="{BD0084D5-6EE8-A1A8-6C66-E370F0DACD4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Slide Number Placeholder 5">
            <a:extLst>
              <a:ext uri="{FF2B5EF4-FFF2-40B4-BE49-F238E27FC236}">
                <a16:creationId xmlns:a16="http://schemas.microsoft.com/office/drawing/2014/main" id="{DE13CFDF-7DD8-423B-B2FC-86F8DEFF2B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9" name="Text Placeholder 47">
            <a:extLst>
              <a:ext uri="{FF2B5EF4-FFF2-40B4-BE49-F238E27FC236}">
                <a16:creationId xmlns:a16="http://schemas.microsoft.com/office/drawing/2014/main" id="{073ACF33-D7AB-89C2-F712-8D5CE4B39E2E}"/>
              </a:ext>
            </a:extLst>
          </p:cNvPr>
          <p:cNvSpPr>
            <a:spLocks noGrp="1"/>
          </p:cNvSpPr>
          <p:nvPr>
            <p:ph type="body" sz="quarter" idx="22" hasCustomPrompt="1"/>
          </p:nvPr>
        </p:nvSpPr>
        <p:spPr>
          <a:xfrm>
            <a:off x="454025"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EC4E3A3A-C61E-82D0-7BE2-693F61547649}"/>
              </a:ext>
            </a:extLst>
          </p:cNvPr>
          <p:cNvSpPr>
            <a:spLocks noGrp="1"/>
          </p:cNvSpPr>
          <p:nvPr>
            <p:ph type="body" sz="quarter" idx="25" hasCustomPrompt="1"/>
          </p:nvPr>
        </p:nvSpPr>
        <p:spPr>
          <a:xfrm>
            <a:off x="454025"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3" name="Text Placeholder 47">
            <a:extLst>
              <a:ext uri="{FF2B5EF4-FFF2-40B4-BE49-F238E27FC236}">
                <a16:creationId xmlns:a16="http://schemas.microsoft.com/office/drawing/2014/main" id="{D78563C8-185D-2B94-0C4A-331873FE4C9D}"/>
              </a:ext>
            </a:extLst>
          </p:cNvPr>
          <p:cNvSpPr>
            <a:spLocks noGrp="1"/>
          </p:cNvSpPr>
          <p:nvPr>
            <p:ph type="body" sz="quarter" idx="26" hasCustomPrompt="1"/>
          </p:nvPr>
        </p:nvSpPr>
        <p:spPr>
          <a:xfrm>
            <a:off x="2365641"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4" name="Text Placeholder 47">
            <a:extLst>
              <a:ext uri="{FF2B5EF4-FFF2-40B4-BE49-F238E27FC236}">
                <a16:creationId xmlns:a16="http://schemas.microsoft.com/office/drawing/2014/main" id="{5F3953BC-2405-5BD6-A60C-69BBC29A71F2}"/>
              </a:ext>
            </a:extLst>
          </p:cNvPr>
          <p:cNvSpPr>
            <a:spLocks noGrp="1"/>
          </p:cNvSpPr>
          <p:nvPr>
            <p:ph type="body" sz="quarter" idx="27" hasCustomPrompt="1"/>
          </p:nvPr>
        </p:nvSpPr>
        <p:spPr>
          <a:xfrm>
            <a:off x="2365641"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5" name="Text Placeholder 47">
            <a:extLst>
              <a:ext uri="{FF2B5EF4-FFF2-40B4-BE49-F238E27FC236}">
                <a16:creationId xmlns:a16="http://schemas.microsoft.com/office/drawing/2014/main" id="{5DFE29AF-D7F0-F3E9-A336-126DA67AC54B}"/>
              </a:ext>
            </a:extLst>
          </p:cNvPr>
          <p:cNvSpPr>
            <a:spLocks noGrp="1"/>
          </p:cNvSpPr>
          <p:nvPr>
            <p:ph type="body" sz="quarter" idx="28" hasCustomPrompt="1"/>
          </p:nvPr>
        </p:nvSpPr>
        <p:spPr>
          <a:xfrm>
            <a:off x="4277257"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6" name="Text Placeholder 47">
            <a:extLst>
              <a:ext uri="{FF2B5EF4-FFF2-40B4-BE49-F238E27FC236}">
                <a16:creationId xmlns:a16="http://schemas.microsoft.com/office/drawing/2014/main" id="{8A38848B-684F-EC64-5F0D-DCBCB116839E}"/>
              </a:ext>
            </a:extLst>
          </p:cNvPr>
          <p:cNvSpPr>
            <a:spLocks noGrp="1"/>
          </p:cNvSpPr>
          <p:nvPr>
            <p:ph type="body" sz="quarter" idx="29" hasCustomPrompt="1"/>
          </p:nvPr>
        </p:nvSpPr>
        <p:spPr>
          <a:xfrm>
            <a:off x="4277257"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D587F1C3-10D7-33AE-F4B2-ABC0139803C0}"/>
              </a:ext>
            </a:extLst>
          </p:cNvPr>
          <p:cNvSpPr>
            <a:spLocks noGrp="1"/>
          </p:cNvSpPr>
          <p:nvPr>
            <p:ph type="body" sz="quarter" idx="30" hasCustomPrompt="1"/>
          </p:nvPr>
        </p:nvSpPr>
        <p:spPr>
          <a:xfrm>
            <a:off x="6188873"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9" name="Text Placeholder 47">
            <a:extLst>
              <a:ext uri="{FF2B5EF4-FFF2-40B4-BE49-F238E27FC236}">
                <a16:creationId xmlns:a16="http://schemas.microsoft.com/office/drawing/2014/main" id="{6D77EEED-C405-2C27-5BF2-DF0249334EAC}"/>
              </a:ext>
            </a:extLst>
          </p:cNvPr>
          <p:cNvSpPr>
            <a:spLocks noGrp="1"/>
          </p:cNvSpPr>
          <p:nvPr>
            <p:ph type="body" sz="quarter" idx="31" hasCustomPrompt="1"/>
          </p:nvPr>
        </p:nvSpPr>
        <p:spPr>
          <a:xfrm>
            <a:off x="6188873"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1E250F37-AABF-7B2B-1696-7E91EE457B5A}"/>
              </a:ext>
            </a:extLst>
          </p:cNvPr>
          <p:cNvSpPr>
            <a:spLocks noGrp="1"/>
          </p:cNvSpPr>
          <p:nvPr>
            <p:ph type="body" sz="quarter" idx="32" hasCustomPrompt="1"/>
          </p:nvPr>
        </p:nvSpPr>
        <p:spPr>
          <a:xfrm>
            <a:off x="10012104"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1" name="Text Placeholder 47">
            <a:extLst>
              <a:ext uri="{FF2B5EF4-FFF2-40B4-BE49-F238E27FC236}">
                <a16:creationId xmlns:a16="http://schemas.microsoft.com/office/drawing/2014/main" id="{C9722A19-3E6E-A6A8-3323-125CAAE9C953}"/>
              </a:ext>
            </a:extLst>
          </p:cNvPr>
          <p:cNvSpPr>
            <a:spLocks noGrp="1"/>
          </p:cNvSpPr>
          <p:nvPr>
            <p:ph type="body" sz="quarter" idx="33" hasCustomPrompt="1"/>
          </p:nvPr>
        </p:nvSpPr>
        <p:spPr>
          <a:xfrm>
            <a:off x="10012104"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802498F-36A3-F27A-B661-7E09978CF2B3}"/>
              </a:ext>
            </a:extLst>
          </p:cNvPr>
          <p:cNvSpPr>
            <a:spLocks noGrp="1"/>
          </p:cNvSpPr>
          <p:nvPr>
            <p:ph type="body" sz="quarter" idx="34" hasCustomPrompt="1"/>
          </p:nvPr>
        </p:nvSpPr>
        <p:spPr>
          <a:xfrm>
            <a:off x="454025"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69" name="Straight Connector 68">
            <a:extLst>
              <a:ext uri="{FF2B5EF4-FFF2-40B4-BE49-F238E27FC236}">
                <a16:creationId xmlns:a16="http://schemas.microsoft.com/office/drawing/2014/main" id="{884C7F53-9959-0E56-CA4D-34F9F6F6494C}"/>
              </a:ext>
            </a:extLst>
          </p:cNvPr>
          <p:cNvCxnSpPr>
            <a:cxnSpLocks/>
          </p:cNvCxnSpPr>
          <p:nvPr userDrawn="1"/>
        </p:nvCxnSpPr>
        <p:spPr>
          <a:xfrm>
            <a:off x="450047"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0" name="Text Placeholder 47">
            <a:extLst>
              <a:ext uri="{FF2B5EF4-FFF2-40B4-BE49-F238E27FC236}">
                <a16:creationId xmlns:a16="http://schemas.microsoft.com/office/drawing/2014/main" id="{30BB044D-B604-1FA9-698C-DCF5DEF13B97}"/>
              </a:ext>
            </a:extLst>
          </p:cNvPr>
          <p:cNvSpPr>
            <a:spLocks noGrp="1"/>
          </p:cNvSpPr>
          <p:nvPr>
            <p:ph type="body" sz="quarter" idx="35" hasCustomPrompt="1"/>
          </p:nvPr>
        </p:nvSpPr>
        <p:spPr>
          <a:xfrm>
            <a:off x="2365641"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1" name="Straight Connector 70">
            <a:extLst>
              <a:ext uri="{FF2B5EF4-FFF2-40B4-BE49-F238E27FC236}">
                <a16:creationId xmlns:a16="http://schemas.microsoft.com/office/drawing/2014/main" id="{DAD2D07C-E2E4-969C-8788-3E3FF722EFBA}"/>
              </a:ext>
            </a:extLst>
          </p:cNvPr>
          <p:cNvCxnSpPr>
            <a:cxnSpLocks/>
          </p:cNvCxnSpPr>
          <p:nvPr userDrawn="1"/>
        </p:nvCxnSpPr>
        <p:spPr>
          <a:xfrm>
            <a:off x="2362458"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2" name="Text Placeholder 47">
            <a:extLst>
              <a:ext uri="{FF2B5EF4-FFF2-40B4-BE49-F238E27FC236}">
                <a16:creationId xmlns:a16="http://schemas.microsoft.com/office/drawing/2014/main" id="{37DA81C9-3BC7-84A9-DDDE-9C46258D6E97}"/>
              </a:ext>
            </a:extLst>
          </p:cNvPr>
          <p:cNvSpPr>
            <a:spLocks noGrp="1"/>
          </p:cNvSpPr>
          <p:nvPr>
            <p:ph type="body" sz="quarter" idx="36" hasCustomPrompt="1"/>
          </p:nvPr>
        </p:nvSpPr>
        <p:spPr>
          <a:xfrm>
            <a:off x="4277257"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3" name="Straight Connector 72">
            <a:extLst>
              <a:ext uri="{FF2B5EF4-FFF2-40B4-BE49-F238E27FC236}">
                <a16:creationId xmlns:a16="http://schemas.microsoft.com/office/drawing/2014/main" id="{5316139C-991E-2F8A-38FE-5C470DC1DF8D}"/>
              </a:ext>
            </a:extLst>
          </p:cNvPr>
          <p:cNvCxnSpPr>
            <a:cxnSpLocks/>
          </p:cNvCxnSpPr>
          <p:nvPr userDrawn="1"/>
        </p:nvCxnSpPr>
        <p:spPr>
          <a:xfrm>
            <a:off x="4274869"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4" name="Text Placeholder 47">
            <a:extLst>
              <a:ext uri="{FF2B5EF4-FFF2-40B4-BE49-F238E27FC236}">
                <a16:creationId xmlns:a16="http://schemas.microsoft.com/office/drawing/2014/main" id="{1BEB3EFE-0FC0-9E5C-69D3-D462C28D5704}"/>
              </a:ext>
            </a:extLst>
          </p:cNvPr>
          <p:cNvSpPr>
            <a:spLocks noGrp="1"/>
          </p:cNvSpPr>
          <p:nvPr>
            <p:ph type="body" sz="quarter" idx="37" hasCustomPrompt="1"/>
          </p:nvPr>
        </p:nvSpPr>
        <p:spPr>
          <a:xfrm>
            <a:off x="6188873"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5" name="Straight Connector 74">
            <a:extLst>
              <a:ext uri="{FF2B5EF4-FFF2-40B4-BE49-F238E27FC236}">
                <a16:creationId xmlns:a16="http://schemas.microsoft.com/office/drawing/2014/main" id="{8A66B3A1-CF66-D857-6266-D2C27886D3D7}"/>
              </a:ext>
            </a:extLst>
          </p:cNvPr>
          <p:cNvCxnSpPr>
            <a:cxnSpLocks/>
          </p:cNvCxnSpPr>
          <p:nvPr userDrawn="1"/>
        </p:nvCxnSpPr>
        <p:spPr>
          <a:xfrm>
            <a:off x="6187280"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6" name="Text Placeholder 47">
            <a:extLst>
              <a:ext uri="{FF2B5EF4-FFF2-40B4-BE49-F238E27FC236}">
                <a16:creationId xmlns:a16="http://schemas.microsoft.com/office/drawing/2014/main" id="{59ABA37D-4CE7-A30A-3DE3-0E4CAF97C9D5}"/>
              </a:ext>
            </a:extLst>
          </p:cNvPr>
          <p:cNvSpPr>
            <a:spLocks noGrp="1"/>
          </p:cNvSpPr>
          <p:nvPr>
            <p:ph type="body" sz="quarter" idx="38" hasCustomPrompt="1"/>
          </p:nvPr>
        </p:nvSpPr>
        <p:spPr>
          <a:xfrm>
            <a:off x="10012104"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7" name="Straight Connector 76">
            <a:extLst>
              <a:ext uri="{FF2B5EF4-FFF2-40B4-BE49-F238E27FC236}">
                <a16:creationId xmlns:a16="http://schemas.microsoft.com/office/drawing/2014/main" id="{58000490-376A-E725-B89A-5E18510C06E5}"/>
              </a:ext>
            </a:extLst>
          </p:cNvPr>
          <p:cNvCxnSpPr>
            <a:cxnSpLocks/>
          </p:cNvCxnSpPr>
          <p:nvPr userDrawn="1"/>
        </p:nvCxnSpPr>
        <p:spPr>
          <a:xfrm>
            <a:off x="10012104"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8" name="Text Placeholder 47">
            <a:extLst>
              <a:ext uri="{FF2B5EF4-FFF2-40B4-BE49-F238E27FC236}">
                <a16:creationId xmlns:a16="http://schemas.microsoft.com/office/drawing/2014/main" id="{C3ECA2BD-5234-0C0A-C5A7-94F35E49D93D}"/>
              </a:ext>
            </a:extLst>
          </p:cNvPr>
          <p:cNvSpPr>
            <a:spLocks noGrp="1"/>
          </p:cNvSpPr>
          <p:nvPr>
            <p:ph type="body" sz="quarter" idx="39" hasCustomPrompt="1"/>
          </p:nvPr>
        </p:nvSpPr>
        <p:spPr>
          <a:xfrm>
            <a:off x="454025"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79" name="Text Placeholder 47">
            <a:extLst>
              <a:ext uri="{FF2B5EF4-FFF2-40B4-BE49-F238E27FC236}">
                <a16:creationId xmlns:a16="http://schemas.microsoft.com/office/drawing/2014/main" id="{8D85C570-E674-3766-494B-6CCAC42305FD}"/>
              </a:ext>
            </a:extLst>
          </p:cNvPr>
          <p:cNvSpPr>
            <a:spLocks noGrp="1"/>
          </p:cNvSpPr>
          <p:nvPr>
            <p:ph type="body" sz="quarter" idx="40" hasCustomPrompt="1"/>
          </p:nvPr>
        </p:nvSpPr>
        <p:spPr>
          <a:xfrm>
            <a:off x="2365641"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2" name="Text Placeholder 47">
            <a:extLst>
              <a:ext uri="{FF2B5EF4-FFF2-40B4-BE49-F238E27FC236}">
                <a16:creationId xmlns:a16="http://schemas.microsoft.com/office/drawing/2014/main" id="{4D97850D-5858-4E2F-0F54-1D8E108E58D2}"/>
              </a:ext>
            </a:extLst>
          </p:cNvPr>
          <p:cNvSpPr>
            <a:spLocks noGrp="1"/>
          </p:cNvSpPr>
          <p:nvPr>
            <p:ph type="body" sz="quarter" idx="41" hasCustomPrompt="1"/>
          </p:nvPr>
        </p:nvSpPr>
        <p:spPr>
          <a:xfrm>
            <a:off x="4277257"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5" name="Text Placeholder 47">
            <a:extLst>
              <a:ext uri="{FF2B5EF4-FFF2-40B4-BE49-F238E27FC236}">
                <a16:creationId xmlns:a16="http://schemas.microsoft.com/office/drawing/2014/main" id="{03D0AA13-AE70-298E-4DD4-2201730C50FD}"/>
              </a:ext>
            </a:extLst>
          </p:cNvPr>
          <p:cNvSpPr>
            <a:spLocks noGrp="1"/>
          </p:cNvSpPr>
          <p:nvPr>
            <p:ph type="body" sz="quarter" idx="42" hasCustomPrompt="1"/>
          </p:nvPr>
        </p:nvSpPr>
        <p:spPr>
          <a:xfrm>
            <a:off x="6188873"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8" name="Text Placeholder 47">
            <a:extLst>
              <a:ext uri="{FF2B5EF4-FFF2-40B4-BE49-F238E27FC236}">
                <a16:creationId xmlns:a16="http://schemas.microsoft.com/office/drawing/2014/main" id="{7A5A6286-274A-59C4-9552-3B4BC9D486FC}"/>
              </a:ext>
            </a:extLst>
          </p:cNvPr>
          <p:cNvSpPr>
            <a:spLocks noGrp="1"/>
          </p:cNvSpPr>
          <p:nvPr>
            <p:ph type="body" sz="quarter" idx="43" hasCustomPrompt="1"/>
          </p:nvPr>
        </p:nvSpPr>
        <p:spPr>
          <a:xfrm>
            <a:off x="10012104"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1" name="Text Placeholder 47">
            <a:extLst>
              <a:ext uri="{FF2B5EF4-FFF2-40B4-BE49-F238E27FC236}">
                <a16:creationId xmlns:a16="http://schemas.microsoft.com/office/drawing/2014/main" id="{04C8390B-36EA-AAE6-FDD0-14F954C67CD1}"/>
              </a:ext>
            </a:extLst>
          </p:cNvPr>
          <p:cNvSpPr>
            <a:spLocks noGrp="1"/>
          </p:cNvSpPr>
          <p:nvPr>
            <p:ph type="body" sz="quarter" idx="44" hasCustomPrompt="1"/>
          </p:nvPr>
        </p:nvSpPr>
        <p:spPr>
          <a:xfrm>
            <a:off x="8100489"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2" name="Text Placeholder 47">
            <a:extLst>
              <a:ext uri="{FF2B5EF4-FFF2-40B4-BE49-F238E27FC236}">
                <a16:creationId xmlns:a16="http://schemas.microsoft.com/office/drawing/2014/main" id="{C78BB892-E673-9D50-4F09-E632EA08FDEE}"/>
              </a:ext>
            </a:extLst>
          </p:cNvPr>
          <p:cNvSpPr>
            <a:spLocks noGrp="1"/>
          </p:cNvSpPr>
          <p:nvPr>
            <p:ph type="body" sz="quarter" idx="45" hasCustomPrompt="1"/>
          </p:nvPr>
        </p:nvSpPr>
        <p:spPr>
          <a:xfrm>
            <a:off x="8100489"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3" name="Text Placeholder 47">
            <a:extLst>
              <a:ext uri="{FF2B5EF4-FFF2-40B4-BE49-F238E27FC236}">
                <a16:creationId xmlns:a16="http://schemas.microsoft.com/office/drawing/2014/main" id="{B5DA56F8-68CA-AF5A-F7A2-D774BDFE412F}"/>
              </a:ext>
            </a:extLst>
          </p:cNvPr>
          <p:cNvSpPr>
            <a:spLocks noGrp="1"/>
          </p:cNvSpPr>
          <p:nvPr>
            <p:ph type="body" sz="quarter" idx="46" hasCustomPrompt="1"/>
          </p:nvPr>
        </p:nvSpPr>
        <p:spPr>
          <a:xfrm>
            <a:off x="8100489"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94" name="Straight Connector 93">
            <a:extLst>
              <a:ext uri="{FF2B5EF4-FFF2-40B4-BE49-F238E27FC236}">
                <a16:creationId xmlns:a16="http://schemas.microsoft.com/office/drawing/2014/main" id="{B780C00B-6BB0-5D47-57C1-F9202B9E0C55}"/>
              </a:ext>
            </a:extLst>
          </p:cNvPr>
          <p:cNvCxnSpPr>
            <a:cxnSpLocks/>
          </p:cNvCxnSpPr>
          <p:nvPr userDrawn="1"/>
        </p:nvCxnSpPr>
        <p:spPr>
          <a:xfrm>
            <a:off x="8099691"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5" name="Text Placeholder 47">
            <a:extLst>
              <a:ext uri="{FF2B5EF4-FFF2-40B4-BE49-F238E27FC236}">
                <a16:creationId xmlns:a16="http://schemas.microsoft.com/office/drawing/2014/main" id="{46753789-ED39-0848-E314-80DC73AF2C95}"/>
              </a:ext>
            </a:extLst>
          </p:cNvPr>
          <p:cNvSpPr>
            <a:spLocks noGrp="1"/>
          </p:cNvSpPr>
          <p:nvPr>
            <p:ph type="body" sz="quarter" idx="47" hasCustomPrompt="1"/>
          </p:nvPr>
        </p:nvSpPr>
        <p:spPr>
          <a:xfrm>
            <a:off x="8100489"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10028416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Section Ico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29C95DA-6D2F-088A-E659-E0012C88089B}"/>
              </a:ext>
            </a:extLst>
          </p:cNvPr>
          <p:cNvSpPr/>
          <p:nvPr userDrawn="1"/>
        </p:nvSpPr>
        <p:spPr>
          <a:xfrm>
            <a:off x="452582" y="1450110"/>
            <a:ext cx="5421745" cy="942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E33AF4-8395-34D5-509F-452D4243DEE7}"/>
              </a:ext>
            </a:extLst>
          </p:cNvPr>
          <p:cNvSpPr/>
          <p:nvPr userDrawn="1"/>
        </p:nvSpPr>
        <p:spPr>
          <a:xfrm>
            <a:off x="6315364" y="1450110"/>
            <a:ext cx="5421745" cy="942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2EBE849-FE9E-11AE-F97A-D10C5187E84A}"/>
              </a:ext>
            </a:extLst>
          </p:cNvPr>
          <p:cNvSpPr/>
          <p:nvPr userDrawn="1"/>
        </p:nvSpPr>
        <p:spPr>
          <a:xfrm>
            <a:off x="452582" y="4038600"/>
            <a:ext cx="5421745" cy="94210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3413C3A-EC8E-6928-B727-7908B2ABB308}"/>
              </a:ext>
            </a:extLst>
          </p:cNvPr>
          <p:cNvSpPr/>
          <p:nvPr userDrawn="1"/>
        </p:nvSpPr>
        <p:spPr>
          <a:xfrm>
            <a:off x="6315364" y="4038600"/>
            <a:ext cx="5421745" cy="9421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5EF7BFE4-A8F6-5E6A-CAF9-FF500749EE52}"/>
              </a:ext>
            </a:extLst>
          </p:cNvPr>
          <p:cNvGrpSpPr/>
          <p:nvPr userDrawn="1"/>
        </p:nvGrpSpPr>
        <p:grpSpPr>
          <a:xfrm>
            <a:off x="1173735" y="1900046"/>
            <a:ext cx="3979438" cy="969736"/>
            <a:chOff x="1181298" y="1881574"/>
            <a:chExt cx="3979438" cy="969736"/>
          </a:xfrm>
        </p:grpSpPr>
        <p:sp>
          <p:nvSpPr>
            <p:cNvPr id="33" name="Rounded Rectangle 32">
              <a:extLst>
                <a:ext uri="{FF2B5EF4-FFF2-40B4-BE49-F238E27FC236}">
                  <a16:creationId xmlns:a16="http://schemas.microsoft.com/office/drawing/2014/main" id="{7D3F72EC-4D14-BFE7-9582-715E022E217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ounded Rectangle 35">
              <a:extLst>
                <a:ext uri="{FF2B5EF4-FFF2-40B4-BE49-F238E27FC236}">
                  <a16:creationId xmlns:a16="http://schemas.microsoft.com/office/drawing/2014/main" id="{EFB15C83-41D0-854F-661D-2B95F9095280}"/>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ounded Rectangle 46">
              <a:extLst>
                <a:ext uri="{FF2B5EF4-FFF2-40B4-BE49-F238E27FC236}">
                  <a16:creationId xmlns:a16="http://schemas.microsoft.com/office/drawing/2014/main" id="{0FFDA20D-EAE8-91A1-754D-1E4CBA88157D}"/>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B5F10930-BD2F-933C-F8B4-5242A49F4A13}"/>
              </a:ext>
            </a:extLst>
          </p:cNvPr>
          <p:cNvGrpSpPr/>
          <p:nvPr userDrawn="1"/>
        </p:nvGrpSpPr>
        <p:grpSpPr>
          <a:xfrm>
            <a:off x="7036517" y="1900046"/>
            <a:ext cx="3979438" cy="969736"/>
            <a:chOff x="1181298" y="1881574"/>
            <a:chExt cx="3979438" cy="969736"/>
          </a:xfrm>
        </p:grpSpPr>
        <p:sp>
          <p:nvSpPr>
            <p:cNvPr id="49" name="Rounded Rectangle 48">
              <a:extLst>
                <a:ext uri="{FF2B5EF4-FFF2-40B4-BE49-F238E27FC236}">
                  <a16:creationId xmlns:a16="http://schemas.microsoft.com/office/drawing/2014/main" id="{DFDD1143-55D2-DA60-057D-9839174E0B9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a:extLst>
                <a:ext uri="{FF2B5EF4-FFF2-40B4-BE49-F238E27FC236}">
                  <a16:creationId xmlns:a16="http://schemas.microsoft.com/office/drawing/2014/main" id="{695F0687-D46F-19CF-EEFC-57FCA2D4F2E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ounded Rectangle 50">
              <a:extLst>
                <a:ext uri="{FF2B5EF4-FFF2-40B4-BE49-F238E27FC236}">
                  <a16:creationId xmlns:a16="http://schemas.microsoft.com/office/drawing/2014/main" id="{5DC3B8E6-FFCB-2242-1264-A698BBBC6832}"/>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141CC35A-007F-113F-A2BE-8754BF86B112}"/>
              </a:ext>
            </a:extLst>
          </p:cNvPr>
          <p:cNvGrpSpPr/>
          <p:nvPr userDrawn="1"/>
        </p:nvGrpSpPr>
        <p:grpSpPr>
          <a:xfrm>
            <a:off x="1173735" y="4488536"/>
            <a:ext cx="3979438" cy="969736"/>
            <a:chOff x="1181298" y="1881574"/>
            <a:chExt cx="3979438" cy="969736"/>
          </a:xfrm>
        </p:grpSpPr>
        <p:sp>
          <p:nvSpPr>
            <p:cNvPr id="54" name="Rounded Rectangle 53">
              <a:extLst>
                <a:ext uri="{FF2B5EF4-FFF2-40B4-BE49-F238E27FC236}">
                  <a16:creationId xmlns:a16="http://schemas.microsoft.com/office/drawing/2014/main" id="{0B688187-5F19-DA2D-E9A3-5776F18A4835}"/>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ounded Rectangle 54">
              <a:extLst>
                <a:ext uri="{FF2B5EF4-FFF2-40B4-BE49-F238E27FC236}">
                  <a16:creationId xmlns:a16="http://schemas.microsoft.com/office/drawing/2014/main" id="{2AAF3578-BF0D-4CFC-2383-B003C7AD65ED}"/>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ounded Rectangle 55">
              <a:extLst>
                <a:ext uri="{FF2B5EF4-FFF2-40B4-BE49-F238E27FC236}">
                  <a16:creationId xmlns:a16="http://schemas.microsoft.com/office/drawing/2014/main" id="{B03DFD6A-351F-F03A-9C7E-CCFCF881C7D5}"/>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Group 56">
            <a:extLst>
              <a:ext uri="{FF2B5EF4-FFF2-40B4-BE49-F238E27FC236}">
                <a16:creationId xmlns:a16="http://schemas.microsoft.com/office/drawing/2014/main" id="{B76899D2-74A5-633D-D0CC-DE47FED8084D}"/>
              </a:ext>
            </a:extLst>
          </p:cNvPr>
          <p:cNvGrpSpPr/>
          <p:nvPr userDrawn="1"/>
        </p:nvGrpSpPr>
        <p:grpSpPr>
          <a:xfrm>
            <a:off x="7036517" y="4488536"/>
            <a:ext cx="3979438" cy="969736"/>
            <a:chOff x="1181298" y="1881574"/>
            <a:chExt cx="3979438" cy="969736"/>
          </a:xfrm>
        </p:grpSpPr>
        <p:sp>
          <p:nvSpPr>
            <p:cNvPr id="58" name="Rounded Rectangle 57">
              <a:extLst>
                <a:ext uri="{FF2B5EF4-FFF2-40B4-BE49-F238E27FC236}">
                  <a16:creationId xmlns:a16="http://schemas.microsoft.com/office/drawing/2014/main" id="{895DE74B-17F4-504B-08C1-89774782BB13}"/>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4ED71690-0980-8F06-7F9B-AF674F59953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4B9FF4FC-85A7-B4BE-3438-AF04F8862F4A}"/>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1" name="Text Placeholder 47">
            <a:extLst>
              <a:ext uri="{FF2B5EF4-FFF2-40B4-BE49-F238E27FC236}">
                <a16:creationId xmlns:a16="http://schemas.microsoft.com/office/drawing/2014/main" id="{1291A37F-B1C9-E988-0429-04B301FAE502}"/>
              </a:ext>
            </a:extLst>
          </p:cNvPr>
          <p:cNvSpPr>
            <a:spLocks noGrp="1"/>
          </p:cNvSpPr>
          <p:nvPr>
            <p:ph type="body" sz="quarter" idx="25" hasCustomPrompt="1"/>
          </p:nvPr>
        </p:nvSpPr>
        <p:spPr>
          <a:xfrm>
            <a:off x="9840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055AE0B4-BF0B-B8F1-987C-CF7D7BB90555}"/>
              </a:ext>
            </a:extLst>
          </p:cNvPr>
          <p:cNvSpPr>
            <a:spLocks noGrp="1"/>
          </p:cNvSpPr>
          <p:nvPr>
            <p:ph type="body" sz="quarter" idx="26" hasCustomPrompt="1"/>
          </p:nvPr>
        </p:nvSpPr>
        <p:spPr>
          <a:xfrm>
            <a:off x="25067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9D414C50-C232-0C0A-5108-4EA197CA0E9E}"/>
              </a:ext>
            </a:extLst>
          </p:cNvPr>
          <p:cNvSpPr>
            <a:spLocks noGrp="1"/>
          </p:cNvSpPr>
          <p:nvPr>
            <p:ph type="body" sz="quarter" idx="27" hasCustomPrompt="1"/>
          </p:nvPr>
        </p:nvSpPr>
        <p:spPr>
          <a:xfrm>
            <a:off x="40293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A81737DE-97B0-B2C2-A419-91EBE7D8226E}"/>
              </a:ext>
            </a:extLst>
          </p:cNvPr>
          <p:cNvSpPr>
            <a:spLocks noGrp="1"/>
          </p:cNvSpPr>
          <p:nvPr>
            <p:ph type="body" sz="quarter" idx="28" hasCustomPrompt="1"/>
          </p:nvPr>
        </p:nvSpPr>
        <p:spPr>
          <a:xfrm>
            <a:off x="9840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5" name="Text Placeholder 47">
            <a:extLst>
              <a:ext uri="{FF2B5EF4-FFF2-40B4-BE49-F238E27FC236}">
                <a16:creationId xmlns:a16="http://schemas.microsoft.com/office/drawing/2014/main" id="{4366AA90-6795-DEE3-1569-C5E511B8B6BD}"/>
              </a:ext>
            </a:extLst>
          </p:cNvPr>
          <p:cNvSpPr>
            <a:spLocks noGrp="1"/>
          </p:cNvSpPr>
          <p:nvPr>
            <p:ph type="body" sz="quarter" idx="29" hasCustomPrompt="1"/>
          </p:nvPr>
        </p:nvSpPr>
        <p:spPr>
          <a:xfrm>
            <a:off x="25067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6" name="Text Placeholder 47">
            <a:extLst>
              <a:ext uri="{FF2B5EF4-FFF2-40B4-BE49-F238E27FC236}">
                <a16:creationId xmlns:a16="http://schemas.microsoft.com/office/drawing/2014/main" id="{6D26B3A5-2F90-0727-078A-50A1114C17EE}"/>
              </a:ext>
            </a:extLst>
          </p:cNvPr>
          <p:cNvSpPr>
            <a:spLocks noGrp="1"/>
          </p:cNvSpPr>
          <p:nvPr>
            <p:ph type="body" sz="quarter" idx="30" hasCustomPrompt="1"/>
          </p:nvPr>
        </p:nvSpPr>
        <p:spPr>
          <a:xfrm>
            <a:off x="40293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7" name="Text Placeholder 47">
            <a:extLst>
              <a:ext uri="{FF2B5EF4-FFF2-40B4-BE49-F238E27FC236}">
                <a16:creationId xmlns:a16="http://schemas.microsoft.com/office/drawing/2014/main" id="{DFB23C7F-A71D-104D-1937-246091888BBE}"/>
              </a:ext>
            </a:extLst>
          </p:cNvPr>
          <p:cNvSpPr>
            <a:spLocks noGrp="1"/>
          </p:cNvSpPr>
          <p:nvPr>
            <p:ph type="body" sz="quarter" idx="31" hasCustomPrompt="1"/>
          </p:nvPr>
        </p:nvSpPr>
        <p:spPr>
          <a:xfrm>
            <a:off x="68514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8" name="Text Placeholder 47">
            <a:extLst>
              <a:ext uri="{FF2B5EF4-FFF2-40B4-BE49-F238E27FC236}">
                <a16:creationId xmlns:a16="http://schemas.microsoft.com/office/drawing/2014/main" id="{CAA3A87C-364C-F74B-82F6-1AE88BFC4937}"/>
              </a:ext>
            </a:extLst>
          </p:cNvPr>
          <p:cNvSpPr>
            <a:spLocks noGrp="1"/>
          </p:cNvSpPr>
          <p:nvPr>
            <p:ph type="body" sz="quarter" idx="32" hasCustomPrompt="1"/>
          </p:nvPr>
        </p:nvSpPr>
        <p:spPr>
          <a:xfrm>
            <a:off x="83741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9" name="Text Placeholder 47">
            <a:extLst>
              <a:ext uri="{FF2B5EF4-FFF2-40B4-BE49-F238E27FC236}">
                <a16:creationId xmlns:a16="http://schemas.microsoft.com/office/drawing/2014/main" id="{F1D18461-B937-FB69-39A2-3DC6BE0BE5F8}"/>
              </a:ext>
            </a:extLst>
          </p:cNvPr>
          <p:cNvSpPr>
            <a:spLocks noGrp="1"/>
          </p:cNvSpPr>
          <p:nvPr>
            <p:ph type="body" sz="quarter" idx="33" hasCustomPrompt="1"/>
          </p:nvPr>
        </p:nvSpPr>
        <p:spPr>
          <a:xfrm>
            <a:off x="98967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0" name="Text Placeholder 47">
            <a:extLst>
              <a:ext uri="{FF2B5EF4-FFF2-40B4-BE49-F238E27FC236}">
                <a16:creationId xmlns:a16="http://schemas.microsoft.com/office/drawing/2014/main" id="{EBD656C6-7CEB-2B0A-E374-38C80068ED9E}"/>
              </a:ext>
            </a:extLst>
          </p:cNvPr>
          <p:cNvSpPr>
            <a:spLocks noGrp="1"/>
          </p:cNvSpPr>
          <p:nvPr>
            <p:ph type="body" sz="quarter" idx="34" hasCustomPrompt="1"/>
          </p:nvPr>
        </p:nvSpPr>
        <p:spPr>
          <a:xfrm>
            <a:off x="68514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1" name="Text Placeholder 47">
            <a:extLst>
              <a:ext uri="{FF2B5EF4-FFF2-40B4-BE49-F238E27FC236}">
                <a16:creationId xmlns:a16="http://schemas.microsoft.com/office/drawing/2014/main" id="{8348C0DD-7EC9-9A7D-B722-1D0B49AEBA81}"/>
              </a:ext>
            </a:extLst>
          </p:cNvPr>
          <p:cNvSpPr>
            <a:spLocks noGrp="1"/>
          </p:cNvSpPr>
          <p:nvPr>
            <p:ph type="body" sz="quarter" idx="35" hasCustomPrompt="1"/>
          </p:nvPr>
        </p:nvSpPr>
        <p:spPr>
          <a:xfrm>
            <a:off x="83741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2" name="Text Placeholder 47">
            <a:extLst>
              <a:ext uri="{FF2B5EF4-FFF2-40B4-BE49-F238E27FC236}">
                <a16:creationId xmlns:a16="http://schemas.microsoft.com/office/drawing/2014/main" id="{A09086DD-9B86-7C7E-E761-C7DAD49FEDE5}"/>
              </a:ext>
            </a:extLst>
          </p:cNvPr>
          <p:cNvSpPr>
            <a:spLocks noGrp="1"/>
          </p:cNvSpPr>
          <p:nvPr>
            <p:ph type="body" sz="quarter" idx="36" hasCustomPrompt="1"/>
          </p:nvPr>
        </p:nvSpPr>
        <p:spPr>
          <a:xfrm>
            <a:off x="98967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cxnSp>
        <p:nvCxnSpPr>
          <p:cNvPr id="52" name="Straight Connector 51">
            <a:extLst>
              <a:ext uri="{FF2B5EF4-FFF2-40B4-BE49-F238E27FC236}">
                <a16:creationId xmlns:a16="http://schemas.microsoft.com/office/drawing/2014/main" id="{4A59914B-319C-7674-C290-50747FD074B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73" name="Rounded Rectangle 72">
            <a:extLst>
              <a:ext uri="{FF2B5EF4-FFF2-40B4-BE49-F238E27FC236}">
                <a16:creationId xmlns:a16="http://schemas.microsoft.com/office/drawing/2014/main" id="{9C109D29-E6BD-99CE-B932-BF9207263CA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aphic 62">
            <a:extLst>
              <a:ext uri="{FF2B5EF4-FFF2-40B4-BE49-F238E27FC236}">
                <a16:creationId xmlns:a16="http://schemas.microsoft.com/office/drawing/2014/main" id="{1EC79FF0-4551-BDB5-3156-C499F4812DB4}"/>
              </a:ext>
            </a:extLst>
          </p:cNvPr>
          <p:cNvGrpSpPr/>
          <p:nvPr userDrawn="1"/>
        </p:nvGrpSpPr>
        <p:grpSpPr>
          <a:xfrm>
            <a:off x="11389259" y="459884"/>
            <a:ext cx="352694" cy="349203"/>
            <a:chOff x="10767269" y="208371"/>
            <a:chExt cx="182844" cy="181034"/>
          </a:xfrm>
        </p:grpSpPr>
        <p:sp>
          <p:nvSpPr>
            <p:cNvPr id="82" name="Freeform 81">
              <a:extLst>
                <a:ext uri="{FF2B5EF4-FFF2-40B4-BE49-F238E27FC236}">
                  <a16:creationId xmlns:a16="http://schemas.microsoft.com/office/drawing/2014/main" id="{4A884087-4B5E-60A2-65F8-B2E7865D577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D8B7DABB-B630-FBCD-3D00-54CC30B8A1D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06F15D6F-7193-B0E4-38E1-3BE7EB437F3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6B677A8A-1E5D-8AD9-8876-A56085A50197}"/>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C57C0746-B15E-05C1-3C47-12F65022D78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6" name="Slide Number Placeholder 5">
            <a:extLst>
              <a:ext uri="{FF2B5EF4-FFF2-40B4-BE49-F238E27FC236}">
                <a16:creationId xmlns:a16="http://schemas.microsoft.com/office/drawing/2014/main" id="{A308D49B-1DC1-CEDA-888D-C5575652F6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8688279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29" name="Straight Connector 28">
            <a:extLst>
              <a:ext uri="{FF2B5EF4-FFF2-40B4-BE49-F238E27FC236}">
                <a16:creationId xmlns:a16="http://schemas.microsoft.com/office/drawing/2014/main" id="{725CABC6-B70A-1CCD-3E9B-C6A9B29B3399}"/>
              </a:ext>
            </a:extLst>
          </p:cNvPr>
          <p:cNvCxnSpPr>
            <a:cxnSpLocks/>
          </p:cNvCxnSpPr>
          <p:nvPr userDrawn="1"/>
        </p:nvCxnSpPr>
        <p:spPr>
          <a:xfrm>
            <a:off x="7402284" y="1952580"/>
            <a:ext cx="0" cy="4184148"/>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715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71343363-B34A-5380-F039-A69DF0D3EFF1}"/>
              </a:ext>
            </a:extLst>
          </p:cNvPr>
          <p:cNvGrpSpPr/>
          <p:nvPr userDrawn="1"/>
        </p:nvGrpSpPr>
        <p:grpSpPr>
          <a:xfrm>
            <a:off x="7576456" y="3318432"/>
            <a:ext cx="4164693" cy="1397000"/>
            <a:chOff x="6235700" y="3413432"/>
            <a:chExt cx="5505450" cy="1397000"/>
          </a:xfrm>
        </p:grpSpPr>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6235700" y="3413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6235700" y="4810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318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573801"/>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916701"/>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669DFE8-ED58-9FBC-B593-6E740EA0190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144A2FD-F01C-958C-FDE6-A4D5B6DB0C3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aphic 62">
            <a:extLst>
              <a:ext uri="{FF2B5EF4-FFF2-40B4-BE49-F238E27FC236}">
                <a16:creationId xmlns:a16="http://schemas.microsoft.com/office/drawing/2014/main" id="{C8823CD0-E621-A352-B41A-E2263B9D131F}"/>
              </a:ext>
            </a:extLst>
          </p:cNvPr>
          <p:cNvGrpSpPr/>
          <p:nvPr userDrawn="1"/>
        </p:nvGrpSpPr>
        <p:grpSpPr>
          <a:xfrm>
            <a:off x="11389259" y="459884"/>
            <a:ext cx="352694" cy="349203"/>
            <a:chOff x="10767269" y="208371"/>
            <a:chExt cx="182844" cy="181034"/>
          </a:xfrm>
        </p:grpSpPr>
        <p:sp>
          <p:nvSpPr>
            <p:cNvPr id="63" name="Freeform 62">
              <a:extLst>
                <a:ext uri="{FF2B5EF4-FFF2-40B4-BE49-F238E27FC236}">
                  <a16:creationId xmlns:a16="http://schemas.microsoft.com/office/drawing/2014/main" id="{151085E5-093B-9008-0A02-50B8F58EA78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26C3A35F-DE91-1C0C-AB95-89DD01EA3C3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5BE2DF28-9F05-6B31-48E1-4F757B65CF7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5ED8DEB0-5590-CF2F-66AC-1FA78F0012C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7" name="Freeform 66">
              <a:extLst>
                <a:ext uri="{FF2B5EF4-FFF2-40B4-BE49-F238E27FC236}">
                  <a16:creationId xmlns:a16="http://schemas.microsoft.com/office/drawing/2014/main" id="{446A2350-F6A5-697E-4780-A398A53E58F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E14CF06B-3CD6-F38D-7BB2-3F9808919C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4" name="Text Placeholder 47">
            <a:extLst>
              <a:ext uri="{FF2B5EF4-FFF2-40B4-BE49-F238E27FC236}">
                <a16:creationId xmlns:a16="http://schemas.microsoft.com/office/drawing/2014/main" id="{BD4E8EE7-B1A8-DA6E-F10D-BAEFE7195A52}"/>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5" name="Text Placeholder 47">
            <a:extLst>
              <a:ext uri="{FF2B5EF4-FFF2-40B4-BE49-F238E27FC236}">
                <a16:creationId xmlns:a16="http://schemas.microsoft.com/office/drawing/2014/main" id="{DCCF77D9-02A6-646B-2B6A-028FBD47A79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290742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reak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6238875"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pic>
        <p:nvPicPr>
          <p:cNvPr id="39" name="Image Container">
            <a:extLst>
              <a:ext uri="{FF2B5EF4-FFF2-40B4-BE49-F238E27FC236}">
                <a16:creationId xmlns:a16="http://schemas.microsoft.com/office/drawing/2014/main" id="{994C64B0-6844-F14C-9A96-84F575FFD2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Picture Placeholder 3">
            <a:extLst>
              <a:ext uri="{FF2B5EF4-FFF2-40B4-BE49-F238E27FC236}">
                <a16:creationId xmlns:a16="http://schemas.microsoft.com/office/drawing/2014/main" id="{50414987-E602-D247-B27C-47B0956233F2}"/>
              </a:ext>
            </a:extLst>
          </p:cNvPr>
          <p:cNvSpPr>
            <a:spLocks noGrp="1"/>
          </p:cNvSpPr>
          <p:nvPr>
            <p:ph type="pic" sz="quarter" idx="10"/>
          </p:nvPr>
        </p:nvSpPr>
        <p:spPr>
          <a:xfrm>
            <a:off x="714637" y="1552526"/>
            <a:ext cx="4945415" cy="4663464"/>
          </a:xfrm>
          <a:prstGeom prst="roundRect">
            <a:avLst>
              <a:gd name="adj" fmla="val 12153"/>
            </a:avLst>
          </a:prstGeom>
          <a:solidFill>
            <a:schemeClr val="bg1">
              <a:lumMod val="95000"/>
            </a:schemeClr>
          </a:solidFill>
          <a:effectLst>
            <a:outerShdw blurRad="63500" dist="38100" dir="2700000" algn="tl" rotWithShape="0">
              <a:schemeClr val="accent5">
                <a:alpha val="20000"/>
              </a:schemeClr>
            </a:outerShdw>
          </a:effectLst>
        </p:spPr>
        <p:txBody>
          <a:bodyPr/>
          <a:lstStyle>
            <a:lvl1pPr marL="0" indent="0">
              <a:buNone/>
              <a:defRPr/>
            </a:lvl1pPr>
          </a:lstStyle>
          <a:p>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6238874"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Slide Number Placeholder 5">
            <a:extLst>
              <a:ext uri="{FF2B5EF4-FFF2-40B4-BE49-F238E27FC236}">
                <a16:creationId xmlns:a16="http://schemas.microsoft.com/office/drawing/2014/main" id="{E1329AC4-6902-154A-8790-5D60AF160FE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pic>
        <p:nvPicPr>
          <p:cNvPr id="13" name="Graphic 12">
            <a:extLst>
              <a:ext uri="{FF2B5EF4-FFF2-40B4-BE49-F238E27FC236}">
                <a16:creationId xmlns:a16="http://schemas.microsoft.com/office/drawing/2014/main" id="{8792B437-03D9-4ADB-247E-E56A9F54A89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68280" y="454025"/>
            <a:ext cx="1644683" cy="326325"/>
          </a:xfrm>
          <a:prstGeom prst="rect">
            <a:avLst/>
          </a:prstGeom>
        </p:spPr>
      </p:pic>
    </p:spTree>
    <p:extLst>
      <p:ext uri="{BB962C8B-B14F-4D97-AF65-F5344CB8AC3E}">
        <p14:creationId xmlns:p14="http://schemas.microsoft.com/office/powerpoint/2010/main" val="36947320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Left Image_Orange_3 Column_2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7C0726-6DEC-4843-B326-3719B61FD1A7}"/>
              </a:ext>
            </a:extLst>
          </p:cNvPr>
          <p:cNvSpPr/>
          <p:nvPr userDrawn="1"/>
        </p:nvSpPr>
        <p:spPr>
          <a:xfrm>
            <a:off x="0" y="0"/>
            <a:ext cx="307911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p:nvPr>
        </p:nvSpPr>
        <p:spPr>
          <a:xfrm>
            <a:off x="4305300"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305300"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721666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1009702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305300" y="3251544"/>
            <a:ext cx="1654175" cy="251560"/>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721666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1009702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8" name="TextBox 27">
            <a:extLst>
              <a:ext uri="{FF2B5EF4-FFF2-40B4-BE49-F238E27FC236}">
                <a16:creationId xmlns:a16="http://schemas.microsoft.com/office/drawing/2014/main" id="{1CCEC628-F7E2-CAC2-AC29-F1F7AE97CC17}"/>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1" name="Straight Connector 30">
            <a:extLst>
              <a:ext uri="{FF2B5EF4-FFF2-40B4-BE49-F238E27FC236}">
                <a16:creationId xmlns:a16="http://schemas.microsoft.com/office/drawing/2014/main" id="{AAED6A2F-36B5-EF5B-F313-3065989C690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071A19EC-E4D0-4941-EB4C-1B09249B06F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lide Number Placeholder 5">
            <a:extLst>
              <a:ext uri="{FF2B5EF4-FFF2-40B4-BE49-F238E27FC236}">
                <a16:creationId xmlns:a16="http://schemas.microsoft.com/office/drawing/2014/main" id="{37B5B028-FAA5-E942-B2B9-964541023C7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9161477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8418736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ub-Section Divider">
    <p:bg>
      <p:bgRef idx="1001">
        <a:schemeClr val="bg1"/>
      </p:bgRef>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D92F158-10E5-5049-9BBD-B5FAB9634BF1}"/>
              </a:ext>
            </a:extLst>
          </p:cNvPr>
          <p:cNvSpPr/>
          <p:nvPr userDrawn="1"/>
        </p:nvSpPr>
        <p:spPr>
          <a:xfrm>
            <a:off x="0" y="884903"/>
            <a:ext cx="11428121" cy="5973097"/>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Graphic 21">
            <a:extLst>
              <a:ext uri="{FF2B5EF4-FFF2-40B4-BE49-F238E27FC236}">
                <a16:creationId xmlns:a16="http://schemas.microsoft.com/office/drawing/2014/main" id="{FA9BFBAA-411A-064C-9D83-C00A82963D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146" t="16412" r="6718" b="19722"/>
          <a:stretch/>
        </p:blipFill>
        <p:spPr>
          <a:xfrm>
            <a:off x="-2835" y="884903"/>
            <a:ext cx="11430956" cy="5973097"/>
          </a:xfrm>
          <a:prstGeom prst="rect">
            <a:avLst/>
          </a:prstGeom>
        </p:spPr>
      </p:pic>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504496257"/>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8832571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Team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139700" y="2551113"/>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54025" y="3912101"/>
            <a:ext cx="2625090" cy="2092575"/>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t>
            </a:r>
            <a:r>
              <a:rPr lang="en-US" err="1"/>
              <a:t>Aliquam</a:t>
            </a:r>
            <a:r>
              <a:rPr lang="en-US"/>
              <a:t>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t>
            </a:r>
            <a:r>
              <a:rPr lang="en-US" err="1"/>
              <a:t>Aliquam</a:t>
            </a:r>
            <a:r>
              <a:rPr lang="en-US"/>
              <a:t>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54026"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54026"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grpSp>
        <p:nvGrpSpPr>
          <p:cNvPr id="18" name="Graphic 62" hidden="1">
            <a:extLst>
              <a:ext uri="{FF2B5EF4-FFF2-40B4-BE49-F238E27FC236}">
                <a16:creationId xmlns:a16="http://schemas.microsoft.com/office/drawing/2014/main" id="{26F9C81A-CF38-1348-BB47-C2B86025E989}"/>
              </a:ext>
            </a:extLst>
          </p:cNvPr>
          <p:cNvGrpSpPr/>
          <p:nvPr userDrawn="1"/>
        </p:nvGrpSpPr>
        <p:grpSpPr>
          <a:xfrm>
            <a:off x="11389259" y="6063628"/>
            <a:ext cx="352694" cy="349203"/>
            <a:chOff x="10767269" y="208371"/>
            <a:chExt cx="182844" cy="181034"/>
          </a:xfrm>
        </p:grpSpPr>
        <p:sp>
          <p:nvSpPr>
            <p:cNvPr id="19" name="Freeform 18">
              <a:extLst>
                <a:ext uri="{FF2B5EF4-FFF2-40B4-BE49-F238E27FC236}">
                  <a16:creationId xmlns:a16="http://schemas.microsoft.com/office/drawing/2014/main" id="{549DB50F-7798-584F-AB0B-5E6AAA06295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DF0DBD95-6854-EC41-A86F-5B8D586C9DB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5AADC643-70B7-8747-9B9A-1B475225C42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D838A573-8950-E840-9B85-21F23ED6B8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EDCE829-D7B4-4B41-8C34-03FAF7DCFCC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Picture Placeholder 3">
            <a:extLst>
              <a:ext uri="{FF2B5EF4-FFF2-40B4-BE49-F238E27FC236}">
                <a16:creationId xmlns:a16="http://schemas.microsoft.com/office/drawing/2014/main" id="{9F87D64A-45FE-2547-9C65-0B9D79E45EF4}"/>
              </a:ext>
            </a:extLst>
          </p:cNvPr>
          <p:cNvSpPr>
            <a:spLocks noGrp="1"/>
          </p:cNvSpPr>
          <p:nvPr>
            <p:ph type="pic" sz="quarter" idx="23"/>
          </p:nvPr>
        </p:nvSpPr>
        <p:spPr>
          <a:xfrm>
            <a:off x="3364637"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6" name="Picture Placeholder 3">
            <a:extLst>
              <a:ext uri="{FF2B5EF4-FFF2-40B4-BE49-F238E27FC236}">
                <a16:creationId xmlns:a16="http://schemas.microsoft.com/office/drawing/2014/main" id="{1BBFC044-61E6-F74A-BB05-25CD74533E57}"/>
              </a:ext>
            </a:extLst>
          </p:cNvPr>
          <p:cNvSpPr>
            <a:spLocks noGrp="1"/>
          </p:cNvSpPr>
          <p:nvPr>
            <p:ph type="pic" sz="quarter" idx="24"/>
          </p:nvPr>
        </p:nvSpPr>
        <p:spPr>
          <a:xfrm>
            <a:off x="6245429"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8" name="Picture Placeholder 3">
            <a:extLst>
              <a:ext uri="{FF2B5EF4-FFF2-40B4-BE49-F238E27FC236}">
                <a16:creationId xmlns:a16="http://schemas.microsoft.com/office/drawing/2014/main" id="{B586CD5A-C0EB-9F43-B672-8CD3A42B9A1C}"/>
              </a:ext>
            </a:extLst>
          </p:cNvPr>
          <p:cNvSpPr>
            <a:spLocks noGrp="1"/>
          </p:cNvSpPr>
          <p:nvPr>
            <p:ph type="pic" sz="quarter" idx="25"/>
          </p:nvPr>
        </p:nvSpPr>
        <p:spPr>
          <a:xfrm>
            <a:off x="9152892"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9" name="Text Placeholder 13">
            <a:extLst>
              <a:ext uri="{FF2B5EF4-FFF2-40B4-BE49-F238E27FC236}">
                <a16:creationId xmlns:a16="http://schemas.microsoft.com/office/drawing/2014/main" id="{EE6E668F-DB80-0649-AE51-B4BA25D9BDA0}"/>
              </a:ext>
            </a:extLst>
          </p:cNvPr>
          <p:cNvSpPr>
            <a:spLocks noGrp="1"/>
          </p:cNvSpPr>
          <p:nvPr>
            <p:ph type="body" sz="quarter" idx="26" hasCustomPrompt="1"/>
          </p:nvPr>
        </p:nvSpPr>
        <p:spPr>
          <a:xfrm>
            <a:off x="3362295"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0" name="Text Placeholder 13">
            <a:extLst>
              <a:ext uri="{FF2B5EF4-FFF2-40B4-BE49-F238E27FC236}">
                <a16:creationId xmlns:a16="http://schemas.microsoft.com/office/drawing/2014/main" id="{51D9633E-DBB6-D44E-B2F0-3523D72F15D2}"/>
              </a:ext>
            </a:extLst>
          </p:cNvPr>
          <p:cNvSpPr>
            <a:spLocks noGrp="1"/>
          </p:cNvSpPr>
          <p:nvPr>
            <p:ph type="body" sz="quarter" idx="27" hasCustomPrompt="1"/>
          </p:nvPr>
        </p:nvSpPr>
        <p:spPr>
          <a:xfrm>
            <a:off x="3364638"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1" name="Text Placeholder 13">
            <a:extLst>
              <a:ext uri="{FF2B5EF4-FFF2-40B4-BE49-F238E27FC236}">
                <a16:creationId xmlns:a16="http://schemas.microsoft.com/office/drawing/2014/main" id="{5C87320E-4A2A-E04F-A9C4-20354DC7B7B4}"/>
              </a:ext>
            </a:extLst>
          </p:cNvPr>
          <p:cNvSpPr>
            <a:spLocks noGrp="1"/>
          </p:cNvSpPr>
          <p:nvPr>
            <p:ph type="body" sz="quarter" idx="28" hasCustomPrompt="1"/>
          </p:nvPr>
        </p:nvSpPr>
        <p:spPr>
          <a:xfrm>
            <a:off x="3364638"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2" name="Text Placeholder 13">
            <a:extLst>
              <a:ext uri="{FF2B5EF4-FFF2-40B4-BE49-F238E27FC236}">
                <a16:creationId xmlns:a16="http://schemas.microsoft.com/office/drawing/2014/main" id="{E1318792-78A4-0944-8E28-53B69DD35D64}"/>
              </a:ext>
            </a:extLst>
          </p:cNvPr>
          <p:cNvSpPr>
            <a:spLocks noGrp="1"/>
          </p:cNvSpPr>
          <p:nvPr>
            <p:ph type="body" sz="quarter" idx="29" hasCustomPrompt="1"/>
          </p:nvPr>
        </p:nvSpPr>
        <p:spPr>
          <a:xfrm>
            <a:off x="6245428"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3" name="Text Placeholder 13">
            <a:extLst>
              <a:ext uri="{FF2B5EF4-FFF2-40B4-BE49-F238E27FC236}">
                <a16:creationId xmlns:a16="http://schemas.microsoft.com/office/drawing/2014/main" id="{F490E0C5-B69F-FC46-877B-2C873AF1F322}"/>
              </a:ext>
            </a:extLst>
          </p:cNvPr>
          <p:cNvSpPr>
            <a:spLocks noGrp="1"/>
          </p:cNvSpPr>
          <p:nvPr>
            <p:ph type="body" sz="quarter" idx="30" hasCustomPrompt="1"/>
          </p:nvPr>
        </p:nvSpPr>
        <p:spPr>
          <a:xfrm>
            <a:off x="6245430" y="3353489"/>
            <a:ext cx="2011678"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7" name="Text Placeholder 13">
            <a:extLst>
              <a:ext uri="{FF2B5EF4-FFF2-40B4-BE49-F238E27FC236}">
                <a16:creationId xmlns:a16="http://schemas.microsoft.com/office/drawing/2014/main" id="{C5641200-9DFD-BD44-A426-EF569115DDBE}"/>
              </a:ext>
            </a:extLst>
          </p:cNvPr>
          <p:cNvSpPr>
            <a:spLocks noGrp="1"/>
          </p:cNvSpPr>
          <p:nvPr>
            <p:ph type="body" sz="quarter" idx="31" hasCustomPrompt="1"/>
          </p:nvPr>
        </p:nvSpPr>
        <p:spPr>
          <a:xfrm>
            <a:off x="6245430" y="3646450"/>
            <a:ext cx="2011678"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8" name="Text Placeholder 13">
            <a:extLst>
              <a:ext uri="{FF2B5EF4-FFF2-40B4-BE49-F238E27FC236}">
                <a16:creationId xmlns:a16="http://schemas.microsoft.com/office/drawing/2014/main" id="{41EFB69E-AF83-C748-BB2E-342EC422E435}"/>
              </a:ext>
            </a:extLst>
          </p:cNvPr>
          <p:cNvSpPr>
            <a:spLocks noGrp="1"/>
          </p:cNvSpPr>
          <p:nvPr>
            <p:ph type="body" sz="quarter" idx="32" hasCustomPrompt="1"/>
          </p:nvPr>
        </p:nvSpPr>
        <p:spPr>
          <a:xfrm>
            <a:off x="9152894" y="3917081"/>
            <a:ext cx="2577143"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9" name="Text Placeholder 13">
            <a:extLst>
              <a:ext uri="{FF2B5EF4-FFF2-40B4-BE49-F238E27FC236}">
                <a16:creationId xmlns:a16="http://schemas.microsoft.com/office/drawing/2014/main" id="{EFF6687A-707A-484E-8A6E-00BDDB30F09F}"/>
              </a:ext>
            </a:extLst>
          </p:cNvPr>
          <p:cNvSpPr>
            <a:spLocks noGrp="1"/>
          </p:cNvSpPr>
          <p:nvPr>
            <p:ph type="body" sz="quarter" idx="33" hasCustomPrompt="1"/>
          </p:nvPr>
        </p:nvSpPr>
        <p:spPr>
          <a:xfrm>
            <a:off x="9152895" y="3358468"/>
            <a:ext cx="2011677"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0" name="Text Placeholder 13">
            <a:extLst>
              <a:ext uri="{FF2B5EF4-FFF2-40B4-BE49-F238E27FC236}">
                <a16:creationId xmlns:a16="http://schemas.microsoft.com/office/drawing/2014/main" id="{B2E81D1C-A882-7B49-AF6A-93F59ADB4C75}"/>
              </a:ext>
            </a:extLst>
          </p:cNvPr>
          <p:cNvSpPr>
            <a:spLocks noGrp="1"/>
          </p:cNvSpPr>
          <p:nvPr>
            <p:ph type="body" sz="quarter" idx="34" hasCustomPrompt="1"/>
          </p:nvPr>
        </p:nvSpPr>
        <p:spPr>
          <a:xfrm>
            <a:off x="9152895" y="3651429"/>
            <a:ext cx="2011677"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cxnSp>
        <p:nvCxnSpPr>
          <p:cNvPr id="31" name="Straight Connector 30">
            <a:extLst>
              <a:ext uri="{FF2B5EF4-FFF2-40B4-BE49-F238E27FC236}">
                <a16:creationId xmlns:a16="http://schemas.microsoft.com/office/drawing/2014/main" id="{CF0E889B-0173-0C42-B8DB-B0AC87A9A688}"/>
              </a:ext>
            </a:extLst>
          </p:cNvPr>
          <p:cNvCxnSpPr>
            <a:cxnSpLocks/>
          </p:cNvCxnSpPr>
          <p:nvPr userDrawn="1"/>
        </p:nvCxnSpPr>
        <p:spPr>
          <a:xfrm>
            <a:off x="450047"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267727-3208-4649-99B2-02645128A38A}"/>
              </a:ext>
            </a:extLst>
          </p:cNvPr>
          <p:cNvCxnSpPr>
            <a:cxnSpLocks/>
          </p:cNvCxnSpPr>
          <p:nvPr userDrawn="1"/>
        </p:nvCxnSpPr>
        <p:spPr>
          <a:xfrm>
            <a:off x="3343668"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AA047ED-2904-D143-97D1-A32C79E14CD5}"/>
              </a:ext>
            </a:extLst>
          </p:cNvPr>
          <p:cNvCxnSpPr>
            <a:cxnSpLocks/>
          </p:cNvCxnSpPr>
          <p:nvPr userDrawn="1"/>
        </p:nvCxnSpPr>
        <p:spPr>
          <a:xfrm>
            <a:off x="6237289"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6D556DD-275A-8FEC-4594-A65091297408}"/>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51" name="Straight Connector 50">
            <a:extLst>
              <a:ext uri="{FF2B5EF4-FFF2-40B4-BE49-F238E27FC236}">
                <a16:creationId xmlns:a16="http://schemas.microsoft.com/office/drawing/2014/main" id="{94B4982E-2DC1-7DA7-21D2-60CF0E2D406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52A42038-514E-DD8B-0AC9-9D1F34D2760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Slide Number Placeholder 5">
            <a:extLst>
              <a:ext uri="{FF2B5EF4-FFF2-40B4-BE49-F238E27FC236}">
                <a16:creationId xmlns:a16="http://schemas.microsoft.com/office/drawing/2014/main" id="{D3C7A094-16EF-D4BF-5D64-4058B6356C2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cxnSp>
        <p:nvCxnSpPr>
          <p:cNvPr id="44" name="Straight Connector 43">
            <a:extLst>
              <a:ext uri="{FF2B5EF4-FFF2-40B4-BE49-F238E27FC236}">
                <a16:creationId xmlns:a16="http://schemas.microsoft.com/office/drawing/2014/main" id="{54FD49A1-AF80-9E2B-5182-F8E3211E4027}"/>
              </a:ext>
            </a:extLst>
          </p:cNvPr>
          <p:cNvCxnSpPr>
            <a:cxnSpLocks/>
          </p:cNvCxnSpPr>
          <p:nvPr userDrawn="1"/>
        </p:nvCxnSpPr>
        <p:spPr>
          <a:xfrm>
            <a:off x="9152892"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4257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a:t>
            </a:r>
            <a:r>
              <a:rPr lang="en-GB" sz="3200" err="1">
                <a:latin typeface="Franklin Gothic Medium" panose="020B0603020102020204" pitchFamily="34" charset="0"/>
              </a:rPr>
              <a:t>consectetur</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a:latin typeface="Franklin Gothic Medium" panose="020B0603020102020204" pitchFamily="34" charset="0"/>
              </a:rPr>
              <a:t>Aliquam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Aliquam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5768009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sp>
        <p:nvSpPr>
          <p:cNvPr id="4" name="Picture Placeholder 3" hidden="1">
            <a:extLst>
              <a:ext uri="{FF2B5EF4-FFF2-40B4-BE49-F238E27FC236}">
                <a16:creationId xmlns:a16="http://schemas.microsoft.com/office/drawing/2014/main" id="{50414987-E602-D247-B27C-47B0956233F2}"/>
              </a:ext>
            </a:extLst>
          </p:cNvPr>
          <p:cNvSpPr>
            <a:spLocks noGrp="1"/>
          </p:cNvSpPr>
          <p:nvPr>
            <p:ph type="pic" sz="quarter" idx="10"/>
          </p:nvPr>
        </p:nvSpPr>
        <p:spPr>
          <a:xfrm>
            <a:off x="-1" y="-1"/>
            <a:ext cx="12292150" cy="6857999"/>
          </a:xfrm>
          <a:solidFill>
            <a:schemeClr val="bg1">
              <a:lumMod val="95000"/>
            </a:schemeClr>
          </a:solidFill>
        </p:spPr>
        <p:txBody>
          <a:bodyPr/>
          <a:lstStyle>
            <a:lvl1pPr marL="0" indent="0">
              <a:buNone/>
              <a:defRPr/>
            </a:lvl1pPr>
          </a:lstStyle>
          <a:p>
            <a:endParaRPr lang="en-GB"/>
          </a:p>
        </p:txBody>
      </p:sp>
      <p:grpSp>
        <p:nvGrpSpPr>
          <p:cNvPr id="7" name="Graphic 16">
            <a:extLst>
              <a:ext uri="{FF2B5EF4-FFF2-40B4-BE49-F238E27FC236}">
                <a16:creationId xmlns:a16="http://schemas.microsoft.com/office/drawing/2014/main" id="{3F55EC19-6DD8-114B-8C44-87A83E4A105B}"/>
              </a:ext>
            </a:extLst>
          </p:cNvPr>
          <p:cNvGrpSpPr/>
          <p:nvPr userDrawn="1"/>
        </p:nvGrpSpPr>
        <p:grpSpPr>
          <a:xfrm>
            <a:off x="0" y="0"/>
            <a:ext cx="12192000" cy="6858000"/>
            <a:chOff x="0" y="0"/>
            <a:chExt cx="12192000" cy="6858000"/>
          </a:xfrm>
          <a:solidFill>
            <a:srgbClr val="071F3E"/>
          </a:solidFill>
        </p:grpSpPr>
        <p:sp>
          <p:nvSpPr>
            <p:cNvPr id="8" name="Freeform 7">
              <a:extLst>
                <a:ext uri="{FF2B5EF4-FFF2-40B4-BE49-F238E27FC236}">
                  <a16:creationId xmlns:a16="http://schemas.microsoft.com/office/drawing/2014/main" id="{F9DB5CB7-F9BA-E34D-9701-10C66172BCBA}"/>
                </a:ext>
              </a:extLst>
            </p:cNvPr>
            <p:cNvSpPr/>
            <p:nvPr/>
          </p:nvSpPr>
          <p:spPr>
            <a:xfrm>
              <a:off x="0" y="0"/>
              <a:ext cx="10436288" cy="6858000"/>
            </a:xfrm>
            <a:custGeom>
              <a:avLst/>
              <a:gdLst>
                <a:gd name="connsiteX0" fmla="*/ 10436289 w 10436288"/>
                <a:gd name="connsiteY0" fmla="*/ 0 h 6858000"/>
                <a:gd name="connsiteX1" fmla="*/ 8992426 w 10436288"/>
                <a:gd name="connsiteY1" fmla="*/ 1443800 h 6858000"/>
                <a:gd name="connsiteX2" fmla="*/ 8650669 w 10436288"/>
                <a:gd name="connsiteY2" fmla="*/ 1585405 h 6858000"/>
                <a:gd name="connsiteX3" fmla="*/ 6253734 w 10436288"/>
                <a:gd name="connsiteY3" fmla="*/ 1585405 h 6858000"/>
                <a:gd name="connsiteX4" fmla="*/ 5770436 w 10436288"/>
                <a:gd name="connsiteY4" fmla="*/ 2068703 h 6858000"/>
                <a:gd name="connsiteX5" fmla="*/ 5770436 w 10436288"/>
                <a:gd name="connsiteY5" fmla="*/ 4465765 h 6858000"/>
                <a:gd name="connsiteX6" fmla="*/ 5628894 w 10436288"/>
                <a:gd name="connsiteY6" fmla="*/ 4807522 h 6858000"/>
                <a:gd name="connsiteX7" fmla="*/ 3578352 w 10436288"/>
                <a:gd name="connsiteY7" fmla="*/ 6858000 h 6858000"/>
                <a:gd name="connsiteX8" fmla="*/ 0 w 10436288"/>
                <a:gd name="connsiteY8" fmla="*/ 6858000 h 6858000"/>
                <a:gd name="connsiteX9" fmla="*/ 0 w 10436288"/>
                <a:gd name="connsiteY9" fmla="*/ 0 h 6858000"/>
                <a:gd name="connsiteX10" fmla="*/ 10436289 w 10436288"/>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6288" h="6858000">
                  <a:moveTo>
                    <a:pt x="10436289" y="0"/>
                  </a:moveTo>
                  <a:lnTo>
                    <a:pt x="8992426" y="1443800"/>
                  </a:lnTo>
                  <a:cubicBezTo>
                    <a:pt x="8901811" y="1534478"/>
                    <a:pt x="8778875" y="1585405"/>
                    <a:pt x="8650669" y="1585405"/>
                  </a:cubicBezTo>
                  <a:lnTo>
                    <a:pt x="6253734" y="1585405"/>
                  </a:lnTo>
                  <a:cubicBezTo>
                    <a:pt x="5986844" y="1585405"/>
                    <a:pt x="5770436" y="1801749"/>
                    <a:pt x="5770436" y="2068703"/>
                  </a:cubicBezTo>
                  <a:lnTo>
                    <a:pt x="5770436" y="4465765"/>
                  </a:lnTo>
                  <a:cubicBezTo>
                    <a:pt x="5770436" y="4593908"/>
                    <a:pt x="5719509" y="4716844"/>
                    <a:pt x="5628894" y="4807522"/>
                  </a:cubicBezTo>
                  <a:lnTo>
                    <a:pt x="3578352" y="6858000"/>
                  </a:lnTo>
                  <a:lnTo>
                    <a:pt x="0" y="6858000"/>
                  </a:lnTo>
                  <a:lnTo>
                    <a:pt x="0" y="0"/>
                  </a:lnTo>
                  <a:lnTo>
                    <a:pt x="10436289" y="0"/>
                  </a:lnTo>
                  <a:close/>
                </a:path>
              </a:pathLst>
            </a:custGeom>
            <a:solidFill>
              <a:srgbClr val="071F3E"/>
            </a:solidFill>
            <a:ln w="635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7CEF7E6-48F3-C943-A34E-3EB2BD17015B}"/>
                </a:ext>
              </a:extLst>
            </p:cNvPr>
            <p:cNvSpPr/>
            <p:nvPr/>
          </p:nvSpPr>
          <p:spPr>
            <a:xfrm>
              <a:off x="7821485" y="2487548"/>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solidFill>
              <a:schemeClr val="accent2"/>
            </a:solidFill>
            <a:ln w="6350" cap="flat">
              <a:noFill/>
              <a:prstDash val="solid"/>
              <a:miter/>
            </a:ln>
          </p:spPr>
          <p:txBody>
            <a:bodyPr rtlCol="0" anchor="ctr"/>
            <a:lstStyle/>
            <a:p>
              <a:endParaRPr lang="en-US"/>
            </a:p>
          </p:txBody>
        </p:sp>
      </p:grpSp>
      <p:sp>
        <p:nvSpPr>
          <p:cNvPr id="10" name="Freeform 9">
            <a:extLst>
              <a:ext uri="{FF2B5EF4-FFF2-40B4-BE49-F238E27FC236}">
                <a16:creationId xmlns:a16="http://schemas.microsoft.com/office/drawing/2014/main" id="{6EE0003A-A4F5-0F49-9924-CB5B6307F8DD}"/>
              </a:ext>
            </a:extLst>
          </p:cNvPr>
          <p:cNvSpPr/>
          <p:nvPr userDrawn="1"/>
        </p:nvSpPr>
        <p:spPr>
          <a:xfrm>
            <a:off x="7821486" y="2487547"/>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blipFill dpi="0" rotWithShape="1">
            <a:blip>
              <a:extLst>
                <a:ext uri="{96DAC541-7B7A-43D3-8B79-37D633B846F1}">
                  <asvg:svgBlip xmlns:asvg="http://schemas.microsoft.com/office/drawing/2016/SVG/main" r:embed="rId2"/>
                </a:ext>
              </a:extLst>
            </a:blip>
            <a:srcRect/>
            <a:stretch>
              <a:fillRect l="-28634" t="-9866" r="-32814" b="-6844"/>
            </a:stretch>
          </a:blipFill>
          <a:ln w="6350"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F29E55CC-5655-1C46-B225-9E47F4070043}"/>
              </a:ext>
            </a:extLst>
          </p:cNvPr>
          <p:cNvSpPr>
            <a:spLocks noGrp="1"/>
          </p:cNvSpPr>
          <p:nvPr>
            <p:ph type="title" hasCustomPrompt="1"/>
          </p:nvPr>
        </p:nvSpPr>
        <p:spPr>
          <a:xfrm>
            <a:off x="450047" y="2578455"/>
            <a:ext cx="4547403" cy="862154"/>
          </a:xfrm>
        </p:spPr>
        <p:txBody>
          <a:bodyPr/>
          <a:lstStyle>
            <a:lvl1pPr>
              <a:lnSpc>
                <a:spcPts val="3800"/>
              </a:lnSpc>
              <a:defRPr sz="4000">
                <a:solidFill>
                  <a:schemeClr val="bg1"/>
                </a:solidFill>
              </a:defRPr>
            </a:lvl1pPr>
          </a:lstStyle>
          <a:p>
            <a:r>
              <a:rPr lang="en-US"/>
              <a:t>Click To Edit Master Title Style</a:t>
            </a:r>
            <a:endParaRPr lang="en-GB"/>
          </a:p>
        </p:txBody>
      </p:sp>
      <p:sp>
        <p:nvSpPr>
          <p:cNvPr id="11" name="Text Placeholder 10">
            <a:extLst>
              <a:ext uri="{FF2B5EF4-FFF2-40B4-BE49-F238E27FC236}">
                <a16:creationId xmlns:a16="http://schemas.microsoft.com/office/drawing/2014/main" id="{495540D7-504C-074F-81A7-37787D7A7BFC}"/>
              </a:ext>
            </a:extLst>
          </p:cNvPr>
          <p:cNvSpPr>
            <a:spLocks noGrp="1"/>
          </p:cNvSpPr>
          <p:nvPr>
            <p:ph type="body" sz="quarter" idx="11" hasCustomPrompt="1"/>
          </p:nvPr>
        </p:nvSpPr>
        <p:spPr>
          <a:xfrm>
            <a:off x="454025" y="4672772"/>
            <a:ext cx="3851275" cy="347799"/>
          </a:xfrm>
        </p:spPr>
        <p:txBody>
          <a:bodyPr/>
          <a:lstStyle>
            <a:lvl1pPr marL="0" indent="0">
              <a:spcAft>
                <a:spcPts val="0"/>
              </a:spcAft>
              <a:buNone/>
              <a:defRPr>
                <a:solidFill>
                  <a:schemeClr val="accent3"/>
                </a:solidFill>
              </a:defRPr>
            </a:lvl1pPr>
            <a:lvl2pPr marL="239712" indent="0">
              <a:buNone/>
              <a:defRPr>
                <a:solidFill>
                  <a:schemeClr val="bg1"/>
                </a:solidFill>
              </a:defRPr>
            </a:lvl2pPr>
            <a:lvl3pPr marL="466725"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Month, Year</a:t>
            </a:r>
          </a:p>
        </p:txBody>
      </p:sp>
      <p:pic>
        <p:nvPicPr>
          <p:cNvPr id="12" name="Graphic 11">
            <a:extLst>
              <a:ext uri="{FF2B5EF4-FFF2-40B4-BE49-F238E27FC236}">
                <a16:creationId xmlns:a16="http://schemas.microsoft.com/office/drawing/2014/main" id="{AB1DA241-DBEB-9643-AD56-E078E2FDA4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4240" y="454025"/>
            <a:ext cx="3581400" cy="710595"/>
          </a:xfrm>
          <a:prstGeom prst="rect">
            <a:avLst/>
          </a:prstGeom>
        </p:spPr>
      </p:pic>
      <p:sp>
        <p:nvSpPr>
          <p:cNvPr id="20" name="Picture Placeholder 19">
            <a:extLst>
              <a:ext uri="{FF2B5EF4-FFF2-40B4-BE49-F238E27FC236}">
                <a16:creationId xmlns:a16="http://schemas.microsoft.com/office/drawing/2014/main" id="{4FF61B82-B698-C441-A2F6-B65B85BA4EFF}"/>
              </a:ext>
            </a:extLst>
          </p:cNvPr>
          <p:cNvSpPr>
            <a:spLocks noGrp="1"/>
          </p:cNvSpPr>
          <p:nvPr>
            <p:ph type="pic" sz="quarter" idx="12"/>
          </p:nvPr>
        </p:nvSpPr>
        <p:spPr>
          <a:xfrm>
            <a:off x="3532981" y="0"/>
            <a:ext cx="8659019" cy="6858000"/>
          </a:xfrm>
          <a:custGeom>
            <a:avLst/>
            <a:gdLst>
              <a:gd name="connsiteX0" fmla="*/ 6852913 w 8659019"/>
              <a:gd name="connsiteY0" fmla="*/ 0 h 6858000"/>
              <a:gd name="connsiteX1" fmla="*/ 8659019 w 8659019"/>
              <a:gd name="connsiteY1" fmla="*/ 0 h 6858000"/>
              <a:gd name="connsiteX2" fmla="*/ 8659019 w 8659019"/>
              <a:gd name="connsiteY2" fmla="*/ 2492916 h 6858000"/>
              <a:gd name="connsiteX3" fmla="*/ 8162909 w 8659019"/>
              <a:gd name="connsiteY3" fmla="*/ 2989390 h 6858000"/>
              <a:gd name="connsiteX4" fmla="*/ 8021091 w 8659019"/>
              <a:gd name="connsiteY4" fmla="*/ 3331845 h 6858000"/>
              <a:gd name="connsiteX5" fmla="*/ 8021091 w 8659019"/>
              <a:gd name="connsiteY5" fmla="*/ 5735384 h 6858000"/>
              <a:gd name="connsiteX6" fmla="*/ 7537131 w 8659019"/>
              <a:gd name="connsiteY6" fmla="*/ 6219762 h 6858000"/>
              <a:gd name="connsiteX7" fmla="*/ 5135290 w 8659019"/>
              <a:gd name="connsiteY7" fmla="*/ 6219762 h 6858000"/>
              <a:gd name="connsiteX8" fmla="*/ 4793086 w 8659019"/>
              <a:gd name="connsiteY8" fmla="*/ 6361621 h 6858000"/>
              <a:gd name="connsiteX9" fmla="*/ 4297070 w 8659019"/>
              <a:gd name="connsiteY9" fmla="*/ 6858000 h 6858000"/>
              <a:gd name="connsiteX10" fmla="*/ 0 w 8659019"/>
              <a:gd name="connsiteY10" fmla="*/ 6858000 h 6858000"/>
              <a:gd name="connsiteX11" fmla="*/ 2049040 w 8659019"/>
              <a:gd name="connsiteY11" fmla="*/ 4807522 h 6858000"/>
              <a:gd name="connsiteX12" fmla="*/ 2190478 w 8659019"/>
              <a:gd name="connsiteY12" fmla="*/ 4465765 h 6858000"/>
              <a:gd name="connsiteX13" fmla="*/ 2190478 w 8659019"/>
              <a:gd name="connsiteY13" fmla="*/ 2068703 h 6858000"/>
              <a:gd name="connsiteX14" fmla="*/ 2673422 w 8659019"/>
              <a:gd name="connsiteY14" fmla="*/ 1585405 h 6858000"/>
              <a:gd name="connsiteX15" fmla="*/ 5068601 w 8659019"/>
              <a:gd name="connsiteY15" fmla="*/ 1585405 h 6858000"/>
              <a:gd name="connsiteX16" fmla="*/ 5410107 w 8659019"/>
              <a:gd name="connsiteY16" fmla="*/ 1443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9019" h="6858000">
                <a:moveTo>
                  <a:pt x="6852913" y="0"/>
                </a:moveTo>
                <a:lnTo>
                  <a:pt x="8659019" y="0"/>
                </a:lnTo>
                <a:lnTo>
                  <a:pt x="8659019" y="2492916"/>
                </a:lnTo>
                <a:lnTo>
                  <a:pt x="8162909" y="2989390"/>
                </a:lnTo>
                <a:cubicBezTo>
                  <a:pt x="8072108" y="3080195"/>
                  <a:pt x="8021091" y="3203385"/>
                  <a:pt x="8021091" y="3331845"/>
                </a:cubicBezTo>
                <a:lnTo>
                  <a:pt x="8021091" y="5735384"/>
                </a:lnTo>
                <a:cubicBezTo>
                  <a:pt x="8021091" y="6002909"/>
                  <a:pt x="7804397" y="6219762"/>
                  <a:pt x="7537131" y="6219762"/>
                </a:cubicBezTo>
                <a:lnTo>
                  <a:pt x="5135290" y="6219762"/>
                </a:lnTo>
                <a:cubicBezTo>
                  <a:pt x="5006924" y="6219762"/>
                  <a:pt x="4883824" y="6270816"/>
                  <a:pt x="4793086" y="6361621"/>
                </a:cubicBezTo>
                <a:lnTo>
                  <a:pt x="4297070" y="6858000"/>
                </a:lnTo>
                <a:lnTo>
                  <a:pt x="0" y="6858000"/>
                </a:lnTo>
                <a:lnTo>
                  <a:pt x="2049040" y="4807522"/>
                </a:lnTo>
                <a:cubicBezTo>
                  <a:pt x="2139588" y="4716844"/>
                  <a:pt x="2190478" y="4593908"/>
                  <a:pt x="2190478" y="4465765"/>
                </a:cubicBezTo>
                <a:lnTo>
                  <a:pt x="2190478" y="2068703"/>
                </a:lnTo>
                <a:cubicBezTo>
                  <a:pt x="2190478" y="1801749"/>
                  <a:pt x="2406727" y="1585405"/>
                  <a:pt x="2673422" y="1585405"/>
                </a:cubicBezTo>
                <a:lnTo>
                  <a:pt x="5068601" y="1585405"/>
                </a:lnTo>
                <a:cubicBezTo>
                  <a:pt x="5196713" y="1585405"/>
                  <a:pt x="5319559" y="1534478"/>
                  <a:pt x="5410107" y="1443800"/>
                </a:cubicBezTo>
                <a:close/>
              </a:path>
            </a:pathLst>
          </a:custGeom>
        </p:spPr>
        <p:txBody>
          <a:bodyPr wrap="square">
            <a:noAutofit/>
          </a:bodyPr>
          <a:lstStyle/>
          <a:p>
            <a:endParaRPr lang="en-US"/>
          </a:p>
        </p:txBody>
      </p:sp>
      <p:sp>
        <p:nvSpPr>
          <p:cNvPr id="14" name="TextBox 13">
            <a:extLst>
              <a:ext uri="{FF2B5EF4-FFF2-40B4-BE49-F238E27FC236}">
                <a16:creationId xmlns:a16="http://schemas.microsoft.com/office/drawing/2014/main" id="{3C2911DF-5F14-0B42-B568-8BF4A555AAC3}"/>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Tree>
    <p:extLst>
      <p:ext uri="{BB962C8B-B14F-4D97-AF65-F5344CB8AC3E}">
        <p14:creationId xmlns:p14="http://schemas.microsoft.com/office/powerpoint/2010/main" val="9839943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le of Contents">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3348832" y="1389829"/>
            <a:ext cx="5494337" cy="546100"/>
          </a:xfrm>
        </p:spPr>
        <p:txBody>
          <a:bodyPr/>
          <a:lstStyle>
            <a:lvl1pPr>
              <a:lnSpc>
                <a:spcPts val="3800"/>
              </a:lnSpc>
              <a:defRPr sz="3200"/>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3348832" y="2158314"/>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15" name="Text Placeholder 13">
            <a:extLst>
              <a:ext uri="{FF2B5EF4-FFF2-40B4-BE49-F238E27FC236}">
                <a16:creationId xmlns:a16="http://schemas.microsoft.com/office/drawing/2014/main" id="{29B4D8F6-F313-D642-BD53-A757A05BDCF6}"/>
              </a:ext>
            </a:extLst>
          </p:cNvPr>
          <p:cNvSpPr>
            <a:spLocks noGrp="1"/>
          </p:cNvSpPr>
          <p:nvPr>
            <p:ph type="body" sz="quarter" idx="12" hasCustomPrompt="1"/>
          </p:nvPr>
        </p:nvSpPr>
        <p:spPr>
          <a:xfrm>
            <a:off x="3348832" y="2857058"/>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02</a:t>
            </a: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312416" y="2158314"/>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7" name="Text Placeholder 13">
            <a:extLst>
              <a:ext uri="{FF2B5EF4-FFF2-40B4-BE49-F238E27FC236}">
                <a16:creationId xmlns:a16="http://schemas.microsoft.com/office/drawing/2014/main" id="{842F868F-5289-F045-876F-43A88F69783F}"/>
              </a:ext>
            </a:extLst>
          </p:cNvPr>
          <p:cNvSpPr>
            <a:spLocks noGrp="1"/>
          </p:cNvSpPr>
          <p:nvPr>
            <p:ph type="body" sz="quarter" idx="14" hasCustomPrompt="1"/>
          </p:nvPr>
        </p:nvSpPr>
        <p:spPr>
          <a:xfrm>
            <a:off x="4312416" y="2857058"/>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8" name="Text Placeholder 13">
            <a:extLst>
              <a:ext uri="{FF2B5EF4-FFF2-40B4-BE49-F238E27FC236}">
                <a16:creationId xmlns:a16="http://schemas.microsoft.com/office/drawing/2014/main" id="{ED56BFEC-F99B-1A48-9434-5F8C973BDD74}"/>
              </a:ext>
            </a:extLst>
          </p:cNvPr>
          <p:cNvSpPr>
            <a:spLocks noGrp="1"/>
          </p:cNvSpPr>
          <p:nvPr>
            <p:ph type="body" sz="quarter" idx="15" hasCustomPrompt="1"/>
          </p:nvPr>
        </p:nvSpPr>
        <p:spPr>
          <a:xfrm>
            <a:off x="3348832" y="3581623"/>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03</a:t>
            </a:r>
            <a:endParaRPr lang="en-GB"/>
          </a:p>
        </p:txBody>
      </p:sp>
      <p:sp>
        <p:nvSpPr>
          <p:cNvPr id="19" name="Text Placeholder 13">
            <a:extLst>
              <a:ext uri="{FF2B5EF4-FFF2-40B4-BE49-F238E27FC236}">
                <a16:creationId xmlns:a16="http://schemas.microsoft.com/office/drawing/2014/main" id="{2975C49F-94BF-674C-A732-796BBF832107}"/>
              </a:ext>
            </a:extLst>
          </p:cNvPr>
          <p:cNvSpPr>
            <a:spLocks noGrp="1"/>
          </p:cNvSpPr>
          <p:nvPr>
            <p:ph type="body" sz="quarter" idx="16" hasCustomPrompt="1"/>
          </p:nvPr>
        </p:nvSpPr>
        <p:spPr>
          <a:xfrm>
            <a:off x="4312416" y="3581623"/>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0" name="Text Placeholder 13">
            <a:extLst>
              <a:ext uri="{FF2B5EF4-FFF2-40B4-BE49-F238E27FC236}">
                <a16:creationId xmlns:a16="http://schemas.microsoft.com/office/drawing/2014/main" id="{2A8695B6-CE35-B644-BF5F-973687AA9366}"/>
              </a:ext>
            </a:extLst>
          </p:cNvPr>
          <p:cNvSpPr>
            <a:spLocks noGrp="1"/>
          </p:cNvSpPr>
          <p:nvPr>
            <p:ph type="body" sz="quarter" idx="17" hasCustomPrompt="1"/>
          </p:nvPr>
        </p:nvSpPr>
        <p:spPr>
          <a:xfrm>
            <a:off x="3348832" y="4289930"/>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04</a:t>
            </a:r>
            <a:endParaRPr lang="en-GB"/>
          </a:p>
        </p:txBody>
      </p:sp>
      <p:sp>
        <p:nvSpPr>
          <p:cNvPr id="21" name="Text Placeholder 13">
            <a:extLst>
              <a:ext uri="{FF2B5EF4-FFF2-40B4-BE49-F238E27FC236}">
                <a16:creationId xmlns:a16="http://schemas.microsoft.com/office/drawing/2014/main" id="{3FE2B202-97A1-4142-8C90-CC4A4B60DBEF}"/>
              </a:ext>
            </a:extLst>
          </p:cNvPr>
          <p:cNvSpPr>
            <a:spLocks noGrp="1"/>
          </p:cNvSpPr>
          <p:nvPr>
            <p:ph type="body" sz="quarter" idx="18" hasCustomPrompt="1"/>
          </p:nvPr>
        </p:nvSpPr>
        <p:spPr>
          <a:xfrm>
            <a:off x="4312416" y="428834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2" name="Text Placeholder 13">
            <a:extLst>
              <a:ext uri="{FF2B5EF4-FFF2-40B4-BE49-F238E27FC236}">
                <a16:creationId xmlns:a16="http://schemas.microsoft.com/office/drawing/2014/main" id="{B5613D67-7330-EF47-A755-BEDDC4EEB184}"/>
              </a:ext>
            </a:extLst>
          </p:cNvPr>
          <p:cNvSpPr>
            <a:spLocks noGrp="1"/>
          </p:cNvSpPr>
          <p:nvPr>
            <p:ph type="body" sz="quarter" idx="19" hasCustomPrompt="1"/>
          </p:nvPr>
        </p:nvSpPr>
        <p:spPr>
          <a:xfrm>
            <a:off x="3348832" y="4962196"/>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05</a:t>
            </a:r>
            <a:endParaRPr lang="en-GB"/>
          </a:p>
        </p:txBody>
      </p:sp>
      <p:sp>
        <p:nvSpPr>
          <p:cNvPr id="23" name="Text Placeholder 13">
            <a:extLst>
              <a:ext uri="{FF2B5EF4-FFF2-40B4-BE49-F238E27FC236}">
                <a16:creationId xmlns:a16="http://schemas.microsoft.com/office/drawing/2014/main" id="{95E08F81-B6C0-EC49-ABDB-CB4DD09C0D4D}"/>
              </a:ext>
            </a:extLst>
          </p:cNvPr>
          <p:cNvSpPr>
            <a:spLocks noGrp="1"/>
          </p:cNvSpPr>
          <p:nvPr>
            <p:ph type="body" sz="quarter" idx="20" hasCustomPrompt="1"/>
          </p:nvPr>
        </p:nvSpPr>
        <p:spPr>
          <a:xfrm>
            <a:off x="4312416" y="496219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4" name="Text Placeholder 13">
            <a:extLst>
              <a:ext uri="{FF2B5EF4-FFF2-40B4-BE49-F238E27FC236}">
                <a16:creationId xmlns:a16="http://schemas.microsoft.com/office/drawing/2014/main" id="{8B1EBE28-A127-1A47-81CA-C011D0306EE7}"/>
              </a:ext>
            </a:extLst>
          </p:cNvPr>
          <p:cNvSpPr>
            <a:spLocks noGrp="1"/>
          </p:cNvSpPr>
          <p:nvPr>
            <p:ph type="body" sz="quarter" idx="21" hasCustomPrompt="1"/>
          </p:nvPr>
        </p:nvSpPr>
        <p:spPr>
          <a:xfrm>
            <a:off x="7908926" y="2158314"/>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5" name="Text Placeholder 13">
            <a:extLst>
              <a:ext uri="{FF2B5EF4-FFF2-40B4-BE49-F238E27FC236}">
                <a16:creationId xmlns:a16="http://schemas.microsoft.com/office/drawing/2014/main" id="{0A7DF1DF-F64D-BD49-A308-E0D07BB453F7}"/>
              </a:ext>
            </a:extLst>
          </p:cNvPr>
          <p:cNvSpPr>
            <a:spLocks noGrp="1"/>
          </p:cNvSpPr>
          <p:nvPr>
            <p:ph type="body" sz="quarter" idx="22" hasCustomPrompt="1"/>
          </p:nvPr>
        </p:nvSpPr>
        <p:spPr>
          <a:xfrm>
            <a:off x="7908926" y="2857058"/>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6" name="Text Placeholder 13">
            <a:extLst>
              <a:ext uri="{FF2B5EF4-FFF2-40B4-BE49-F238E27FC236}">
                <a16:creationId xmlns:a16="http://schemas.microsoft.com/office/drawing/2014/main" id="{37251DA1-18DE-2D49-9D21-170CFCC4F443}"/>
              </a:ext>
            </a:extLst>
          </p:cNvPr>
          <p:cNvSpPr>
            <a:spLocks noGrp="1"/>
          </p:cNvSpPr>
          <p:nvPr>
            <p:ph type="body" sz="quarter" idx="23" hasCustomPrompt="1"/>
          </p:nvPr>
        </p:nvSpPr>
        <p:spPr>
          <a:xfrm>
            <a:off x="7908926" y="3581623"/>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7" name="Text Placeholder 13">
            <a:extLst>
              <a:ext uri="{FF2B5EF4-FFF2-40B4-BE49-F238E27FC236}">
                <a16:creationId xmlns:a16="http://schemas.microsoft.com/office/drawing/2014/main" id="{B61CB9B6-1B69-D742-8B94-0E88C434563A}"/>
              </a:ext>
            </a:extLst>
          </p:cNvPr>
          <p:cNvSpPr>
            <a:spLocks noGrp="1"/>
          </p:cNvSpPr>
          <p:nvPr>
            <p:ph type="body" sz="quarter" idx="24" hasCustomPrompt="1"/>
          </p:nvPr>
        </p:nvSpPr>
        <p:spPr>
          <a:xfrm>
            <a:off x="7908926" y="4289930"/>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8" name="Text Placeholder 13">
            <a:extLst>
              <a:ext uri="{FF2B5EF4-FFF2-40B4-BE49-F238E27FC236}">
                <a16:creationId xmlns:a16="http://schemas.microsoft.com/office/drawing/2014/main" id="{A453E117-C442-B34D-BA50-8FE728CA2C82}"/>
              </a:ext>
            </a:extLst>
          </p:cNvPr>
          <p:cNvSpPr>
            <a:spLocks noGrp="1"/>
          </p:cNvSpPr>
          <p:nvPr>
            <p:ph type="body" sz="quarter" idx="25" hasCustomPrompt="1"/>
          </p:nvPr>
        </p:nvSpPr>
        <p:spPr>
          <a:xfrm>
            <a:off x="7908926" y="4962196"/>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30" name="TextBox 29">
            <a:extLst>
              <a:ext uri="{FF2B5EF4-FFF2-40B4-BE49-F238E27FC236}">
                <a16:creationId xmlns:a16="http://schemas.microsoft.com/office/drawing/2014/main" id="{5FB2BF4A-E013-0044-B402-DDFB14E4E7D5}"/>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4" name="Straight Connector 33">
            <a:extLst>
              <a:ext uri="{FF2B5EF4-FFF2-40B4-BE49-F238E27FC236}">
                <a16:creationId xmlns:a16="http://schemas.microsoft.com/office/drawing/2014/main" id="{798F6CF2-D6CA-6CB3-1382-8ACEF852FDCF}"/>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F46BEED3-431B-B95D-ED51-66BAECE0CC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aphic 62">
            <a:extLst>
              <a:ext uri="{FF2B5EF4-FFF2-40B4-BE49-F238E27FC236}">
                <a16:creationId xmlns:a16="http://schemas.microsoft.com/office/drawing/2014/main" id="{FD541A6F-DEF3-85F9-7C13-A79693F47BC4}"/>
              </a:ext>
            </a:extLst>
          </p:cNvPr>
          <p:cNvGrpSpPr/>
          <p:nvPr userDrawn="1"/>
        </p:nvGrpSpPr>
        <p:grpSpPr>
          <a:xfrm>
            <a:off x="11428121" y="358976"/>
            <a:ext cx="517993" cy="512866"/>
            <a:chOff x="10767269" y="208371"/>
            <a:chExt cx="182844" cy="181034"/>
          </a:xfrm>
        </p:grpSpPr>
        <p:sp>
          <p:nvSpPr>
            <p:cNvPr id="44" name="Freeform 43">
              <a:extLst>
                <a:ext uri="{FF2B5EF4-FFF2-40B4-BE49-F238E27FC236}">
                  <a16:creationId xmlns:a16="http://schemas.microsoft.com/office/drawing/2014/main" id="{2EAA15DF-0D49-B479-7C27-BEAFDC1775C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06D191ED-7F60-5439-10BE-BD312F076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8930D796-E281-FD21-F27A-E0240D19556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4087EBAA-7A52-50F4-1D0D-558CC03E12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8" name="Freeform 47">
              <a:extLst>
                <a:ext uri="{FF2B5EF4-FFF2-40B4-BE49-F238E27FC236}">
                  <a16:creationId xmlns:a16="http://schemas.microsoft.com/office/drawing/2014/main" id="{C2B71777-9314-4BE6-891F-0B7FEEA2719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F6E994A2-6049-93ED-0988-999BA49BA82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41099577"/>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Sub-Section Divider">
    <p:bg>
      <p:bgPr>
        <a:solidFill>
          <a:schemeClr val="bg1"/>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6" name="Graphic 62">
            <a:extLst>
              <a:ext uri="{FF2B5EF4-FFF2-40B4-BE49-F238E27FC236}">
                <a16:creationId xmlns:a16="http://schemas.microsoft.com/office/drawing/2014/main" id="{FFD1ACE8-3029-D141-B85F-3E86298620D9}"/>
              </a:ext>
            </a:extLst>
          </p:cNvPr>
          <p:cNvGrpSpPr/>
          <p:nvPr userDrawn="1"/>
        </p:nvGrpSpPr>
        <p:grpSpPr>
          <a:xfrm>
            <a:off x="11428121" y="358976"/>
            <a:ext cx="517993" cy="512866"/>
            <a:chOff x="10767269" y="208371"/>
            <a:chExt cx="182844" cy="181034"/>
          </a:xfrm>
        </p:grpSpPr>
        <p:sp>
          <p:nvSpPr>
            <p:cNvPr id="27" name="Freeform 26">
              <a:extLst>
                <a:ext uri="{FF2B5EF4-FFF2-40B4-BE49-F238E27FC236}">
                  <a16:creationId xmlns:a16="http://schemas.microsoft.com/office/drawing/2014/main" id="{0284396A-513B-F540-A962-9500A862C6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49D3B413-616D-B145-8D50-469DB515449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431B2658-9FCB-A746-8089-453A0CED2B8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B4FB02AD-AF35-5C48-8D62-5224D59AB2F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980AF88-ADBD-6D4F-BD67-A005C2C36D1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3366385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A3BDDAC6-6EB5-5AA5-61A8-5C7B08D016FF}"/>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AF63809F-BD62-CE41-422D-796F809F3DD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4521965A-A9D8-08A9-9298-34F56613CC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A3618460-6C5B-37FD-D599-B69417C8AB3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9C96232-1CC5-5F69-22A9-AA5D4FE2422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4D9F823C-E41B-1DE2-0FFA-CEB5A665CA8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388198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consectetur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t>
            </a: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grpSp>
        <p:nvGrpSpPr>
          <p:cNvPr id="37" name="Graphic 62">
            <a:extLst>
              <a:ext uri="{FF2B5EF4-FFF2-40B4-BE49-F238E27FC236}">
                <a16:creationId xmlns:a16="http://schemas.microsoft.com/office/drawing/2014/main" id="{1C5E7C55-4D3A-7595-07E2-7AACC39B7C34}"/>
              </a:ext>
            </a:extLst>
          </p:cNvPr>
          <p:cNvGrpSpPr/>
          <p:nvPr userDrawn="1"/>
        </p:nvGrpSpPr>
        <p:grpSpPr>
          <a:xfrm>
            <a:off x="11389259" y="459884"/>
            <a:ext cx="352694" cy="349203"/>
            <a:chOff x="10767269" y="208371"/>
            <a:chExt cx="182844" cy="181034"/>
          </a:xfrm>
          <a:solidFill>
            <a:schemeClr val="bg1"/>
          </a:solidFill>
        </p:grpSpPr>
        <p:sp>
          <p:nvSpPr>
            <p:cNvPr id="38" name="Freeform 37">
              <a:extLst>
                <a:ext uri="{FF2B5EF4-FFF2-40B4-BE49-F238E27FC236}">
                  <a16:creationId xmlns:a16="http://schemas.microsoft.com/office/drawing/2014/main" id="{03E5A220-4D79-97A1-4F96-CC53B9F913B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DCAE26B7-36CD-2C74-0E16-1AFCFC72B90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E08F597-52F7-C6F4-AF12-677BFA83990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2840059-6AB7-B790-7ACC-43900F15C6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4826BEA-2B6D-C3CC-7A02-FB4B85772F62}"/>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859448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2" name="Graphic 62">
            <a:extLst>
              <a:ext uri="{FF2B5EF4-FFF2-40B4-BE49-F238E27FC236}">
                <a16:creationId xmlns:a16="http://schemas.microsoft.com/office/drawing/2014/main" id="{96B97764-E61E-4DB0-4FA8-D0792027906D}"/>
              </a:ext>
            </a:extLst>
          </p:cNvPr>
          <p:cNvGrpSpPr/>
          <p:nvPr userDrawn="1"/>
        </p:nvGrpSpPr>
        <p:grpSpPr>
          <a:xfrm>
            <a:off x="11389259" y="459884"/>
            <a:ext cx="352694" cy="349203"/>
            <a:chOff x="10767269" y="208371"/>
            <a:chExt cx="182844" cy="181034"/>
          </a:xfrm>
        </p:grpSpPr>
        <p:sp>
          <p:nvSpPr>
            <p:cNvPr id="44" name="Freeform 43">
              <a:extLst>
                <a:ext uri="{FF2B5EF4-FFF2-40B4-BE49-F238E27FC236}">
                  <a16:creationId xmlns:a16="http://schemas.microsoft.com/office/drawing/2014/main" id="{D76C21D8-795A-60FD-92CF-F50785452B8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78133464-1B42-C74F-DAD6-8CBBDEEBFD6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966F4625-2A61-4D5A-7154-BA20307DBE7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9" name="Freeform 48">
              <a:extLst>
                <a:ext uri="{FF2B5EF4-FFF2-40B4-BE49-F238E27FC236}">
                  <a16:creationId xmlns:a16="http://schemas.microsoft.com/office/drawing/2014/main" id="{5E26A34A-5AC2-D09D-344D-642E1A1BA8B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2BA205F5-F76B-7295-ADD1-3318708455F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2576027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14541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7576456" y="310467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7576456" y="414541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10467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288794"/>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299184"/>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C60932E-C7AD-B408-F209-66E1BC4EF26E}"/>
              </a:ext>
            </a:extLst>
          </p:cNvPr>
          <p:cNvCxnSpPr>
            <a:cxnSpLocks/>
          </p:cNvCxnSpPr>
          <p:nvPr userDrawn="1"/>
        </p:nvCxnSpPr>
        <p:spPr>
          <a:xfrm>
            <a:off x="454025" y="5179558"/>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CF5DE2B-C7D2-EDC5-1C19-4105EDBCA7BF}"/>
              </a:ext>
            </a:extLst>
          </p:cNvPr>
          <p:cNvCxnSpPr>
            <a:cxnSpLocks/>
          </p:cNvCxnSpPr>
          <p:nvPr userDrawn="1"/>
        </p:nvCxnSpPr>
        <p:spPr>
          <a:xfrm>
            <a:off x="7576456" y="5179558"/>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 Placeholder 47">
            <a:extLst>
              <a:ext uri="{FF2B5EF4-FFF2-40B4-BE49-F238E27FC236}">
                <a16:creationId xmlns:a16="http://schemas.microsoft.com/office/drawing/2014/main" id="{00D7668A-1CAC-9D03-0170-AE2B53502894}"/>
              </a:ext>
            </a:extLst>
          </p:cNvPr>
          <p:cNvSpPr>
            <a:spLocks noGrp="1"/>
          </p:cNvSpPr>
          <p:nvPr>
            <p:ph type="body" sz="quarter" idx="48" hasCustomPrompt="1"/>
          </p:nvPr>
        </p:nvSpPr>
        <p:spPr>
          <a:xfrm>
            <a:off x="7600207"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9" name="Text Placeholder 47">
            <a:extLst>
              <a:ext uri="{FF2B5EF4-FFF2-40B4-BE49-F238E27FC236}">
                <a16:creationId xmlns:a16="http://schemas.microsoft.com/office/drawing/2014/main" id="{D50B8643-8A07-D200-8BF4-2DF8E4E99E2D}"/>
              </a:ext>
            </a:extLst>
          </p:cNvPr>
          <p:cNvSpPr>
            <a:spLocks noGrp="1"/>
          </p:cNvSpPr>
          <p:nvPr>
            <p:ph type="body" sz="quarter" idx="49" hasCustomPrompt="1"/>
          </p:nvPr>
        </p:nvSpPr>
        <p:spPr>
          <a:xfrm>
            <a:off x="3088575"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60" name="Content Placeholder 5">
            <a:extLst>
              <a:ext uri="{FF2B5EF4-FFF2-40B4-BE49-F238E27FC236}">
                <a16:creationId xmlns:a16="http://schemas.microsoft.com/office/drawing/2014/main" id="{5863B8A7-3D54-BA12-2887-9C85599E93C7}"/>
              </a:ext>
            </a:extLst>
          </p:cNvPr>
          <p:cNvSpPr>
            <a:spLocks noGrp="1"/>
          </p:cNvSpPr>
          <p:nvPr>
            <p:ph sz="quarter" idx="50"/>
          </p:nvPr>
        </p:nvSpPr>
        <p:spPr>
          <a:xfrm>
            <a:off x="454025" y="5333326"/>
            <a:ext cx="2336675" cy="699025"/>
          </a:xfrm>
          <a:prstGeom prst="roundRect">
            <a:avLst/>
          </a:prstGeom>
          <a:solidFill>
            <a:schemeClr val="accent5"/>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61" name="Straight Connector 60">
            <a:extLst>
              <a:ext uri="{FF2B5EF4-FFF2-40B4-BE49-F238E27FC236}">
                <a16:creationId xmlns:a16="http://schemas.microsoft.com/office/drawing/2014/main" id="{2EBEB8BF-1A5A-4808-718D-C09ABEF5CBCE}"/>
              </a:ext>
            </a:extLst>
          </p:cNvPr>
          <p:cNvCxnSpPr>
            <a:cxnSpLocks/>
          </p:cNvCxnSpPr>
          <p:nvPr userDrawn="1"/>
        </p:nvCxnSpPr>
        <p:spPr>
          <a:xfrm>
            <a:off x="7402284" y="1952580"/>
            <a:ext cx="0" cy="4184148"/>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8DC3670-FF77-0C68-2648-21B627B10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63" name="Rounded Rectangle 62">
            <a:extLst>
              <a:ext uri="{FF2B5EF4-FFF2-40B4-BE49-F238E27FC236}">
                <a16:creationId xmlns:a16="http://schemas.microsoft.com/office/drawing/2014/main" id="{613766A5-D451-7378-7170-747B236A4AE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6" name="Graphic 62">
            <a:extLst>
              <a:ext uri="{FF2B5EF4-FFF2-40B4-BE49-F238E27FC236}">
                <a16:creationId xmlns:a16="http://schemas.microsoft.com/office/drawing/2014/main" id="{6415D2CF-0274-423F-8FC0-CEEC51F21318}"/>
              </a:ext>
            </a:extLst>
          </p:cNvPr>
          <p:cNvGrpSpPr/>
          <p:nvPr userDrawn="1"/>
        </p:nvGrpSpPr>
        <p:grpSpPr>
          <a:xfrm>
            <a:off x="11389259" y="459884"/>
            <a:ext cx="352694" cy="349203"/>
            <a:chOff x="10767269" y="208371"/>
            <a:chExt cx="182844" cy="181034"/>
          </a:xfrm>
        </p:grpSpPr>
        <p:sp>
          <p:nvSpPr>
            <p:cNvPr id="77" name="Freeform 76">
              <a:extLst>
                <a:ext uri="{FF2B5EF4-FFF2-40B4-BE49-F238E27FC236}">
                  <a16:creationId xmlns:a16="http://schemas.microsoft.com/office/drawing/2014/main" id="{42C78611-155A-89D1-27F3-60CD3F5D90D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2B3CDACE-C97A-8BE4-1A5F-2716691F8FFA}"/>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46609A7-E62E-F85D-1B31-0F97A3EBD9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4DB64414-76CE-9519-1707-860E1E95EF1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51A74BC-CA99-B78B-E2F5-E48428739D4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65" name="Slide Number Placeholder 5">
            <a:extLst>
              <a:ext uri="{FF2B5EF4-FFF2-40B4-BE49-F238E27FC236}">
                <a16:creationId xmlns:a16="http://schemas.microsoft.com/office/drawing/2014/main" id="{BF2AE536-8A11-B3E4-2F27-104F7D7C7EE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6" name="Text Placeholder 47">
            <a:extLst>
              <a:ext uri="{FF2B5EF4-FFF2-40B4-BE49-F238E27FC236}">
                <a16:creationId xmlns:a16="http://schemas.microsoft.com/office/drawing/2014/main" id="{451FF669-DE55-38BF-9A38-C515A7AD94F3}"/>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66336051-26A9-233D-4190-A87787D1DF5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3041304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scading Lis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4680310"/>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4325398"/>
            <a:ext cx="1929384" cy="347472"/>
          </a:xfrm>
        </p:spPr>
        <p:txBody>
          <a:bodyPr/>
          <a:lstStyle>
            <a:lvl1pPr marL="0" indent="0">
              <a:lnSpc>
                <a:spcPts val="1600"/>
              </a:lnSpc>
              <a:buNone/>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4059423"/>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3704511"/>
            <a:ext cx="1929384" cy="347472"/>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44982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3094916"/>
            <a:ext cx="1929384" cy="347472"/>
          </a:xfrm>
        </p:spPr>
        <p:txBody>
          <a:bodyPr/>
          <a:lstStyle>
            <a:lvl1pPr marL="0" indent="0">
              <a:lnSpc>
                <a:spcPts val="1600"/>
              </a:lnSpc>
              <a:buNone/>
              <a:defRPr sz="1600" b="0" i="0">
                <a:solidFill>
                  <a:schemeClr val="accent3">
                    <a:lumMod val="90000"/>
                  </a:schemeClr>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2840227"/>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485315"/>
            <a:ext cx="1929384" cy="347472"/>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2219339"/>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1864427"/>
            <a:ext cx="1929384" cy="347472"/>
          </a:xfrm>
        </p:spPr>
        <p:txBody>
          <a:bodyPr/>
          <a:lstStyle>
            <a:lvl1pPr marL="0" indent="0">
              <a:lnSpc>
                <a:spcPts val="1600"/>
              </a:lnSpc>
              <a:buNone/>
              <a:defRPr sz="1600" b="0" i="0">
                <a:solidFill>
                  <a:schemeClr val="accent4"/>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450047" y="4199466"/>
            <a:ext cx="192938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810934" y="3584223"/>
            <a:ext cx="192938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5147733" y="2968980"/>
            <a:ext cx="1929384" cy="0"/>
          </a:xfrm>
          <a:prstGeom prst="line">
            <a:avLst/>
          </a:prstGeom>
          <a:ln w="25400">
            <a:solidFill>
              <a:schemeClr val="accent3">
                <a:lumMod val="9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7490178" y="2353737"/>
            <a:ext cx="1929384"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9820080" y="1738494"/>
            <a:ext cx="1929384"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CF015E2-2DAD-3FBB-20CA-DC0B40F808CC}"/>
              </a:ext>
            </a:extLst>
          </p:cNvPr>
          <p:cNvCxnSpPr>
            <a:cxnSpLocks/>
          </p:cNvCxnSpPr>
          <p:nvPr userDrawn="1"/>
        </p:nvCxnSpPr>
        <p:spPr>
          <a:xfrm>
            <a:off x="2594811" y="3592286"/>
            <a:ext cx="0" cy="26394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D06B4C0-1D24-D1D3-94B8-EEB8EDB17E2A}"/>
              </a:ext>
            </a:extLst>
          </p:cNvPr>
          <p:cNvCxnSpPr>
            <a:cxnSpLocks/>
          </p:cNvCxnSpPr>
          <p:nvPr userDrawn="1"/>
        </p:nvCxnSpPr>
        <p:spPr>
          <a:xfrm>
            <a:off x="4953000" y="2988129"/>
            <a:ext cx="0" cy="324359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4A1D68-319F-E2F3-5CDC-275997BA8C73}"/>
              </a:ext>
            </a:extLst>
          </p:cNvPr>
          <p:cNvCxnSpPr>
            <a:cxnSpLocks/>
          </p:cNvCxnSpPr>
          <p:nvPr userDrawn="1"/>
        </p:nvCxnSpPr>
        <p:spPr>
          <a:xfrm>
            <a:off x="7303169" y="2334986"/>
            <a:ext cx="0" cy="38967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644995D-B7AC-F4FF-E5A9-B96461D7C67F}"/>
              </a:ext>
            </a:extLst>
          </p:cNvPr>
          <p:cNvCxnSpPr>
            <a:cxnSpLocks/>
          </p:cNvCxnSpPr>
          <p:nvPr userDrawn="1"/>
        </p:nvCxnSpPr>
        <p:spPr>
          <a:xfrm>
            <a:off x="9637296" y="1747157"/>
            <a:ext cx="0" cy="448457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01A874-674A-14F7-7D6B-190D010F019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EC03EF5F-2012-C2A2-2AA2-164FFD2BB13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8275475F-B2CA-AB48-6820-FA940C99B74E}"/>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1C7E7DA9-8061-D52B-8D7B-2FC01AEB21C8}"/>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09EB92B4-86FF-CA4C-9D58-854BFE01124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DC9F347D-8156-3D9A-5286-FD800839B03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C5ECF37-CA95-DA39-8E11-49355B700C33}"/>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15E68615-D812-060C-D5CD-CD0F8C62519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1073A487-4BDF-16F6-96E2-EDC95367DBC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8901202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scading List + Icons 2">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266E12F-941C-FDD2-973A-E47A28ECB253}"/>
              </a:ext>
            </a:extLst>
          </p:cNvPr>
          <p:cNvSpPr/>
          <p:nvPr userDrawn="1"/>
        </p:nvSpPr>
        <p:spPr>
          <a:xfrm flipV="1">
            <a:off x="0" y="0"/>
            <a:ext cx="8223956" cy="6324600"/>
          </a:xfrm>
          <a:prstGeom prst="rtTriangle">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4196997"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1612803" y="5764046"/>
            <a:ext cx="101050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1612802" y="5522024"/>
            <a:ext cx="10104120"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3008257" y="4748048"/>
            <a:ext cx="8709609"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3008258" y="4506026"/>
            <a:ext cx="87050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4394569" y="3754631"/>
            <a:ext cx="733348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4394569" y="3512609"/>
            <a:ext cx="73334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5780880" y="2749919"/>
            <a:ext cx="59595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5780879" y="2507897"/>
            <a:ext cx="5970853" cy="201436"/>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7167191" y="1722631"/>
            <a:ext cx="462969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7167191" y="1480609"/>
            <a:ext cx="4622351"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1049867" y="5396092"/>
            <a:ext cx="107152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449689" y="4385738"/>
            <a:ext cx="9315466"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3804356" y="3386673"/>
            <a:ext cx="7960799"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5238044" y="2376319"/>
            <a:ext cx="6527111"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6004435" y="1354676"/>
            <a:ext cx="576072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Rounded Rectangle 55">
            <a:extLst>
              <a:ext uri="{FF2B5EF4-FFF2-40B4-BE49-F238E27FC236}">
                <a16:creationId xmlns:a16="http://schemas.microsoft.com/office/drawing/2014/main" id="{40B86BF7-21DA-A00C-8DFE-20E092EEF8DE}"/>
              </a:ext>
            </a:extLst>
          </p:cNvPr>
          <p:cNvSpPr/>
          <p:nvPr userDrawn="1"/>
        </p:nvSpPr>
        <p:spPr>
          <a:xfrm>
            <a:off x="425969" y="4911106"/>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ounded Rectangle 57">
            <a:extLst>
              <a:ext uri="{FF2B5EF4-FFF2-40B4-BE49-F238E27FC236}">
                <a16:creationId xmlns:a16="http://schemas.microsoft.com/office/drawing/2014/main" id="{1F94612E-7815-9CE1-69AB-E8197FAD8D89}"/>
              </a:ext>
            </a:extLst>
          </p:cNvPr>
          <p:cNvSpPr/>
          <p:nvPr userDrawn="1"/>
        </p:nvSpPr>
        <p:spPr>
          <a:xfrm>
            <a:off x="1828800" y="3905958"/>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5BA14176-81DA-CF7F-EE3A-0FD20879789B}"/>
              </a:ext>
            </a:extLst>
          </p:cNvPr>
          <p:cNvSpPr/>
          <p:nvPr userDrawn="1"/>
        </p:nvSpPr>
        <p:spPr>
          <a:xfrm>
            <a:off x="3200400" y="290407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9FB7E5B1-F674-9126-BC14-E0E71CABAD4F}"/>
              </a:ext>
            </a:extLst>
          </p:cNvPr>
          <p:cNvSpPr/>
          <p:nvPr userDrawn="1"/>
        </p:nvSpPr>
        <p:spPr>
          <a:xfrm>
            <a:off x="4648200" y="190218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ounded Rectangle 60">
            <a:extLst>
              <a:ext uri="{FF2B5EF4-FFF2-40B4-BE49-F238E27FC236}">
                <a16:creationId xmlns:a16="http://schemas.microsoft.com/office/drawing/2014/main" id="{F33B4E51-650F-6FEE-E66D-0034CC43E1F8}"/>
              </a:ext>
            </a:extLst>
          </p:cNvPr>
          <p:cNvSpPr/>
          <p:nvPr userDrawn="1"/>
        </p:nvSpPr>
        <p:spPr>
          <a:xfrm>
            <a:off x="5943600" y="86924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28A85FF6-6165-BB42-C81F-54B549E463A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5EE108E3-9322-00E3-E53B-C9BD9F64CDCF}"/>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A3121F31-6E06-6153-62BE-A33B2140D76E}"/>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FCF87850-B53C-F217-5533-C06EA486DA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2833A422-385A-532B-31F7-D1DB9B28EBE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66E8EEC2-7369-D14B-C18A-BE409860126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57B5A773-F39F-A419-F925-453D319E60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B567FF41-24F8-48BE-A57E-15CB948FFC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5725C0FF-965B-807C-B5A8-099402C0EF2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067046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Subtitle_Whit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C9932B5-3C00-02B2-7400-890A0D4A3D4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5789775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54379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Subtitle_Whi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26014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Title+Subtitle_Grey">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063100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ullets + Photo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a:extLst>
              <a:ext uri="{FF2B5EF4-FFF2-40B4-BE49-F238E27FC236}">
                <a16:creationId xmlns:a16="http://schemas.microsoft.com/office/drawing/2014/main" id="{4671CA12-7321-87F4-0E01-C140229C3E8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39289" y="0"/>
            <a:ext cx="4073019" cy="6858000"/>
          </a:xfrm>
          <a:prstGeom prst="rect">
            <a:avLst/>
          </a:prstGeom>
        </p:spPr>
      </p:pic>
      <p:grpSp>
        <p:nvGrpSpPr>
          <p:cNvPr id="20" name="Graphic 62">
            <a:extLst>
              <a:ext uri="{FF2B5EF4-FFF2-40B4-BE49-F238E27FC236}">
                <a16:creationId xmlns:a16="http://schemas.microsoft.com/office/drawing/2014/main" id="{9A6BF85A-974F-7D07-07B4-A7D320A37DE8}"/>
              </a:ext>
            </a:extLst>
          </p:cNvPr>
          <p:cNvGrpSpPr/>
          <p:nvPr userDrawn="1"/>
        </p:nvGrpSpPr>
        <p:grpSpPr>
          <a:xfrm>
            <a:off x="11389259" y="459884"/>
            <a:ext cx="352694" cy="349203"/>
            <a:chOff x="10767269" y="208371"/>
            <a:chExt cx="182844" cy="181034"/>
          </a:xfrm>
          <a:solidFill>
            <a:schemeClr val="bg1"/>
          </a:solidFill>
        </p:grpSpPr>
        <p:sp>
          <p:nvSpPr>
            <p:cNvPr id="23" name="Freeform 22">
              <a:extLst>
                <a:ext uri="{FF2B5EF4-FFF2-40B4-BE49-F238E27FC236}">
                  <a16:creationId xmlns:a16="http://schemas.microsoft.com/office/drawing/2014/main" id="{BB2E52F2-5174-3DDE-AA60-E72BEA22043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C928149E-7E2B-69CB-9224-AA12216CFDA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62323336-B0B4-E0C7-0719-102F6932A0D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59320E58-7035-E740-2B91-4AB78003BC2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1360E0DD-2350-505F-1EC8-B2136740C36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4025"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7" name="Straight Connector 16">
            <a:extLst>
              <a:ext uri="{FF2B5EF4-FFF2-40B4-BE49-F238E27FC236}">
                <a16:creationId xmlns:a16="http://schemas.microsoft.com/office/drawing/2014/main" id="{E5F78E8C-F715-E56F-F6AF-5F7C0030095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A077781D-60EC-7883-6F5A-587911DC8A2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EF2D5FDA-EC4A-7B70-D0B8-DB7E798DAED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643042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00647304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Content_Whit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62130678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Content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4DD2FBEB-F6B7-ACA4-773B-6B4EE0E04A0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59652368"/>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3"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541324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7" name="Text Placeholder 47">
            <a:extLst>
              <a:ext uri="{FF2B5EF4-FFF2-40B4-BE49-F238E27FC236}">
                <a16:creationId xmlns:a16="http://schemas.microsoft.com/office/drawing/2014/main" id="{18D04E88-0E43-3D4F-ABC7-025375BEE5B4}"/>
              </a:ext>
            </a:extLst>
          </p:cNvPr>
          <p:cNvSpPr>
            <a:spLocks noGrp="1"/>
          </p:cNvSpPr>
          <p:nvPr>
            <p:ph type="body" sz="quarter" idx="28" hasCustomPrompt="1"/>
          </p:nvPr>
        </p:nvSpPr>
        <p:spPr>
          <a:xfrm>
            <a:off x="6323555"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28" name="Text Placeholder 47">
            <a:extLst>
              <a:ext uri="{FF2B5EF4-FFF2-40B4-BE49-F238E27FC236}">
                <a16:creationId xmlns:a16="http://schemas.microsoft.com/office/drawing/2014/main" id="{D35F66E5-307D-9D4A-9063-0FAD0E63B822}"/>
              </a:ext>
            </a:extLst>
          </p:cNvPr>
          <p:cNvSpPr>
            <a:spLocks noGrp="1"/>
          </p:cNvSpPr>
          <p:nvPr>
            <p:ph type="body" sz="quarter" idx="29" hasCustomPrompt="1"/>
          </p:nvPr>
        </p:nvSpPr>
        <p:spPr>
          <a:xfrm>
            <a:off x="6323555" y="2350321"/>
            <a:ext cx="5413248"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23" name="Straight Connector 22">
            <a:extLst>
              <a:ext uri="{FF2B5EF4-FFF2-40B4-BE49-F238E27FC236}">
                <a16:creationId xmlns:a16="http://schemas.microsoft.com/office/drawing/2014/main" id="{C7DD8B67-5A87-95A2-FF39-DC9732BE76D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B5200FCE-9F1E-5F57-760B-667873823E7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DA6B8246-4FA8-CD18-7A89-FBDFDF6AEDD6}"/>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484B2FFB-968E-224E-39DB-01AB84FE305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C53ED0F6-40C4-5491-6805-36C87A3349B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A8AC13F6-6C8E-3877-909A-5CC3A633C4E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AA83FA2-9C90-5F36-A146-C8747C9F482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216278C0-977F-6CFA-69A9-451EE3ED6ED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3" name="Slide Number Placeholder 5">
            <a:extLst>
              <a:ext uri="{FF2B5EF4-FFF2-40B4-BE49-F238E27FC236}">
                <a16:creationId xmlns:a16="http://schemas.microsoft.com/office/drawing/2014/main" id="{581E59B6-0371-DA2E-3007-47B9F37A7D8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6653764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4" y="2820495"/>
            <a:ext cx="3481367"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4373809"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3480356"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437330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4" name="Text Placeholder 47">
            <a:extLst>
              <a:ext uri="{FF2B5EF4-FFF2-40B4-BE49-F238E27FC236}">
                <a16:creationId xmlns:a16="http://schemas.microsoft.com/office/drawing/2014/main" id="{42441E3B-F71B-0B6F-BAFC-B7B6EEF0ED20}"/>
              </a:ext>
            </a:extLst>
          </p:cNvPr>
          <p:cNvSpPr>
            <a:spLocks noGrp="1"/>
          </p:cNvSpPr>
          <p:nvPr>
            <p:ph type="body" sz="quarter" idx="30" hasCustomPrompt="1"/>
          </p:nvPr>
        </p:nvSpPr>
        <p:spPr>
          <a:xfrm>
            <a:off x="8299364"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5" name="Text Placeholder 47">
            <a:extLst>
              <a:ext uri="{FF2B5EF4-FFF2-40B4-BE49-F238E27FC236}">
                <a16:creationId xmlns:a16="http://schemas.microsoft.com/office/drawing/2014/main" id="{3ED2579D-1853-ED34-168C-9306686BA64A}"/>
              </a:ext>
            </a:extLst>
          </p:cNvPr>
          <p:cNvSpPr>
            <a:spLocks noGrp="1"/>
          </p:cNvSpPr>
          <p:nvPr>
            <p:ph type="body" sz="quarter" idx="31" hasCustomPrompt="1"/>
          </p:nvPr>
        </p:nvSpPr>
        <p:spPr>
          <a:xfrm>
            <a:off x="829936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5CF9C69-18A5-06DB-C7CE-0AF6A5F4894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8314F311-5C81-2C03-BC06-03E7FC36619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6" name="Graphic 62">
            <a:extLst>
              <a:ext uri="{FF2B5EF4-FFF2-40B4-BE49-F238E27FC236}">
                <a16:creationId xmlns:a16="http://schemas.microsoft.com/office/drawing/2014/main" id="{7646CA96-AE8A-8802-7AD0-1CE73FF40FB4}"/>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4591E50D-6131-3434-6996-90003DD9FF5A}"/>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7070D9E5-6C0D-FAEB-E70A-BADBE94145E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C7132DB8-51B4-23A3-5936-18675F33F1C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4FC6A0D-38D8-837D-40C4-C28206F883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7DB11673-07CE-5370-2F41-69EF3FD10E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9C11316D-50E5-93C6-E38E-8BE2AD75D50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909386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2820495"/>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336539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624575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262432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3365391" y="2350321"/>
            <a:ext cx="2635054"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6245751"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9" name="Text Placeholder 47">
            <a:extLst>
              <a:ext uri="{FF2B5EF4-FFF2-40B4-BE49-F238E27FC236}">
                <a16:creationId xmlns:a16="http://schemas.microsoft.com/office/drawing/2014/main" id="{4ADA6385-E582-C5DC-6346-C45857DFB47E}"/>
              </a:ext>
            </a:extLst>
          </p:cNvPr>
          <p:cNvSpPr>
            <a:spLocks noGrp="1"/>
          </p:cNvSpPr>
          <p:nvPr>
            <p:ph type="body" sz="quarter" idx="30" hasCustomPrompt="1"/>
          </p:nvPr>
        </p:nvSpPr>
        <p:spPr>
          <a:xfrm>
            <a:off x="9151132"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0" name="Text Placeholder 47">
            <a:extLst>
              <a:ext uri="{FF2B5EF4-FFF2-40B4-BE49-F238E27FC236}">
                <a16:creationId xmlns:a16="http://schemas.microsoft.com/office/drawing/2014/main" id="{80C4AC3F-ECF6-CD11-6813-C12A66BEB145}"/>
              </a:ext>
            </a:extLst>
          </p:cNvPr>
          <p:cNvSpPr>
            <a:spLocks noGrp="1"/>
          </p:cNvSpPr>
          <p:nvPr>
            <p:ph type="body" sz="quarter" idx="31" hasCustomPrompt="1"/>
          </p:nvPr>
        </p:nvSpPr>
        <p:spPr>
          <a:xfrm>
            <a:off x="9151132"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4985686-2675-672B-B007-C4E22BCC3B83}"/>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E401B403-E038-C738-63ED-AC272D6D3E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EB139AA5-3BB8-8A5B-99A9-8627BB6F6837}"/>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066EE531-6806-E38A-D053-C887924706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B2B9AC7A-0CAA-6648-CEB9-5E9B938EC3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0DA57AC6-BD0C-0756-A900-B61198C179B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9C98BD0D-6804-2973-9538-12E5D974914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F4357FF6-CF3B-69AC-4315-53BC0AA909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8EF2E125-68B3-B0CD-3166-949138C40BA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0763269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s with Specialty Header + Icons">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FD94E6FC-F3DB-5A3E-EDEF-782707569B15}"/>
              </a:ext>
            </a:extLst>
          </p:cNvPr>
          <p:cNvSpPr/>
          <p:nvPr userDrawn="1"/>
        </p:nvSpPr>
        <p:spPr>
          <a:xfrm>
            <a:off x="11430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12700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6000"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BDDF635-7342-688F-32BF-4C1A00C75344}"/>
              </a:ext>
            </a:extLst>
          </p:cNvPr>
          <p:cNvSpPr/>
          <p:nvPr userDrawn="1"/>
        </p:nvSpPr>
        <p:spPr>
          <a:xfrm>
            <a:off x="4581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4">
            <a:extLst>
              <a:ext uri="{FF2B5EF4-FFF2-40B4-BE49-F238E27FC236}">
                <a16:creationId xmlns:a16="http://schemas.microsoft.com/office/drawing/2014/main" id="{77A6E8FA-F611-4131-ED03-B710F318226F}"/>
              </a:ext>
            </a:extLst>
          </p:cNvPr>
          <p:cNvSpPr>
            <a:spLocks noGrp="1"/>
          </p:cNvSpPr>
          <p:nvPr>
            <p:ph type="body" sz="quarter" idx="17"/>
          </p:nvPr>
        </p:nvSpPr>
        <p:spPr>
          <a:xfrm>
            <a:off x="16764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8" name="Text Placeholder 4">
            <a:extLst>
              <a:ext uri="{FF2B5EF4-FFF2-40B4-BE49-F238E27FC236}">
                <a16:creationId xmlns:a16="http://schemas.microsoft.com/office/drawing/2014/main" id="{77D73644-33CF-6660-9B8B-589B2F3610FE}"/>
              </a:ext>
            </a:extLst>
          </p:cNvPr>
          <p:cNvSpPr>
            <a:spLocks noGrp="1"/>
          </p:cNvSpPr>
          <p:nvPr>
            <p:ph type="body" sz="quarter" idx="18"/>
          </p:nvPr>
        </p:nvSpPr>
        <p:spPr>
          <a:xfrm>
            <a:off x="16764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9" name="Text Placeholder 4">
            <a:extLst>
              <a:ext uri="{FF2B5EF4-FFF2-40B4-BE49-F238E27FC236}">
                <a16:creationId xmlns:a16="http://schemas.microsoft.com/office/drawing/2014/main" id="{BDA15F09-D4D1-D934-46E4-B2A57C50220C}"/>
              </a:ext>
            </a:extLst>
          </p:cNvPr>
          <p:cNvSpPr>
            <a:spLocks noGrp="1"/>
          </p:cNvSpPr>
          <p:nvPr>
            <p:ph type="body" sz="quarter" idx="19"/>
          </p:nvPr>
        </p:nvSpPr>
        <p:spPr>
          <a:xfrm>
            <a:off x="16764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3" name="Text Placeholder 4">
            <a:extLst>
              <a:ext uri="{FF2B5EF4-FFF2-40B4-BE49-F238E27FC236}">
                <a16:creationId xmlns:a16="http://schemas.microsoft.com/office/drawing/2014/main" id="{CEC72D9D-27A6-23A1-B780-E09DB54ED0CE}"/>
              </a:ext>
            </a:extLst>
          </p:cNvPr>
          <p:cNvSpPr>
            <a:spLocks noGrp="1"/>
          </p:cNvSpPr>
          <p:nvPr>
            <p:ph type="body" sz="quarter" idx="20" hasCustomPrompt="1"/>
          </p:nvPr>
        </p:nvSpPr>
        <p:spPr>
          <a:xfrm>
            <a:off x="3841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4" name="Text Placeholder 4">
            <a:extLst>
              <a:ext uri="{FF2B5EF4-FFF2-40B4-BE49-F238E27FC236}">
                <a16:creationId xmlns:a16="http://schemas.microsoft.com/office/drawing/2014/main" id="{F4E29829-7D6F-E28D-2A88-CB193E05A83E}"/>
              </a:ext>
            </a:extLst>
          </p:cNvPr>
          <p:cNvSpPr>
            <a:spLocks noGrp="1"/>
          </p:cNvSpPr>
          <p:nvPr>
            <p:ph type="body" sz="quarter" idx="21" hasCustomPrompt="1"/>
          </p:nvPr>
        </p:nvSpPr>
        <p:spPr>
          <a:xfrm>
            <a:off x="3841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5" name="Text Placeholder 4">
            <a:extLst>
              <a:ext uri="{FF2B5EF4-FFF2-40B4-BE49-F238E27FC236}">
                <a16:creationId xmlns:a16="http://schemas.microsoft.com/office/drawing/2014/main" id="{D8DA2A30-B65B-4B69-5AD8-ED7ED5B5C733}"/>
              </a:ext>
            </a:extLst>
          </p:cNvPr>
          <p:cNvSpPr>
            <a:spLocks noGrp="1"/>
          </p:cNvSpPr>
          <p:nvPr>
            <p:ph type="body" sz="quarter" idx="22" hasCustomPrompt="1"/>
          </p:nvPr>
        </p:nvSpPr>
        <p:spPr>
          <a:xfrm>
            <a:off x="3841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6" name="Text Placeholder 4">
            <a:extLst>
              <a:ext uri="{FF2B5EF4-FFF2-40B4-BE49-F238E27FC236}">
                <a16:creationId xmlns:a16="http://schemas.microsoft.com/office/drawing/2014/main" id="{F28CC207-A3D6-E2E8-D22F-8522D54C05FD}"/>
              </a:ext>
            </a:extLst>
          </p:cNvPr>
          <p:cNvSpPr>
            <a:spLocks noGrp="1"/>
          </p:cNvSpPr>
          <p:nvPr>
            <p:ph type="body" sz="quarter" idx="23"/>
          </p:nvPr>
        </p:nvSpPr>
        <p:spPr>
          <a:xfrm>
            <a:off x="77216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7" name="Text Placeholder 4">
            <a:extLst>
              <a:ext uri="{FF2B5EF4-FFF2-40B4-BE49-F238E27FC236}">
                <a16:creationId xmlns:a16="http://schemas.microsoft.com/office/drawing/2014/main" id="{4A428E19-B25E-17C9-0B0E-0C3CA139F9CD}"/>
              </a:ext>
            </a:extLst>
          </p:cNvPr>
          <p:cNvSpPr>
            <a:spLocks noGrp="1"/>
          </p:cNvSpPr>
          <p:nvPr>
            <p:ph type="body" sz="quarter" idx="24"/>
          </p:nvPr>
        </p:nvSpPr>
        <p:spPr>
          <a:xfrm>
            <a:off x="77216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8" name="Text Placeholder 4">
            <a:extLst>
              <a:ext uri="{FF2B5EF4-FFF2-40B4-BE49-F238E27FC236}">
                <a16:creationId xmlns:a16="http://schemas.microsoft.com/office/drawing/2014/main" id="{EF9CB5C5-FB35-6E07-9153-80DBDE88195A}"/>
              </a:ext>
            </a:extLst>
          </p:cNvPr>
          <p:cNvSpPr>
            <a:spLocks noGrp="1"/>
          </p:cNvSpPr>
          <p:nvPr>
            <p:ph type="body" sz="quarter" idx="25"/>
          </p:nvPr>
        </p:nvSpPr>
        <p:spPr>
          <a:xfrm>
            <a:off x="77216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9" name="Text Placeholder 4">
            <a:extLst>
              <a:ext uri="{FF2B5EF4-FFF2-40B4-BE49-F238E27FC236}">
                <a16:creationId xmlns:a16="http://schemas.microsoft.com/office/drawing/2014/main" id="{7D9F2C7D-522B-8323-918D-6FD468562760}"/>
              </a:ext>
            </a:extLst>
          </p:cNvPr>
          <p:cNvSpPr>
            <a:spLocks noGrp="1"/>
          </p:cNvSpPr>
          <p:nvPr>
            <p:ph type="body" sz="quarter" idx="26" hasCustomPrompt="1"/>
          </p:nvPr>
        </p:nvSpPr>
        <p:spPr>
          <a:xfrm>
            <a:off x="64293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0" name="Text Placeholder 4">
            <a:extLst>
              <a:ext uri="{FF2B5EF4-FFF2-40B4-BE49-F238E27FC236}">
                <a16:creationId xmlns:a16="http://schemas.microsoft.com/office/drawing/2014/main" id="{6ADD1C96-7429-F160-9C1C-FA804824B9F7}"/>
              </a:ext>
            </a:extLst>
          </p:cNvPr>
          <p:cNvSpPr>
            <a:spLocks noGrp="1"/>
          </p:cNvSpPr>
          <p:nvPr>
            <p:ph type="body" sz="quarter" idx="27" hasCustomPrompt="1"/>
          </p:nvPr>
        </p:nvSpPr>
        <p:spPr>
          <a:xfrm>
            <a:off x="64293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1" name="Text Placeholder 4">
            <a:extLst>
              <a:ext uri="{FF2B5EF4-FFF2-40B4-BE49-F238E27FC236}">
                <a16:creationId xmlns:a16="http://schemas.microsoft.com/office/drawing/2014/main" id="{E4DBC269-9891-598E-4B3E-CEA9CCB5DBF9}"/>
              </a:ext>
            </a:extLst>
          </p:cNvPr>
          <p:cNvSpPr>
            <a:spLocks noGrp="1"/>
          </p:cNvSpPr>
          <p:nvPr>
            <p:ph type="body" sz="quarter" idx="28" hasCustomPrompt="1"/>
          </p:nvPr>
        </p:nvSpPr>
        <p:spPr>
          <a:xfrm>
            <a:off x="64293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3" name="Rounded Rectangle 72">
            <a:extLst>
              <a:ext uri="{FF2B5EF4-FFF2-40B4-BE49-F238E27FC236}">
                <a16:creationId xmlns:a16="http://schemas.microsoft.com/office/drawing/2014/main" id="{E66EC400-7FB4-DB3B-8D61-1D2708B54BE9}"/>
              </a:ext>
            </a:extLst>
          </p:cNvPr>
          <p:cNvSpPr/>
          <p:nvPr userDrawn="1"/>
        </p:nvSpPr>
        <p:spPr>
          <a:xfrm>
            <a:off x="71882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 Placeholder 2">
            <a:extLst>
              <a:ext uri="{FF2B5EF4-FFF2-40B4-BE49-F238E27FC236}">
                <a16:creationId xmlns:a16="http://schemas.microsoft.com/office/drawing/2014/main" id="{82F66B27-D17F-D730-6602-739F42215DBE}"/>
              </a:ext>
            </a:extLst>
          </p:cNvPr>
          <p:cNvSpPr>
            <a:spLocks noGrp="1"/>
          </p:cNvSpPr>
          <p:nvPr>
            <p:ph type="body" sz="quarter" idx="29"/>
          </p:nvPr>
        </p:nvSpPr>
        <p:spPr>
          <a:xfrm>
            <a:off x="73152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75" name="Rounded Rectangle 74">
            <a:extLst>
              <a:ext uri="{FF2B5EF4-FFF2-40B4-BE49-F238E27FC236}">
                <a16:creationId xmlns:a16="http://schemas.microsoft.com/office/drawing/2014/main" id="{48C47F3B-D749-DD5A-61FB-C39B5FA9FCE3}"/>
              </a:ext>
            </a:extLst>
          </p:cNvPr>
          <p:cNvSpPr/>
          <p:nvPr userDrawn="1"/>
        </p:nvSpPr>
        <p:spPr>
          <a:xfrm>
            <a:off x="65033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a:extLst>
              <a:ext uri="{FF2B5EF4-FFF2-40B4-BE49-F238E27FC236}">
                <a16:creationId xmlns:a16="http://schemas.microsoft.com/office/drawing/2014/main" id="{BA07A94C-4F35-9FC1-45A8-C0B63AE87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71783676-3290-5D4A-EE32-A780F9F23FE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6A056D92-D0C9-0BE8-42A4-D7EF19F0E896}"/>
              </a:ext>
            </a:extLst>
          </p:cNvPr>
          <p:cNvGrpSpPr/>
          <p:nvPr userDrawn="1"/>
        </p:nvGrpSpPr>
        <p:grpSpPr>
          <a:xfrm>
            <a:off x="11389259" y="459884"/>
            <a:ext cx="352694" cy="349203"/>
            <a:chOff x="10767269" y="208371"/>
            <a:chExt cx="182844" cy="181034"/>
          </a:xfrm>
        </p:grpSpPr>
        <p:sp>
          <p:nvSpPr>
            <p:cNvPr id="43" name="Freeform 42">
              <a:extLst>
                <a:ext uri="{FF2B5EF4-FFF2-40B4-BE49-F238E27FC236}">
                  <a16:creationId xmlns:a16="http://schemas.microsoft.com/office/drawing/2014/main" id="{FDB8B7AF-4D12-A2ED-FA8F-442401B568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22BF330-3AE8-8AA3-4A4C-CE13C05E91A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85407E4-698B-0930-863D-9B4EBC73DA2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D6A43AF3-79EA-47C6-A4E9-343111A42AB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506E2268-4244-FA6F-1331-7747CB1FD27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91F8190E-56FA-1FC6-EF26-FDD71C17DF8E}"/>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84607982"/>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s with Specialty Header">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D89FF448-E98B-D9A8-5BFA-B2E87B3A66BB}"/>
              </a:ext>
            </a:extLst>
          </p:cNvPr>
          <p:cNvSpPr>
            <a:spLocks noGrp="1"/>
          </p:cNvSpPr>
          <p:nvPr>
            <p:ph sz="quarter" idx="17"/>
          </p:nvPr>
        </p:nvSpPr>
        <p:spPr>
          <a:xfrm>
            <a:off x="45402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441C8E46-662B-5695-A792-AD8BF414A96A}"/>
              </a:ext>
            </a:extLst>
          </p:cNvPr>
          <p:cNvSpPr>
            <a:spLocks noGrp="1"/>
          </p:cNvSpPr>
          <p:nvPr>
            <p:ph sz="quarter" idx="18"/>
          </p:nvPr>
        </p:nvSpPr>
        <p:spPr>
          <a:xfrm>
            <a:off x="632355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70D5CD4A-CACB-B6AE-BBC4-4C8978078E3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FC1E52B-299B-816D-D973-DDB4A9061C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aphic 62">
            <a:extLst>
              <a:ext uri="{FF2B5EF4-FFF2-40B4-BE49-F238E27FC236}">
                <a16:creationId xmlns:a16="http://schemas.microsoft.com/office/drawing/2014/main" id="{46C6722C-C67C-380F-6B8E-035E3C0B38EE}"/>
              </a:ext>
            </a:extLst>
          </p:cNvPr>
          <p:cNvGrpSpPr/>
          <p:nvPr userDrawn="1"/>
        </p:nvGrpSpPr>
        <p:grpSpPr>
          <a:xfrm>
            <a:off x="11389259" y="459884"/>
            <a:ext cx="352694" cy="349203"/>
            <a:chOff x="10767269" y="208371"/>
            <a:chExt cx="182844" cy="181034"/>
          </a:xfrm>
        </p:grpSpPr>
        <p:sp>
          <p:nvSpPr>
            <p:cNvPr id="32" name="Freeform 31">
              <a:extLst>
                <a:ext uri="{FF2B5EF4-FFF2-40B4-BE49-F238E27FC236}">
                  <a16:creationId xmlns:a16="http://schemas.microsoft.com/office/drawing/2014/main" id="{496C27F2-144E-ED54-943E-B4D604FCF7F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C2496FEF-51EC-C99F-0448-4EA8B7D877E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8D02FF2D-E1F2-8ED6-694D-4E0B714DD70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3005232E-DC7B-3822-6A78-F301F427970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50E9EFE7-84D0-E24A-1C42-D9A97171BE1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4" name="Slide Number Placeholder 5">
            <a:extLst>
              <a:ext uri="{FF2B5EF4-FFF2-40B4-BE49-F238E27FC236}">
                <a16:creationId xmlns:a16="http://schemas.microsoft.com/office/drawing/2014/main" id="{2DF047A2-13C2-7A18-6D0E-823804454E2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307660661"/>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 Sections with Specialty Headers">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1"/>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29" name="Text Placeholder 2">
            <a:extLst>
              <a:ext uri="{FF2B5EF4-FFF2-40B4-BE49-F238E27FC236}">
                <a16:creationId xmlns:a16="http://schemas.microsoft.com/office/drawing/2014/main" id="{FB787B36-7AEE-395C-209A-62EDCAD058F6}"/>
              </a:ext>
            </a:extLst>
          </p:cNvPr>
          <p:cNvSpPr>
            <a:spLocks noGrp="1"/>
          </p:cNvSpPr>
          <p:nvPr>
            <p:ph type="body" sz="quarter" idx="17"/>
          </p:nvPr>
        </p:nvSpPr>
        <p:spPr>
          <a:xfrm>
            <a:off x="454025" y="3886200"/>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8" name="Text Placeholder 2">
            <a:extLst>
              <a:ext uri="{FF2B5EF4-FFF2-40B4-BE49-F238E27FC236}">
                <a16:creationId xmlns:a16="http://schemas.microsoft.com/office/drawing/2014/main" id="{5E49B28D-8F05-050A-47CD-4C94D3DB13B7}"/>
              </a:ext>
            </a:extLst>
          </p:cNvPr>
          <p:cNvSpPr>
            <a:spLocks noGrp="1"/>
          </p:cNvSpPr>
          <p:nvPr>
            <p:ph type="body" sz="quarter" idx="20"/>
          </p:nvPr>
        </p:nvSpPr>
        <p:spPr>
          <a:xfrm>
            <a:off x="6324600" y="3886200"/>
            <a:ext cx="5413248" cy="558800"/>
          </a:xfrm>
          <a:prstGeom prst="roundRect">
            <a:avLst/>
          </a:prstGeom>
          <a:solidFill>
            <a:schemeClr val="accent5"/>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E2B68D74-78A5-FE98-88F2-837962E4BB8F}"/>
              </a:ext>
            </a:extLst>
          </p:cNvPr>
          <p:cNvSpPr>
            <a:spLocks noGrp="1"/>
          </p:cNvSpPr>
          <p:nvPr>
            <p:ph sz="quarter" idx="21"/>
          </p:nvPr>
        </p:nvSpPr>
        <p:spPr>
          <a:xfrm>
            <a:off x="45402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E2900BEC-965C-7AF1-8A8F-3E1D554B2E67}"/>
              </a:ext>
            </a:extLst>
          </p:cNvPr>
          <p:cNvSpPr>
            <a:spLocks noGrp="1"/>
          </p:cNvSpPr>
          <p:nvPr>
            <p:ph sz="quarter" idx="22"/>
          </p:nvPr>
        </p:nvSpPr>
        <p:spPr>
          <a:xfrm>
            <a:off x="632355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2" name="Content Placeholder 2">
            <a:extLst>
              <a:ext uri="{FF2B5EF4-FFF2-40B4-BE49-F238E27FC236}">
                <a16:creationId xmlns:a16="http://schemas.microsoft.com/office/drawing/2014/main" id="{C7B10ECC-0E2A-4F45-1953-4B0C599AECE8}"/>
              </a:ext>
            </a:extLst>
          </p:cNvPr>
          <p:cNvSpPr>
            <a:spLocks noGrp="1"/>
          </p:cNvSpPr>
          <p:nvPr>
            <p:ph sz="quarter" idx="23"/>
          </p:nvPr>
        </p:nvSpPr>
        <p:spPr>
          <a:xfrm>
            <a:off x="45402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3" name="Content Placeholder 2">
            <a:extLst>
              <a:ext uri="{FF2B5EF4-FFF2-40B4-BE49-F238E27FC236}">
                <a16:creationId xmlns:a16="http://schemas.microsoft.com/office/drawing/2014/main" id="{F5350FF9-78E7-320E-B7AB-E85B860E7EDB}"/>
              </a:ext>
            </a:extLst>
          </p:cNvPr>
          <p:cNvSpPr>
            <a:spLocks noGrp="1"/>
          </p:cNvSpPr>
          <p:nvPr>
            <p:ph sz="quarter" idx="24"/>
          </p:nvPr>
        </p:nvSpPr>
        <p:spPr>
          <a:xfrm>
            <a:off x="632355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1FEF5D33-F2C0-D566-0A2A-3F44C1D3DF1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75211402-9782-CD6B-9758-4E2F5A75FAD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DDC70A9A-B9D4-AC52-8FBF-40D0381C718E}"/>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A65BBF50-96C9-C99E-362A-C9D6CB8C48A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FEA7B90B-3C75-0E1D-FA7D-07309E9CC59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1F3A6D8-33BF-D718-22B6-A3EE1977577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B5AD2A26-D1A6-8818-6336-190AE19EF63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255F9E8E-F791-ABDF-E130-6445CC1AFD0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FA3D0FCE-7688-387C-C478-A90E2EFDBE7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93427416"/>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Subject Pros &amp; 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50" name="Content Placeholder 5">
            <a:extLst>
              <a:ext uri="{FF2B5EF4-FFF2-40B4-BE49-F238E27FC236}">
                <a16:creationId xmlns:a16="http://schemas.microsoft.com/office/drawing/2014/main" id="{21B1A87C-4B89-E822-3C69-F508AB2BE6BB}"/>
              </a:ext>
            </a:extLst>
          </p:cNvPr>
          <p:cNvSpPr>
            <a:spLocks noGrp="1"/>
          </p:cNvSpPr>
          <p:nvPr>
            <p:ph sz="quarter" idx="10"/>
          </p:nvPr>
        </p:nvSpPr>
        <p:spPr>
          <a:xfrm>
            <a:off x="454026" y="1143000"/>
            <a:ext cx="1984248" cy="2075688"/>
          </a:xfrm>
          <a:prstGeom prst="roundRect">
            <a:avLst/>
          </a:prstGeom>
          <a:solidFill>
            <a:schemeClr val="accent1"/>
          </a:solidFill>
        </p:spPr>
        <p:txBody>
          <a:bodyPr anchor="ctr"/>
          <a:lstStyle>
            <a:lvl1pPr marL="0" indent="0" algn="ctr">
              <a:buNone/>
              <a:defRPr sz="2400">
                <a:solidFill>
                  <a:schemeClr val="bg1"/>
                </a:solidFill>
                <a:latin typeface="+mj-lt"/>
              </a:defRPr>
            </a:lvl1pPr>
          </a:lstStyle>
          <a:p>
            <a:pPr lvl="0"/>
            <a:endParaRPr lang="en-US"/>
          </a:p>
        </p:txBody>
      </p:sp>
      <p:sp>
        <p:nvSpPr>
          <p:cNvPr id="52" name="Content Placeholder 5">
            <a:extLst>
              <a:ext uri="{FF2B5EF4-FFF2-40B4-BE49-F238E27FC236}">
                <a16:creationId xmlns:a16="http://schemas.microsoft.com/office/drawing/2014/main" id="{08F559A5-8C57-1E4E-DA2A-2DFE272FB9F6}"/>
              </a:ext>
            </a:extLst>
          </p:cNvPr>
          <p:cNvSpPr>
            <a:spLocks noGrp="1"/>
          </p:cNvSpPr>
          <p:nvPr>
            <p:ph sz="quarter" idx="11"/>
          </p:nvPr>
        </p:nvSpPr>
        <p:spPr>
          <a:xfrm>
            <a:off x="454026" y="3647364"/>
            <a:ext cx="1984248" cy="2075688"/>
          </a:xfrm>
          <a:prstGeom prst="roundRect">
            <a:avLst/>
          </a:prstGeom>
          <a:solidFill>
            <a:schemeClr val="accent3">
              <a:lumMod val="90000"/>
            </a:schemeClr>
          </a:solidFill>
        </p:spPr>
        <p:txBody>
          <a:bodyPr anchor="ctr"/>
          <a:lstStyle>
            <a:lvl1pPr marL="0" indent="0" algn="ctr">
              <a:buNone/>
              <a:defRPr sz="2400">
                <a:solidFill>
                  <a:schemeClr val="bg1"/>
                </a:solidFill>
                <a:latin typeface="+mj-lt"/>
              </a:defRPr>
            </a:lvl1pPr>
          </a:lstStyle>
          <a:p>
            <a:pPr lvl="0"/>
            <a:endParaRPr lang="en-US"/>
          </a:p>
        </p:txBody>
      </p:sp>
      <p:sp>
        <p:nvSpPr>
          <p:cNvPr id="55" name="Text Placeholder 13">
            <a:extLst>
              <a:ext uri="{FF2B5EF4-FFF2-40B4-BE49-F238E27FC236}">
                <a16:creationId xmlns:a16="http://schemas.microsoft.com/office/drawing/2014/main" id="{B718AB7D-40DA-EFC8-1D9D-8A44BDAC936D}"/>
              </a:ext>
            </a:extLst>
          </p:cNvPr>
          <p:cNvSpPr>
            <a:spLocks noGrp="1"/>
          </p:cNvSpPr>
          <p:nvPr>
            <p:ph type="body" sz="quarter" idx="13" hasCustomPrompt="1"/>
          </p:nvPr>
        </p:nvSpPr>
        <p:spPr>
          <a:xfrm>
            <a:off x="3546465" y="1221656"/>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56" name="Text Placeholder 13">
            <a:extLst>
              <a:ext uri="{FF2B5EF4-FFF2-40B4-BE49-F238E27FC236}">
                <a16:creationId xmlns:a16="http://schemas.microsoft.com/office/drawing/2014/main" id="{581C3317-6CE9-7E15-D2B4-74618E37926E}"/>
              </a:ext>
            </a:extLst>
          </p:cNvPr>
          <p:cNvSpPr>
            <a:spLocks noGrp="1"/>
          </p:cNvSpPr>
          <p:nvPr>
            <p:ph type="body" sz="quarter" idx="14" hasCustomPrompt="1"/>
          </p:nvPr>
        </p:nvSpPr>
        <p:spPr>
          <a:xfrm>
            <a:off x="3546465" y="1951209"/>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5" name="Text Placeholder 13">
            <a:extLst>
              <a:ext uri="{FF2B5EF4-FFF2-40B4-BE49-F238E27FC236}">
                <a16:creationId xmlns:a16="http://schemas.microsoft.com/office/drawing/2014/main" id="{E96A1580-15F5-BA2A-89E5-E05513091579}"/>
              </a:ext>
            </a:extLst>
          </p:cNvPr>
          <p:cNvSpPr>
            <a:spLocks noGrp="1"/>
          </p:cNvSpPr>
          <p:nvPr>
            <p:ph type="body" sz="quarter" idx="15" hasCustomPrompt="1"/>
          </p:nvPr>
        </p:nvSpPr>
        <p:spPr>
          <a:xfrm>
            <a:off x="3546465" y="2680763"/>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6" name="Text Placeholder 13">
            <a:extLst>
              <a:ext uri="{FF2B5EF4-FFF2-40B4-BE49-F238E27FC236}">
                <a16:creationId xmlns:a16="http://schemas.microsoft.com/office/drawing/2014/main" id="{CE28B9BE-311C-BF2B-56DF-E47E15D113E2}"/>
              </a:ext>
            </a:extLst>
          </p:cNvPr>
          <p:cNvSpPr>
            <a:spLocks noGrp="1"/>
          </p:cNvSpPr>
          <p:nvPr>
            <p:ph type="body" sz="quarter" idx="16" hasCustomPrompt="1"/>
          </p:nvPr>
        </p:nvSpPr>
        <p:spPr>
          <a:xfrm>
            <a:off x="3546465" y="3715117"/>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7" name="Text Placeholder 13">
            <a:extLst>
              <a:ext uri="{FF2B5EF4-FFF2-40B4-BE49-F238E27FC236}">
                <a16:creationId xmlns:a16="http://schemas.microsoft.com/office/drawing/2014/main" id="{430FDB8F-0309-7244-036D-F2F64E44AB01}"/>
              </a:ext>
            </a:extLst>
          </p:cNvPr>
          <p:cNvSpPr>
            <a:spLocks noGrp="1"/>
          </p:cNvSpPr>
          <p:nvPr>
            <p:ph type="body" sz="quarter" idx="17" hasCustomPrompt="1"/>
          </p:nvPr>
        </p:nvSpPr>
        <p:spPr>
          <a:xfrm>
            <a:off x="3546465" y="4444670"/>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8" name="Text Placeholder 13">
            <a:extLst>
              <a:ext uri="{FF2B5EF4-FFF2-40B4-BE49-F238E27FC236}">
                <a16:creationId xmlns:a16="http://schemas.microsoft.com/office/drawing/2014/main" id="{AB098F6E-1391-C48B-6205-D8ACE2487406}"/>
              </a:ext>
            </a:extLst>
          </p:cNvPr>
          <p:cNvSpPr>
            <a:spLocks noGrp="1"/>
          </p:cNvSpPr>
          <p:nvPr>
            <p:ph type="body" sz="quarter" idx="18" hasCustomPrompt="1"/>
          </p:nvPr>
        </p:nvSpPr>
        <p:spPr>
          <a:xfrm>
            <a:off x="3546465" y="5174224"/>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9" name="TextBox 68">
            <a:extLst>
              <a:ext uri="{FF2B5EF4-FFF2-40B4-BE49-F238E27FC236}">
                <a16:creationId xmlns:a16="http://schemas.microsoft.com/office/drawing/2014/main" id="{7AF1D699-BA3E-F5A2-5599-87959CA49D69}"/>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8" name="Straight Connector 27">
            <a:extLst>
              <a:ext uri="{FF2B5EF4-FFF2-40B4-BE49-F238E27FC236}">
                <a16:creationId xmlns:a16="http://schemas.microsoft.com/office/drawing/2014/main" id="{4E0A6087-D8B3-6DFD-7277-62655941D07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22B66ABD-E7A1-6FF7-6A81-57E7F79BB64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1AE2F847-4443-4CFA-83DB-25D9DE23516F}"/>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22637073-0171-37CF-8B30-77471680ABE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4" name="Freeform 33">
              <a:extLst>
                <a:ext uri="{FF2B5EF4-FFF2-40B4-BE49-F238E27FC236}">
                  <a16:creationId xmlns:a16="http://schemas.microsoft.com/office/drawing/2014/main" id="{316399AD-3DFE-6F98-F4CD-2742BE132452}"/>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5" name="Freeform 34">
              <a:extLst>
                <a:ext uri="{FF2B5EF4-FFF2-40B4-BE49-F238E27FC236}">
                  <a16:creationId xmlns:a16="http://schemas.microsoft.com/office/drawing/2014/main" id="{3650E210-9F1C-684B-3FF0-371DED0F6E7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6" name="Freeform 35">
              <a:extLst>
                <a:ext uri="{FF2B5EF4-FFF2-40B4-BE49-F238E27FC236}">
                  <a16:creationId xmlns:a16="http://schemas.microsoft.com/office/drawing/2014/main" id="{D95EC18A-4237-310E-8B9B-B5B85B25FF6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7" name="Freeform 36">
              <a:extLst>
                <a:ext uri="{FF2B5EF4-FFF2-40B4-BE49-F238E27FC236}">
                  <a16:creationId xmlns:a16="http://schemas.microsoft.com/office/drawing/2014/main" id="{145380E7-F5FA-E916-FE01-D2E60D4F8E26}"/>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grpSp>
      <p:sp>
        <p:nvSpPr>
          <p:cNvPr id="38" name="Rounded Rectangle 37">
            <a:extLst>
              <a:ext uri="{FF2B5EF4-FFF2-40B4-BE49-F238E27FC236}">
                <a16:creationId xmlns:a16="http://schemas.microsoft.com/office/drawing/2014/main" id="{B686CC19-3E1C-2B9F-C68B-436E131FBFEB}"/>
              </a:ext>
            </a:extLst>
          </p:cNvPr>
          <p:cNvSpPr/>
          <p:nvPr userDrawn="1"/>
        </p:nvSpPr>
        <p:spPr>
          <a:xfrm>
            <a:off x="2663508" y="1221656"/>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39" name="Rounded Rectangle 38">
            <a:extLst>
              <a:ext uri="{FF2B5EF4-FFF2-40B4-BE49-F238E27FC236}">
                <a16:creationId xmlns:a16="http://schemas.microsoft.com/office/drawing/2014/main" id="{02FB7DF8-68D5-FD59-0152-6B355FC70F59}"/>
              </a:ext>
            </a:extLst>
          </p:cNvPr>
          <p:cNvSpPr/>
          <p:nvPr userDrawn="1"/>
        </p:nvSpPr>
        <p:spPr>
          <a:xfrm>
            <a:off x="2663508" y="1951209"/>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0" name="Rounded Rectangle 39">
            <a:extLst>
              <a:ext uri="{FF2B5EF4-FFF2-40B4-BE49-F238E27FC236}">
                <a16:creationId xmlns:a16="http://schemas.microsoft.com/office/drawing/2014/main" id="{7B07F34E-F328-5993-4746-A5775799CD9F}"/>
              </a:ext>
            </a:extLst>
          </p:cNvPr>
          <p:cNvSpPr/>
          <p:nvPr userDrawn="1"/>
        </p:nvSpPr>
        <p:spPr>
          <a:xfrm>
            <a:off x="2663508" y="2680763"/>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1" name="Rounded Rectangle 40">
            <a:extLst>
              <a:ext uri="{FF2B5EF4-FFF2-40B4-BE49-F238E27FC236}">
                <a16:creationId xmlns:a16="http://schemas.microsoft.com/office/drawing/2014/main" id="{2B4BD851-6F9D-2724-519A-5AABC668BCEA}"/>
              </a:ext>
            </a:extLst>
          </p:cNvPr>
          <p:cNvSpPr/>
          <p:nvPr userDrawn="1"/>
        </p:nvSpPr>
        <p:spPr>
          <a:xfrm>
            <a:off x="2663508" y="3715117"/>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a:latin typeface="+mj-lt"/>
              </a:rPr>
              <a:t>–</a:t>
            </a:r>
            <a:endParaRPr lang="en-US" sz="2000">
              <a:latin typeface="+mj-lt"/>
            </a:endParaRPr>
          </a:p>
        </p:txBody>
      </p:sp>
      <p:sp>
        <p:nvSpPr>
          <p:cNvPr id="42" name="Rounded Rectangle 41">
            <a:extLst>
              <a:ext uri="{FF2B5EF4-FFF2-40B4-BE49-F238E27FC236}">
                <a16:creationId xmlns:a16="http://schemas.microsoft.com/office/drawing/2014/main" id="{F3B63778-009C-EFD1-54DE-E39BC314919E}"/>
              </a:ext>
            </a:extLst>
          </p:cNvPr>
          <p:cNvSpPr/>
          <p:nvPr userDrawn="1"/>
        </p:nvSpPr>
        <p:spPr>
          <a:xfrm>
            <a:off x="2663508" y="4444670"/>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3" name="Rounded Rectangle 42">
            <a:extLst>
              <a:ext uri="{FF2B5EF4-FFF2-40B4-BE49-F238E27FC236}">
                <a16:creationId xmlns:a16="http://schemas.microsoft.com/office/drawing/2014/main" id="{3B4B902E-5199-B568-2180-BAD24C69D2FC}"/>
              </a:ext>
            </a:extLst>
          </p:cNvPr>
          <p:cNvSpPr/>
          <p:nvPr userDrawn="1"/>
        </p:nvSpPr>
        <p:spPr>
          <a:xfrm>
            <a:off x="2663508" y="5174224"/>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5" name="Slide Number Placeholder 5">
            <a:extLst>
              <a:ext uri="{FF2B5EF4-FFF2-40B4-BE49-F238E27FC236}">
                <a16:creationId xmlns:a16="http://schemas.microsoft.com/office/drawing/2014/main" id="{CFFFFD55-0EB3-C5C4-10CC-5D6E654FEE4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9664789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2 Column Content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6505576"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1" name="Rounded Rectangle 20">
            <a:extLst>
              <a:ext uri="{FF2B5EF4-FFF2-40B4-BE49-F238E27FC236}">
                <a16:creationId xmlns:a16="http://schemas.microsoft.com/office/drawing/2014/main" id="{EB126B0C-86AA-B950-254B-22F83652F7D6}"/>
              </a:ext>
            </a:extLst>
          </p:cNvPr>
          <p:cNvSpPr/>
          <p:nvPr userDrawn="1"/>
        </p:nvSpPr>
        <p:spPr>
          <a:xfrm>
            <a:off x="8166100" y="1142999"/>
            <a:ext cx="3563938" cy="2120834"/>
          </a:xfrm>
          <a:prstGeom prst="roundRect">
            <a:avLst>
              <a:gd name="adj" fmla="val 76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a:extLst>
              <a:ext uri="{FF2B5EF4-FFF2-40B4-BE49-F238E27FC236}">
                <a16:creationId xmlns:a16="http://schemas.microsoft.com/office/drawing/2014/main" id="{E60025C1-1387-B67A-5858-04B9EA83A452}"/>
              </a:ext>
            </a:extLst>
          </p:cNvPr>
          <p:cNvSpPr/>
          <p:nvPr userDrawn="1"/>
        </p:nvSpPr>
        <p:spPr>
          <a:xfrm>
            <a:off x="8166100" y="3598100"/>
            <a:ext cx="3563938" cy="2120834"/>
          </a:xfrm>
          <a:prstGeom prst="roundRect">
            <a:avLst>
              <a:gd name="adj" fmla="val 70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Content Placeholder 2">
            <a:extLst>
              <a:ext uri="{FF2B5EF4-FFF2-40B4-BE49-F238E27FC236}">
                <a16:creationId xmlns:a16="http://schemas.microsoft.com/office/drawing/2014/main" id="{2C8EC946-AE26-D0DE-3D38-92A673462B6A}"/>
              </a:ext>
            </a:extLst>
          </p:cNvPr>
          <p:cNvSpPr>
            <a:spLocks noGrp="1"/>
          </p:cNvSpPr>
          <p:nvPr>
            <p:ph sz="quarter" idx="16" hasCustomPrompt="1"/>
          </p:nvPr>
        </p:nvSpPr>
        <p:spPr>
          <a:xfrm>
            <a:off x="8491249" y="1257300"/>
            <a:ext cx="2926080" cy="1162050"/>
          </a:xfrm>
        </p:spPr>
        <p:txBody>
          <a:bodyPr/>
          <a:lstStyle>
            <a:lvl1pPr marL="0" indent="0" algn="ctr">
              <a:buNone/>
              <a:defRPr sz="8000">
                <a:solidFill>
                  <a:schemeClr val="accent2"/>
                </a:solidFill>
                <a:latin typeface="+mn-lt"/>
              </a:defRPr>
            </a:lvl1pPr>
            <a:lvl2pPr>
              <a:defRPr sz="1400"/>
            </a:lvl2pPr>
            <a:lvl3pPr>
              <a:defRPr sz="1200"/>
            </a:lvl3pPr>
            <a:lvl4pPr>
              <a:defRPr sz="1400"/>
            </a:lvl4pPr>
            <a:lvl5pPr>
              <a:defRPr sz="1400"/>
            </a:lvl5pPr>
          </a:lstStyle>
          <a:p>
            <a:pPr lvl="0"/>
            <a:r>
              <a:rPr lang="en-US"/>
              <a:t>XX</a:t>
            </a:r>
          </a:p>
        </p:txBody>
      </p:sp>
      <p:sp>
        <p:nvSpPr>
          <p:cNvPr id="40" name="Content Placeholder 2">
            <a:extLst>
              <a:ext uri="{FF2B5EF4-FFF2-40B4-BE49-F238E27FC236}">
                <a16:creationId xmlns:a16="http://schemas.microsoft.com/office/drawing/2014/main" id="{4C547412-08BD-921A-E1E5-C98BE84EF73D}"/>
              </a:ext>
            </a:extLst>
          </p:cNvPr>
          <p:cNvSpPr>
            <a:spLocks noGrp="1"/>
          </p:cNvSpPr>
          <p:nvPr>
            <p:ph sz="quarter" idx="17" hasCustomPrompt="1"/>
          </p:nvPr>
        </p:nvSpPr>
        <p:spPr>
          <a:xfrm>
            <a:off x="8491307" y="3714750"/>
            <a:ext cx="2925965" cy="1162050"/>
          </a:xfrm>
        </p:spPr>
        <p:txBody>
          <a:bodyPr/>
          <a:lstStyle>
            <a:lvl1pPr marL="0" indent="0" algn="ctr">
              <a:buNone/>
              <a:defRPr sz="8000">
                <a:solidFill>
                  <a:schemeClr val="accent3">
                    <a:lumMod val="90000"/>
                  </a:schemeClr>
                </a:solidFill>
                <a:latin typeface="+mn-lt"/>
              </a:defRPr>
            </a:lvl1pPr>
            <a:lvl2pPr>
              <a:defRPr sz="1400"/>
            </a:lvl2pPr>
            <a:lvl3pPr>
              <a:defRPr sz="1200"/>
            </a:lvl3pPr>
            <a:lvl4pPr>
              <a:defRPr sz="1400"/>
            </a:lvl4pPr>
            <a:lvl5pPr>
              <a:defRPr sz="1400"/>
            </a:lvl5pPr>
          </a:lstStyle>
          <a:p>
            <a:pPr lvl="0"/>
            <a:r>
              <a:rPr lang="en-US"/>
              <a:t>XX</a:t>
            </a:r>
          </a:p>
        </p:txBody>
      </p:sp>
      <p:sp>
        <p:nvSpPr>
          <p:cNvPr id="41" name="Content Placeholder 2">
            <a:extLst>
              <a:ext uri="{FF2B5EF4-FFF2-40B4-BE49-F238E27FC236}">
                <a16:creationId xmlns:a16="http://schemas.microsoft.com/office/drawing/2014/main" id="{04981B47-2B85-9287-9AD3-5590BC4EA128}"/>
              </a:ext>
            </a:extLst>
          </p:cNvPr>
          <p:cNvSpPr>
            <a:spLocks noGrp="1"/>
          </p:cNvSpPr>
          <p:nvPr>
            <p:ph sz="quarter" idx="18"/>
          </p:nvPr>
        </p:nvSpPr>
        <p:spPr>
          <a:xfrm>
            <a:off x="8491249" y="2546604"/>
            <a:ext cx="2926080" cy="653796"/>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2" name="Content Placeholder 2">
            <a:extLst>
              <a:ext uri="{FF2B5EF4-FFF2-40B4-BE49-F238E27FC236}">
                <a16:creationId xmlns:a16="http://schemas.microsoft.com/office/drawing/2014/main" id="{3A1AABCC-B9C2-503F-704B-0133ADFFA882}"/>
              </a:ext>
            </a:extLst>
          </p:cNvPr>
          <p:cNvSpPr>
            <a:spLocks noGrp="1"/>
          </p:cNvSpPr>
          <p:nvPr>
            <p:ph sz="quarter" idx="19"/>
          </p:nvPr>
        </p:nvSpPr>
        <p:spPr>
          <a:xfrm>
            <a:off x="8491249" y="4991100"/>
            <a:ext cx="2926080" cy="658368"/>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4" name="Slide Number Placeholder 5">
            <a:extLst>
              <a:ext uri="{FF2B5EF4-FFF2-40B4-BE49-F238E27FC236}">
                <a16:creationId xmlns:a16="http://schemas.microsoft.com/office/drawing/2014/main" id="{E22A041B-909D-CB48-888F-79C6867C123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667975249"/>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2 Column Content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9CEA35D2-9DEA-0DCB-704A-972F3BEA7DB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18480266"/>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8106628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Content Box + Callout">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0" name="Content Placeholder 2">
            <a:extLst>
              <a:ext uri="{FF2B5EF4-FFF2-40B4-BE49-F238E27FC236}">
                <a16:creationId xmlns:a16="http://schemas.microsoft.com/office/drawing/2014/main" id="{2A459093-2877-F0C0-9798-B49AD9E2972B}"/>
              </a:ext>
            </a:extLst>
          </p:cNvPr>
          <p:cNvSpPr>
            <a:spLocks noGrp="1"/>
          </p:cNvSpPr>
          <p:nvPr>
            <p:ph sz="quarter" idx="15"/>
          </p:nvPr>
        </p:nvSpPr>
        <p:spPr>
          <a:xfrm>
            <a:off x="454024"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8153399" y="2011680"/>
            <a:ext cx="3583403"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0031370A-24DB-35F0-8CB5-B2764FC7FEE7}"/>
              </a:ext>
            </a:extLst>
          </p:cNvPr>
          <p:cNvSpPr>
            <a:spLocks noGrp="1"/>
          </p:cNvSpPr>
          <p:nvPr>
            <p:ph sz="quarter" idx="17"/>
          </p:nvPr>
        </p:nvSpPr>
        <p:spPr>
          <a:xfrm>
            <a:off x="4303712"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9" name="Content Placeholder 2">
            <a:extLst>
              <a:ext uri="{FF2B5EF4-FFF2-40B4-BE49-F238E27FC236}">
                <a16:creationId xmlns:a16="http://schemas.microsoft.com/office/drawing/2014/main" id="{D4B638E2-6E58-4953-BEF7-BBD3E1F66F12}"/>
              </a:ext>
            </a:extLst>
          </p:cNvPr>
          <p:cNvSpPr>
            <a:spLocks noGrp="1"/>
          </p:cNvSpPr>
          <p:nvPr>
            <p:ph sz="quarter" idx="18"/>
          </p:nvPr>
        </p:nvSpPr>
        <p:spPr>
          <a:xfrm>
            <a:off x="454024" y="5105400"/>
            <a:ext cx="3584448" cy="939800"/>
          </a:xfrm>
        </p:spPr>
        <p:txBody>
          <a:bodyPr/>
          <a:lstStyle>
            <a:lvl1pPr marL="285750" indent="-285750" algn="ctr">
              <a:buFont typeface="Wingdings" pitchFamily="2" charset="2"/>
              <a:buChar char="§"/>
              <a:defRPr sz="1400"/>
            </a:lvl1pPr>
            <a:lvl2pPr marL="450850" indent="-171450" algn="ctr">
              <a:buFont typeface="Wingdings" pitchFamily="2" charset="2"/>
              <a:buChar char="§"/>
              <a:defRPr sz="1200"/>
            </a:lvl2pPr>
            <a:lvl3pPr>
              <a:defRPr sz="1200"/>
            </a:lvl3pPr>
            <a:lvl4pPr>
              <a:defRPr sz="1400"/>
            </a:lvl4pPr>
            <a:lvl5pPr>
              <a:defRPr sz="1400"/>
            </a:lvl5pPr>
          </a:lstStyle>
          <a:p>
            <a:pPr lvl="0"/>
            <a:r>
              <a:rPr lang="en-US"/>
              <a:t>Click to edit Master text styles</a:t>
            </a:r>
          </a:p>
          <a:p>
            <a:pPr lvl="1"/>
            <a:endParaRPr lang="en-US"/>
          </a:p>
        </p:txBody>
      </p:sp>
      <p:sp>
        <p:nvSpPr>
          <p:cNvPr id="30" name="Content Placeholder 2">
            <a:extLst>
              <a:ext uri="{FF2B5EF4-FFF2-40B4-BE49-F238E27FC236}">
                <a16:creationId xmlns:a16="http://schemas.microsoft.com/office/drawing/2014/main" id="{2159D8FE-959C-EC7F-5AD8-7394D5F48D09}"/>
              </a:ext>
            </a:extLst>
          </p:cNvPr>
          <p:cNvSpPr>
            <a:spLocks noGrp="1"/>
          </p:cNvSpPr>
          <p:nvPr>
            <p:ph sz="quarter" idx="19"/>
          </p:nvPr>
        </p:nvSpPr>
        <p:spPr>
          <a:xfrm>
            <a:off x="8153399" y="5105400"/>
            <a:ext cx="3583403"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sp>
        <p:nvSpPr>
          <p:cNvPr id="31" name="Content Placeholder 2">
            <a:extLst>
              <a:ext uri="{FF2B5EF4-FFF2-40B4-BE49-F238E27FC236}">
                <a16:creationId xmlns:a16="http://schemas.microsoft.com/office/drawing/2014/main" id="{2A760271-9843-57CE-E237-1D11741AC0C9}"/>
              </a:ext>
            </a:extLst>
          </p:cNvPr>
          <p:cNvSpPr>
            <a:spLocks noGrp="1"/>
          </p:cNvSpPr>
          <p:nvPr>
            <p:ph sz="quarter" idx="20"/>
          </p:nvPr>
        </p:nvSpPr>
        <p:spPr>
          <a:xfrm>
            <a:off x="4303712" y="5105400"/>
            <a:ext cx="3584448"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cxnSp>
        <p:nvCxnSpPr>
          <p:cNvPr id="27" name="Straight Connector 26">
            <a:extLst>
              <a:ext uri="{FF2B5EF4-FFF2-40B4-BE49-F238E27FC236}">
                <a16:creationId xmlns:a16="http://schemas.microsoft.com/office/drawing/2014/main" id="{BC9A5304-B1AB-704F-F546-73078D0E316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CD0A485E-626C-B759-6548-A92EBD69A28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5B597986-98F5-89DC-7B53-6B7AAC104DD6}"/>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BED5C527-017E-C192-56F2-59B2D82EE41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5A4DA5FA-62A0-ABBD-F132-834FDDF9049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CE2BD65-9C1B-D92D-00E7-24A75759F5D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27C8FA98-2101-D2BC-883A-D4BBCA24DB4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7B12AA7F-210E-BC6D-583B-3C37CFCD0E5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6" name="Slide Number Placeholder 5">
            <a:extLst>
              <a:ext uri="{FF2B5EF4-FFF2-40B4-BE49-F238E27FC236}">
                <a16:creationId xmlns:a16="http://schemas.microsoft.com/office/drawing/2014/main" id="{F56A408F-FC9F-77E5-8583-2BDD281742A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44698117"/>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Half Light Blue Pattern + 4 Box Speciality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C4EB512-3573-324A-9F6F-EBD46FE5DDFA}"/>
              </a:ext>
            </a:extLst>
          </p:cNvPr>
          <p:cNvSpPr/>
          <p:nvPr userDrawn="1"/>
        </p:nvSpPr>
        <p:spPr>
          <a:xfrm>
            <a:off x="6562" y="0"/>
            <a:ext cx="12182853" cy="32512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01B52CBB-CCD6-344C-B3C9-F031E55B17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621" r="-54" b="30621"/>
          <a:stretch/>
        </p:blipFill>
        <p:spPr>
          <a:xfrm>
            <a:off x="0" y="0"/>
            <a:ext cx="12192000" cy="3251200"/>
          </a:xfrm>
          <a:prstGeom prst="rect">
            <a:avLst/>
          </a:prstGeom>
        </p:spPr>
      </p:pic>
      <p:sp>
        <p:nvSpPr>
          <p:cNvPr id="16" name="Title 36">
            <a:extLst>
              <a:ext uri="{FF2B5EF4-FFF2-40B4-BE49-F238E27FC236}">
                <a16:creationId xmlns:a16="http://schemas.microsoft.com/office/drawing/2014/main" id="{C245D4A3-95B1-50FC-7715-845285174B3F}"/>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17" name="Subtitle 2">
            <a:extLst>
              <a:ext uri="{FF2B5EF4-FFF2-40B4-BE49-F238E27FC236}">
                <a16:creationId xmlns:a16="http://schemas.microsoft.com/office/drawing/2014/main" id="{D1ABA0C6-7060-8A1A-70BF-8BBC66F9E88F}"/>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Text Placeholder 13">
            <a:extLst>
              <a:ext uri="{FF2B5EF4-FFF2-40B4-BE49-F238E27FC236}">
                <a16:creationId xmlns:a16="http://schemas.microsoft.com/office/drawing/2014/main" id="{34FD2FF9-06AB-6385-845D-ED187B02515A}"/>
              </a:ext>
            </a:extLst>
          </p:cNvPr>
          <p:cNvSpPr>
            <a:spLocks noGrp="1"/>
          </p:cNvSpPr>
          <p:nvPr>
            <p:ph type="body" sz="quarter" idx="13"/>
          </p:nvPr>
        </p:nvSpPr>
        <p:spPr>
          <a:xfrm>
            <a:off x="450047" y="1843035"/>
            <a:ext cx="2615184" cy="3063240"/>
          </a:xfrm>
          <a:prstGeom prst="roundRect">
            <a:avLst>
              <a:gd name="adj" fmla="val 3593"/>
            </a:avLst>
          </a:prstGeom>
          <a:solidFill>
            <a:schemeClr val="bg1"/>
          </a:solidFill>
          <a:ln w="25400">
            <a:solidFill>
              <a:schemeClr val="accent1"/>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0" name="Text Placeholder 13">
            <a:extLst>
              <a:ext uri="{FF2B5EF4-FFF2-40B4-BE49-F238E27FC236}">
                <a16:creationId xmlns:a16="http://schemas.microsoft.com/office/drawing/2014/main" id="{E58F3449-9E48-2B6D-C775-B5A1C0DBFBF0}"/>
              </a:ext>
            </a:extLst>
          </p:cNvPr>
          <p:cNvSpPr>
            <a:spLocks noGrp="1"/>
          </p:cNvSpPr>
          <p:nvPr>
            <p:ph type="body" sz="quarter" idx="14"/>
          </p:nvPr>
        </p:nvSpPr>
        <p:spPr>
          <a:xfrm>
            <a:off x="3339886" y="1843035"/>
            <a:ext cx="2615184" cy="3063240"/>
          </a:xfrm>
          <a:prstGeom prst="roundRect">
            <a:avLst>
              <a:gd name="adj" fmla="val 3593"/>
            </a:avLst>
          </a:prstGeom>
          <a:solidFill>
            <a:schemeClr val="bg1"/>
          </a:solidFill>
          <a:ln w="25400">
            <a:solidFill>
              <a:schemeClr val="accent3">
                <a:lumMod val="90000"/>
              </a:schemeClr>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1" name="Text Placeholder 13">
            <a:extLst>
              <a:ext uri="{FF2B5EF4-FFF2-40B4-BE49-F238E27FC236}">
                <a16:creationId xmlns:a16="http://schemas.microsoft.com/office/drawing/2014/main" id="{672FC21A-4FC0-7754-9468-4F8C0EB16F86}"/>
              </a:ext>
            </a:extLst>
          </p:cNvPr>
          <p:cNvSpPr>
            <a:spLocks noGrp="1"/>
          </p:cNvSpPr>
          <p:nvPr>
            <p:ph type="body" sz="quarter" idx="15"/>
          </p:nvPr>
        </p:nvSpPr>
        <p:spPr>
          <a:xfrm>
            <a:off x="6235486" y="1843035"/>
            <a:ext cx="2615184" cy="3063240"/>
          </a:xfrm>
          <a:prstGeom prst="roundRect">
            <a:avLst>
              <a:gd name="adj" fmla="val 3593"/>
            </a:avLst>
          </a:prstGeom>
          <a:solidFill>
            <a:schemeClr val="bg1"/>
          </a:solidFill>
          <a:ln w="25400">
            <a:solidFill>
              <a:schemeClr val="accent5"/>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2" name="Text Placeholder 13">
            <a:extLst>
              <a:ext uri="{FF2B5EF4-FFF2-40B4-BE49-F238E27FC236}">
                <a16:creationId xmlns:a16="http://schemas.microsoft.com/office/drawing/2014/main" id="{E8BFE762-C1AB-D4C6-AF3E-973151604EF1}"/>
              </a:ext>
            </a:extLst>
          </p:cNvPr>
          <p:cNvSpPr>
            <a:spLocks noGrp="1"/>
          </p:cNvSpPr>
          <p:nvPr>
            <p:ph type="body" sz="quarter" idx="16"/>
          </p:nvPr>
        </p:nvSpPr>
        <p:spPr>
          <a:xfrm>
            <a:off x="9126769" y="1843035"/>
            <a:ext cx="2615184" cy="3063240"/>
          </a:xfrm>
          <a:prstGeom prst="roundRect">
            <a:avLst>
              <a:gd name="adj" fmla="val 3593"/>
            </a:avLst>
          </a:prstGeom>
          <a:solidFill>
            <a:schemeClr val="bg1"/>
          </a:solidFill>
          <a:ln w="25400">
            <a:solidFill>
              <a:schemeClr val="accent2"/>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8" name="Text Placeholder 7">
            <a:extLst>
              <a:ext uri="{FF2B5EF4-FFF2-40B4-BE49-F238E27FC236}">
                <a16:creationId xmlns:a16="http://schemas.microsoft.com/office/drawing/2014/main" id="{FBB64B40-B241-44EC-25E0-9A4BC8ADA237}"/>
              </a:ext>
            </a:extLst>
          </p:cNvPr>
          <p:cNvSpPr>
            <a:spLocks noGrp="1"/>
          </p:cNvSpPr>
          <p:nvPr>
            <p:ph type="body" sz="quarter" idx="17"/>
          </p:nvPr>
        </p:nvSpPr>
        <p:spPr>
          <a:xfrm>
            <a:off x="463244" y="5000624"/>
            <a:ext cx="2926080" cy="484632"/>
          </a:xfrm>
          <a:prstGeom prst="chevron">
            <a:avLst/>
          </a:prstGeom>
          <a:solidFill>
            <a:schemeClr val="accent1"/>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7" name="Text Placeholder 7">
            <a:extLst>
              <a:ext uri="{FF2B5EF4-FFF2-40B4-BE49-F238E27FC236}">
                <a16:creationId xmlns:a16="http://schemas.microsoft.com/office/drawing/2014/main" id="{8B3E5801-E74D-87DD-70A9-03BC76FED4FD}"/>
              </a:ext>
            </a:extLst>
          </p:cNvPr>
          <p:cNvSpPr>
            <a:spLocks noGrp="1"/>
          </p:cNvSpPr>
          <p:nvPr>
            <p:ph type="body" sz="quarter" idx="18"/>
          </p:nvPr>
        </p:nvSpPr>
        <p:spPr>
          <a:xfrm>
            <a:off x="3352800" y="5000624"/>
            <a:ext cx="2926080" cy="484632"/>
          </a:xfrm>
          <a:prstGeom prst="chevron">
            <a:avLst/>
          </a:prstGeom>
          <a:solidFill>
            <a:schemeClr val="accent3">
              <a:lumMod val="90000"/>
            </a:schemeClr>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8" name="Text Placeholder 7">
            <a:extLst>
              <a:ext uri="{FF2B5EF4-FFF2-40B4-BE49-F238E27FC236}">
                <a16:creationId xmlns:a16="http://schemas.microsoft.com/office/drawing/2014/main" id="{8ED4B43B-9BAD-B2CF-6C6E-9D99360E1C5C}"/>
              </a:ext>
            </a:extLst>
          </p:cNvPr>
          <p:cNvSpPr>
            <a:spLocks noGrp="1"/>
          </p:cNvSpPr>
          <p:nvPr>
            <p:ph type="body" sz="quarter" idx="19"/>
          </p:nvPr>
        </p:nvSpPr>
        <p:spPr>
          <a:xfrm>
            <a:off x="6248400" y="5000624"/>
            <a:ext cx="2926080" cy="484632"/>
          </a:xfrm>
          <a:prstGeom prst="chevron">
            <a:avLst/>
          </a:prstGeom>
          <a:solidFill>
            <a:schemeClr val="accent5"/>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9" name="Text Placeholder 7">
            <a:extLst>
              <a:ext uri="{FF2B5EF4-FFF2-40B4-BE49-F238E27FC236}">
                <a16:creationId xmlns:a16="http://schemas.microsoft.com/office/drawing/2014/main" id="{4BFAB4A4-DADA-A620-677E-CC6E72CC9059}"/>
              </a:ext>
            </a:extLst>
          </p:cNvPr>
          <p:cNvSpPr>
            <a:spLocks noGrp="1"/>
          </p:cNvSpPr>
          <p:nvPr>
            <p:ph type="body" sz="quarter" idx="20"/>
          </p:nvPr>
        </p:nvSpPr>
        <p:spPr>
          <a:xfrm>
            <a:off x="9067800" y="5000624"/>
            <a:ext cx="2926080" cy="484632"/>
          </a:xfrm>
          <a:prstGeom prst="chevron">
            <a:avLst/>
          </a:prstGeom>
          <a:solidFill>
            <a:schemeClr val="accent2"/>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700663B0-F500-29AC-17E2-E52174DED1D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3BBF00E8-4083-9F33-3987-A465CBC70BD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aphic 62">
            <a:extLst>
              <a:ext uri="{FF2B5EF4-FFF2-40B4-BE49-F238E27FC236}">
                <a16:creationId xmlns:a16="http://schemas.microsoft.com/office/drawing/2014/main" id="{9023812D-3D85-7DAF-04DC-00325146AE47}"/>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3FEAFBB8-3377-533B-A0E5-2DA5915AD0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05237A5-5A3C-58A8-9739-EE552F9875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EC13098B-8954-910C-137E-2DC6A6D6831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F047263-4964-41A3-E3C0-E30E435488C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56AB95BB-1CBA-88CA-0E00-55E6AC156C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5" name="Slide Number Placeholder 5">
            <a:extLst>
              <a:ext uri="{FF2B5EF4-FFF2-40B4-BE49-F238E27FC236}">
                <a16:creationId xmlns:a16="http://schemas.microsoft.com/office/drawing/2014/main" id="{B6B7F0A2-017D-3CFC-F707-3E6FFAAE323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04086891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meline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460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28" name="Straight Connector 27">
            <a:extLst>
              <a:ext uri="{FF2B5EF4-FFF2-40B4-BE49-F238E27FC236}">
                <a16:creationId xmlns:a16="http://schemas.microsoft.com/office/drawing/2014/main" id="{4F5E6663-86D9-8A9C-BFB0-93004107FF60}"/>
              </a:ext>
            </a:extLst>
          </p:cNvPr>
          <p:cNvCxnSpPr/>
          <p:nvPr userDrawn="1"/>
        </p:nvCxnSpPr>
        <p:spPr>
          <a:xfrm>
            <a:off x="1" y="2551113"/>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273FEB94-667A-A64B-73F6-AF02E0357982}"/>
              </a:ext>
            </a:extLst>
          </p:cNvPr>
          <p:cNvSpPr/>
          <p:nvPr userDrawn="1"/>
        </p:nvSpPr>
        <p:spPr>
          <a:xfrm>
            <a:off x="10476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2" name="Rounded Rectangle 41">
            <a:extLst>
              <a:ext uri="{FF2B5EF4-FFF2-40B4-BE49-F238E27FC236}">
                <a16:creationId xmlns:a16="http://schemas.microsoft.com/office/drawing/2014/main" id="{B5BD12AA-1B62-DBD1-9B03-900AF9176E53}"/>
              </a:ext>
            </a:extLst>
          </p:cNvPr>
          <p:cNvSpPr/>
          <p:nvPr userDrawn="1"/>
        </p:nvSpPr>
        <p:spPr>
          <a:xfrm>
            <a:off x="303135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3" name="Rounded Rectangle 42">
            <a:extLst>
              <a:ext uri="{FF2B5EF4-FFF2-40B4-BE49-F238E27FC236}">
                <a16:creationId xmlns:a16="http://schemas.microsoft.com/office/drawing/2014/main" id="{2076111B-82C8-E641-17F9-2EBF296EF6DE}"/>
              </a:ext>
            </a:extLst>
          </p:cNvPr>
          <p:cNvSpPr/>
          <p:nvPr userDrawn="1"/>
        </p:nvSpPr>
        <p:spPr>
          <a:xfrm>
            <a:off x="501509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7" name="Rounded Rectangle 46">
            <a:extLst>
              <a:ext uri="{FF2B5EF4-FFF2-40B4-BE49-F238E27FC236}">
                <a16:creationId xmlns:a16="http://schemas.microsoft.com/office/drawing/2014/main" id="{D3B6439E-C017-0E19-C070-48050DFF5521}"/>
              </a:ext>
            </a:extLst>
          </p:cNvPr>
          <p:cNvSpPr/>
          <p:nvPr userDrawn="1"/>
        </p:nvSpPr>
        <p:spPr>
          <a:xfrm>
            <a:off x="699883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8" name="Rounded Rectangle 47">
            <a:extLst>
              <a:ext uri="{FF2B5EF4-FFF2-40B4-BE49-F238E27FC236}">
                <a16:creationId xmlns:a16="http://schemas.microsoft.com/office/drawing/2014/main" id="{AB5C7B8D-DD11-C0D2-F756-F2DB2BB4C692}"/>
              </a:ext>
            </a:extLst>
          </p:cNvPr>
          <p:cNvSpPr/>
          <p:nvPr userDrawn="1"/>
        </p:nvSpPr>
        <p:spPr>
          <a:xfrm>
            <a:off x="898257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9" name="Rounded Rectangle 48">
            <a:extLst>
              <a:ext uri="{FF2B5EF4-FFF2-40B4-BE49-F238E27FC236}">
                <a16:creationId xmlns:a16="http://schemas.microsoft.com/office/drawing/2014/main" id="{23FE2784-E16D-4517-02D1-B02BBA4812EC}"/>
              </a:ext>
            </a:extLst>
          </p:cNvPr>
          <p:cNvSpPr/>
          <p:nvPr userDrawn="1"/>
        </p:nvSpPr>
        <p:spPr>
          <a:xfrm>
            <a:off x="109663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50" name="Straight Connector 49">
            <a:extLst>
              <a:ext uri="{FF2B5EF4-FFF2-40B4-BE49-F238E27FC236}">
                <a16:creationId xmlns:a16="http://schemas.microsoft.com/office/drawing/2014/main" id="{EB73D417-F87C-0C44-2D5C-8E97B3AD786D}"/>
              </a:ext>
            </a:extLst>
          </p:cNvPr>
          <p:cNvCxnSpPr>
            <a:cxnSpLocks/>
          </p:cNvCxnSpPr>
          <p:nvPr userDrawn="1"/>
        </p:nvCxnSpPr>
        <p:spPr>
          <a:xfrm>
            <a:off x="1138409"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E129D4-27F9-4A51-727A-EEDB03E3CE67}"/>
              </a:ext>
            </a:extLst>
          </p:cNvPr>
          <p:cNvCxnSpPr>
            <a:cxnSpLocks/>
          </p:cNvCxnSpPr>
          <p:nvPr userDrawn="1"/>
        </p:nvCxnSpPr>
        <p:spPr>
          <a:xfrm>
            <a:off x="3133463"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98E7BF-907E-C732-C158-4ACC9B488B21}"/>
              </a:ext>
            </a:extLst>
          </p:cNvPr>
          <p:cNvCxnSpPr>
            <a:cxnSpLocks/>
          </p:cNvCxnSpPr>
          <p:nvPr userDrawn="1"/>
        </p:nvCxnSpPr>
        <p:spPr>
          <a:xfrm>
            <a:off x="511664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9C93633-7CB8-A5DF-CC18-64DC3B69EDD5}"/>
              </a:ext>
            </a:extLst>
          </p:cNvPr>
          <p:cNvCxnSpPr>
            <a:cxnSpLocks/>
          </p:cNvCxnSpPr>
          <p:nvPr userDrawn="1"/>
        </p:nvCxnSpPr>
        <p:spPr>
          <a:xfrm>
            <a:off x="709982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E61B4B1-7B83-89EF-67E8-F58528814AF6}"/>
              </a:ext>
            </a:extLst>
          </p:cNvPr>
          <p:cNvCxnSpPr>
            <a:cxnSpLocks/>
          </p:cNvCxnSpPr>
          <p:nvPr userDrawn="1"/>
        </p:nvCxnSpPr>
        <p:spPr>
          <a:xfrm>
            <a:off x="908300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2EC8269-61BF-A435-4B2C-A0CF2837360C}"/>
              </a:ext>
            </a:extLst>
          </p:cNvPr>
          <p:cNvCxnSpPr>
            <a:cxnSpLocks/>
          </p:cNvCxnSpPr>
          <p:nvPr userDrawn="1"/>
        </p:nvCxnSpPr>
        <p:spPr>
          <a:xfrm>
            <a:off x="1106618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FEDAC99D-6AA0-CC4A-541D-D260C29C7A82}"/>
              </a:ext>
            </a:extLst>
          </p:cNvPr>
          <p:cNvSpPr>
            <a:spLocks noGrp="1"/>
          </p:cNvSpPr>
          <p:nvPr>
            <p:ph sz="quarter" idx="15" hasCustomPrompt="1"/>
          </p:nvPr>
        </p:nvSpPr>
        <p:spPr>
          <a:xfrm>
            <a:off x="415119"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4" name="Content Placeholder 2">
            <a:extLst>
              <a:ext uri="{FF2B5EF4-FFF2-40B4-BE49-F238E27FC236}">
                <a16:creationId xmlns:a16="http://schemas.microsoft.com/office/drawing/2014/main" id="{2DD250D6-0BBA-142E-C318-E3EC52DC9FAD}"/>
              </a:ext>
            </a:extLst>
          </p:cNvPr>
          <p:cNvSpPr>
            <a:spLocks noGrp="1"/>
          </p:cNvSpPr>
          <p:nvPr>
            <p:ph sz="quarter" idx="17" hasCustomPrompt="1"/>
          </p:nvPr>
        </p:nvSpPr>
        <p:spPr>
          <a:xfrm>
            <a:off x="23932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5" name="Content Placeholder 2">
            <a:extLst>
              <a:ext uri="{FF2B5EF4-FFF2-40B4-BE49-F238E27FC236}">
                <a16:creationId xmlns:a16="http://schemas.microsoft.com/office/drawing/2014/main" id="{FB0AA9B7-89A3-C877-9A49-79B74BB2C5D4}"/>
              </a:ext>
            </a:extLst>
          </p:cNvPr>
          <p:cNvSpPr>
            <a:spLocks noGrp="1"/>
          </p:cNvSpPr>
          <p:nvPr>
            <p:ph sz="quarter" idx="18" hasCustomPrompt="1"/>
          </p:nvPr>
        </p:nvSpPr>
        <p:spPr>
          <a:xfrm>
            <a:off x="43744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6" name="Content Placeholder 2">
            <a:extLst>
              <a:ext uri="{FF2B5EF4-FFF2-40B4-BE49-F238E27FC236}">
                <a16:creationId xmlns:a16="http://schemas.microsoft.com/office/drawing/2014/main" id="{8095C9B1-CBA0-B46E-A48E-62E65FF7D56B}"/>
              </a:ext>
            </a:extLst>
          </p:cNvPr>
          <p:cNvSpPr>
            <a:spLocks noGrp="1"/>
          </p:cNvSpPr>
          <p:nvPr>
            <p:ph sz="quarter" idx="19" hasCustomPrompt="1"/>
          </p:nvPr>
        </p:nvSpPr>
        <p:spPr>
          <a:xfrm>
            <a:off x="6369756"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7" name="Content Placeholder 2">
            <a:extLst>
              <a:ext uri="{FF2B5EF4-FFF2-40B4-BE49-F238E27FC236}">
                <a16:creationId xmlns:a16="http://schemas.microsoft.com/office/drawing/2014/main" id="{81FC5489-C367-C6A4-CEDB-32306D5054F9}"/>
              </a:ext>
            </a:extLst>
          </p:cNvPr>
          <p:cNvSpPr>
            <a:spLocks noGrp="1"/>
          </p:cNvSpPr>
          <p:nvPr>
            <p:ph sz="quarter" idx="20" hasCustomPrompt="1"/>
          </p:nvPr>
        </p:nvSpPr>
        <p:spPr>
          <a:xfrm>
            <a:off x="8339667"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8" name="Content Placeholder 2">
            <a:extLst>
              <a:ext uri="{FF2B5EF4-FFF2-40B4-BE49-F238E27FC236}">
                <a16:creationId xmlns:a16="http://schemas.microsoft.com/office/drawing/2014/main" id="{C7F57B96-C7D0-B1C7-C5F3-07FAEB5CDD53}"/>
              </a:ext>
            </a:extLst>
          </p:cNvPr>
          <p:cNvSpPr>
            <a:spLocks noGrp="1"/>
          </p:cNvSpPr>
          <p:nvPr>
            <p:ph sz="quarter" idx="21" hasCustomPrompt="1"/>
          </p:nvPr>
        </p:nvSpPr>
        <p:spPr>
          <a:xfrm>
            <a:off x="10312401"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9" name="Content Placeholder 2">
            <a:extLst>
              <a:ext uri="{FF2B5EF4-FFF2-40B4-BE49-F238E27FC236}">
                <a16:creationId xmlns:a16="http://schemas.microsoft.com/office/drawing/2014/main" id="{90916AA8-C9E9-BB1D-465A-926762742496}"/>
              </a:ext>
            </a:extLst>
          </p:cNvPr>
          <p:cNvSpPr>
            <a:spLocks noGrp="1"/>
          </p:cNvSpPr>
          <p:nvPr>
            <p:ph sz="quarter" idx="22"/>
          </p:nvPr>
        </p:nvSpPr>
        <p:spPr>
          <a:xfrm>
            <a:off x="2432458"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0" name="Content Placeholder 2">
            <a:extLst>
              <a:ext uri="{FF2B5EF4-FFF2-40B4-BE49-F238E27FC236}">
                <a16:creationId xmlns:a16="http://schemas.microsoft.com/office/drawing/2014/main" id="{7B1A0D79-2A00-CA83-08F7-5E4C5F7D1913}"/>
              </a:ext>
            </a:extLst>
          </p:cNvPr>
          <p:cNvSpPr>
            <a:spLocks noGrp="1"/>
          </p:cNvSpPr>
          <p:nvPr>
            <p:ph sz="quarter" idx="23"/>
          </p:nvPr>
        </p:nvSpPr>
        <p:spPr>
          <a:xfrm>
            <a:off x="4410013"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1" name="Content Placeholder 2">
            <a:extLst>
              <a:ext uri="{FF2B5EF4-FFF2-40B4-BE49-F238E27FC236}">
                <a16:creationId xmlns:a16="http://schemas.microsoft.com/office/drawing/2014/main" id="{BC0CA81A-D9BD-6CA9-1A57-11329EAA4168}"/>
              </a:ext>
            </a:extLst>
          </p:cNvPr>
          <p:cNvSpPr>
            <a:spLocks noGrp="1"/>
          </p:cNvSpPr>
          <p:nvPr>
            <p:ph sz="quarter" idx="24"/>
          </p:nvPr>
        </p:nvSpPr>
        <p:spPr>
          <a:xfrm>
            <a:off x="6388446"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2" name="Content Placeholder 2">
            <a:extLst>
              <a:ext uri="{FF2B5EF4-FFF2-40B4-BE49-F238E27FC236}">
                <a16:creationId xmlns:a16="http://schemas.microsoft.com/office/drawing/2014/main" id="{73399973-788B-1209-6732-4CEF161592D3}"/>
              </a:ext>
            </a:extLst>
          </p:cNvPr>
          <p:cNvSpPr>
            <a:spLocks noGrp="1"/>
          </p:cNvSpPr>
          <p:nvPr>
            <p:ph sz="quarter" idx="25"/>
          </p:nvPr>
        </p:nvSpPr>
        <p:spPr>
          <a:xfrm>
            <a:off x="8366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3" name="Content Placeholder 2">
            <a:extLst>
              <a:ext uri="{FF2B5EF4-FFF2-40B4-BE49-F238E27FC236}">
                <a16:creationId xmlns:a16="http://schemas.microsoft.com/office/drawing/2014/main" id="{EE12DE08-A005-30A0-9579-8F15522636E7}"/>
              </a:ext>
            </a:extLst>
          </p:cNvPr>
          <p:cNvSpPr>
            <a:spLocks noGrp="1"/>
          </p:cNvSpPr>
          <p:nvPr>
            <p:ph sz="quarter" idx="26"/>
          </p:nvPr>
        </p:nvSpPr>
        <p:spPr>
          <a:xfrm>
            <a:off x="10345312"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56" name="Straight Connector 55">
            <a:extLst>
              <a:ext uri="{FF2B5EF4-FFF2-40B4-BE49-F238E27FC236}">
                <a16:creationId xmlns:a16="http://schemas.microsoft.com/office/drawing/2014/main" id="{402CCCDA-355C-0977-10E3-76274E1DD4AD}"/>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00D72E1-B913-83B1-CE01-79270B3DD7C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98BC57F5-AD31-E33D-5C42-E8A4DEC084CF}"/>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B3E154C6-707E-DC9D-9459-D841486BA3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7FC884FB-0425-C75C-763D-BA4A827C265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8A27A24-5350-26FA-B679-4DDE97781F5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748BFD96-3F2E-204F-52E5-9C50E36BFC3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5E5264EB-1CBA-C65D-BDB4-DDA9AACB767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4" name="Slide Number Placeholder 5">
            <a:extLst>
              <a:ext uri="{FF2B5EF4-FFF2-40B4-BE49-F238E27FC236}">
                <a16:creationId xmlns:a16="http://schemas.microsoft.com/office/drawing/2014/main" id="{D1D6BCA3-F689-BBDF-7D89-33E04E3FFB8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79785742"/>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_Content_Blue Panel Lef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67881" y="2200274"/>
            <a:ext cx="2557541" cy="3514725"/>
          </a:xfrm>
        </p:spPr>
        <p:txBody>
          <a:bodyPr rIns="0"/>
          <a:lstStyle>
            <a:lvl1pPr marL="285750" indent="-285750" algn="l">
              <a:lnSpc>
                <a:spcPct val="100000"/>
              </a:lnSpc>
              <a:spcAft>
                <a:spcPts val="10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30" name="Subtitle 2">
            <a:extLst>
              <a:ext uri="{FF2B5EF4-FFF2-40B4-BE49-F238E27FC236}">
                <a16:creationId xmlns:a16="http://schemas.microsoft.com/office/drawing/2014/main" id="{8F2E4F5A-2977-EC94-BBA0-0E4B4704318D}"/>
              </a:ext>
            </a:extLst>
          </p:cNvPr>
          <p:cNvSpPr>
            <a:spLocks noGrp="1"/>
          </p:cNvSpPr>
          <p:nvPr>
            <p:ph type="subTitle" idx="1" hasCustomPrompt="1"/>
          </p:nvPr>
        </p:nvSpPr>
        <p:spPr>
          <a:xfrm>
            <a:off x="454025" y="1155700"/>
            <a:ext cx="225249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1" name="Straight Connector 30">
            <a:extLst>
              <a:ext uri="{FF2B5EF4-FFF2-40B4-BE49-F238E27FC236}">
                <a16:creationId xmlns:a16="http://schemas.microsoft.com/office/drawing/2014/main" id="{D399FCA0-16AB-15A6-C6FD-131FBCDFCCB7}"/>
              </a:ext>
            </a:extLst>
          </p:cNvPr>
          <p:cNvCxnSpPr>
            <a:cxnSpLocks/>
          </p:cNvCxnSpPr>
          <p:nvPr userDrawn="1"/>
        </p:nvCxnSpPr>
        <p:spPr>
          <a:xfrm>
            <a:off x="4997451" y="0"/>
            <a:ext cx="0" cy="685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A00F7203-CA30-84D3-B38E-422338369EA8}"/>
              </a:ext>
            </a:extLst>
          </p:cNvPr>
          <p:cNvGrpSpPr/>
          <p:nvPr userDrawn="1"/>
        </p:nvGrpSpPr>
        <p:grpSpPr>
          <a:xfrm rot="16200000">
            <a:off x="5122999" y="1009676"/>
            <a:ext cx="201826" cy="646885"/>
            <a:chOff x="7783661" y="1048871"/>
            <a:chExt cx="201826" cy="646885"/>
          </a:xfrm>
        </p:grpSpPr>
        <p:sp>
          <p:nvSpPr>
            <p:cNvPr id="33" name="Rounded Rectangle 32">
              <a:extLst>
                <a:ext uri="{FF2B5EF4-FFF2-40B4-BE49-F238E27FC236}">
                  <a16:creationId xmlns:a16="http://schemas.microsoft.com/office/drawing/2014/main" id="{BEFB4CA5-6E56-C262-2E2F-0F9A5D37C4A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4" name="Straight Connector 33">
              <a:extLst>
                <a:ext uri="{FF2B5EF4-FFF2-40B4-BE49-F238E27FC236}">
                  <a16:creationId xmlns:a16="http://schemas.microsoft.com/office/drawing/2014/main" id="{2480B2BF-F22B-8D75-1430-46740A5B3CB4}"/>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FB04092-8377-527E-07D8-1C86061060D6}"/>
              </a:ext>
            </a:extLst>
          </p:cNvPr>
          <p:cNvGrpSpPr/>
          <p:nvPr userDrawn="1"/>
        </p:nvGrpSpPr>
        <p:grpSpPr>
          <a:xfrm rot="16200000">
            <a:off x="5122999" y="2455358"/>
            <a:ext cx="201826" cy="646885"/>
            <a:chOff x="7783661" y="1048871"/>
            <a:chExt cx="201826" cy="646885"/>
          </a:xfrm>
        </p:grpSpPr>
        <p:sp>
          <p:nvSpPr>
            <p:cNvPr id="36" name="Rounded Rectangle 35">
              <a:extLst>
                <a:ext uri="{FF2B5EF4-FFF2-40B4-BE49-F238E27FC236}">
                  <a16:creationId xmlns:a16="http://schemas.microsoft.com/office/drawing/2014/main" id="{8FB40493-53B5-A66A-5F2B-85303875375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7" name="Straight Connector 36">
              <a:extLst>
                <a:ext uri="{FF2B5EF4-FFF2-40B4-BE49-F238E27FC236}">
                  <a16:creationId xmlns:a16="http://schemas.microsoft.com/office/drawing/2014/main" id="{5171A006-2624-7A34-12E3-700BF12B4E26}"/>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B543E5BF-7216-9698-52DF-64A42B3CA2D3}"/>
              </a:ext>
            </a:extLst>
          </p:cNvPr>
          <p:cNvGrpSpPr/>
          <p:nvPr userDrawn="1"/>
        </p:nvGrpSpPr>
        <p:grpSpPr>
          <a:xfrm rot="16200000">
            <a:off x="5122999" y="3901040"/>
            <a:ext cx="201826" cy="646885"/>
            <a:chOff x="7783661" y="1048871"/>
            <a:chExt cx="201826" cy="646885"/>
          </a:xfrm>
        </p:grpSpPr>
        <p:sp>
          <p:nvSpPr>
            <p:cNvPr id="39" name="Rounded Rectangle 38">
              <a:extLst>
                <a:ext uri="{FF2B5EF4-FFF2-40B4-BE49-F238E27FC236}">
                  <a16:creationId xmlns:a16="http://schemas.microsoft.com/office/drawing/2014/main" id="{074B346E-82D2-53AF-FB59-0389B803C63F}"/>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0" name="Straight Connector 39">
              <a:extLst>
                <a:ext uri="{FF2B5EF4-FFF2-40B4-BE49-F238E27FC236}">
                  <a16:creationId xmlns:a16="http://schemas.microsoft.com/office/drawing/2014/main" id="{764E441A-3646-277A-B0AD-FD266A7B89DB}"/>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7E257E75-3485-EAD4-E0AF-C538FA65F081}"/>
              </a:ext>
            </a:extLst>
          </p:cNvPr>
          <p:cNvGrpSpPr/>
          <p:nvPr userDrawn="1"/>
        </p:nvGrpSpPr>
        <p:grpSpPr>
          <a:xfrm rot="16200000">
            <a:off x="5122999" y="5346721"/>
            <a:ext cx="201826" cy="646885"/>
            <a:chOff x="7783661" y="1048871"/>
            <a:chExt cx="201826" cy="646885"/>
          </a:xfrm>
        </p:grpSpPr>
        <p:sp>
          <p:nvSpPr>
            <p:cNvPr id="42" name="Rounded Rectangle 41">
              <a:extLst>
                <a:ext uri="{FF2B5EF4-FFF2-40B4-BE49-F238E27FC236}">
                  <a16:creationId xmlns:a16="http://schemas.microsoft.com/office/drawing/2014/main" id="{49B99191-04D0-0CA6-854F-AA3C9713DC6C}"/>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3" name="Straight Connector 42">
              <a:extLst>
                <a:ext uri="{FF2B5EF4-FFF2-40B4-BE49-F238E27FC236}">
                  <a16:creationId xmlns:a16="http://schemas.microsoft.com/office/drawing/2014/main" id="{92EE7E5F-08BF-0EAA-69EC-3D26A5549B97}"/>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sp>
        <p:nvSpPr>
          <p:cNvPr id="57" name="Text Placeholder 47">
            <a:extLst>
              <a:ext uri="{FF2B5EF4-FFF2-40B4-BE49-F238E27FC236}">
                <a16:creationId xmlns:a16="http://schemas.microsoft.com/office/drawing/2014/main" id="{194B6AFC-ADFA-FD3B-7402-B3DF4B1D816B}"/>
              </a:ext>
            </a:extLst>
          </p:cNvPr>
          <p:cNvSpPr>
            <a:spLocks noGrp="1"/>
          </p:cNvSpPr>
          <p:nvPr>
            <p:ph type="body" sz="quarter" idx="22" hasCustomPrompt="1"/>
          </p:nvPr>
        </p:nvSpPr>
        <p:spPr>
          <a:xfrm>
            <a:off x="5720447" y="15249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8" name="Text Placeholder 47">
            <a:extLst>
              <a:ext uri="{FF2B5EF4-FFF2-40B4-BE49-F238E27FC236}">
                <a16:creationId xmlns:a16="http://schemas.microsoft.com/office/drawing/2014/main" id="{3A8D7678-0A38-D5CF-A29E-378402730F45}"/>
              </a:ext>
            </a:extLst>
          </p:cNvPr>
          <p:cNvSpPr>
            <a:spLocks noGrp="1"/>
          </p:cNvSpPr>
          <p:nvPr>
            <p:ph type="body" sz="quarter" idx="25" hasCustomPrompt="1"/>
          </p:nvPr>
        </p:nvSpPr>
        <p:spPr>
          <a:xfrm>
            <a:off x="5720447" y="11193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702A0FC-69BB-EEE1-994D-C930A56CBFF8}"/>
              </a:ext>
            </a:extLst>
          </p:cNvPr>
          <p:cNvSpPr>
            <a:spLocks noGrp="1"/>
          </p:cNvSpPr>
          <p:nvPr>
            <p:ph type="body" sz="quarter" idx="26" hasCustomPrompt="1"/>
          </p:nvPr>
        </p:nvSpPr>
        <p:spPr>
          <a:xfrm>
            <a:off x="5720447" y="29512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0" name="Text Placeholder 47">
            <a:extLst>
              <a:ext uri="{FF2B5EF4-FFF2-40B4-BE49-F238E27FC236}">
                <a16:creationId xmlns:a16="http://schemas.microsoft.com/office/drawing/2014/main" id="{AD53FBC0-0DD4-F392-BE0F-9D27F798A217}"/>
              </a:ext>
            </a:extLst>
          </p:cNvPr>
          <p:cNvSpPr>
            <a:spLocks noGrp="1"/>
          </p:cNvSpPr>
          <p:nvPr>
            <p:ph type="body" sz="quarter" idx="27" hasCustomPrompt="1"/>
          </p:nvPr>
        </p:nvSpPr>
        <p:spPr>
          <a:xfrm>
            <a:off x="5720447" y="25456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1" name="Text Placeholder 47">
            <a:extLst>
              <a:ext uri="{FF2B5EF4-FFF2-40B4-BE49-F238E27FC236}">
                <a16:creationId xmlns:a16="http://schemas.microsoft.com/office/drawing/2014/main" id="{A21E0CB9-E954-9F61-535E-9E6F7AA32508}"/>
              </a:ext>
            </a:extLst>
          </p:cNvPr>
          <p:cNvSpPr>
            <a:spLocks noGrp="1"/>
          </p:cNvSpPr>
          <p:nvPr>
            <p:ph type="body" sz="quarter" idx="28" hasCustomPrompt="1"/>
          </p:nvPr>
        </p:nvSpPr>
        <p:spPr>
          <a:xfrm>
            <a:off x="5720447" y="43877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2" name="Text Placeholder 47">
            <a:extLst>
              <a:ext uri="{FF2B5EF4-FFF2-40B4-BE49-F238E27FC236}">
                <a16:creationId xmlns:a16="http://schemas.microsoft.com/office/drawing/2014/main" id="{8E1C7667-597F-F8F2-8F93-D2EC4A332140}"/>
              </a:ext>
            </a:extLst>
          </p:cNvPr>
          <p:cNvSpPr>
            <a:spLocks noGrp="1"/>
          </p:cNvSpPr>
          <p:nvPr>
            <p:ph type="body" sz="quarter" idx="29" hasCustomPrompt="1"/>
          </p:nvPr>
        </p:nvSpPr>
        <p:spPr>
          <a:xfrm>
            <a:off x="5720447" y="39821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F53A100C-7010-480D-4677-DAD95FFFB6D0}"/>
              </a:ext>
            </a:extLst>
          </p:cNvPr>
          <p:cNvSpPr>
            <a:spLocks noGrp="1"/>
          </p:cNvSpPr>
          <p:nvPr>
            <p:ph type="body" sz="quarter" idx="30" hasCustomPrompt="1"/>
          </p:nvPr>
        </p:nvSpPr>
        <p:spPr>
          <a:xfrm>
            <a:off x="5720447" y="58468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4" name="Text Placeholder 47">
            <a:extLst>
              <a:ext uri="{FF2B5EF4-FFF2-40B4-BE49-F238E27FC236}">
                <a16:creationId xmlns:a16="http://schemas.microsoft.com/office/drawing/2014/main" id="{EA454AD8-0495-45A9-381F-6615C94B1BB7}"/>
              </a:ext>
            </a:extLst>
          </p:cNvPr>
          <p:cNvSpPr>
            <a:spLocks noGrp="1"/>
          </p:cNvSpPr>
          <p:nvPr>
            <p:ph type="body" sz="quarter" idx="31" hasCustomPrompt="1"/>
          </p:nvPr>
        </p:nvSpPr>
        <p:spPr>
          <a:xfrm>
            <a:off x="5720447" y="54412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7" name="TextBox 46">
            <a:extLst>
              <a:ext uri="{FF2B5EF4-FFF2-40B4-BE49-F238E27FC236}">
                <a16:creationId xmlns:a16="http://schemas.microsoft.com/office/drawing/2014/main" id="{71444F29-D341-02A6-CF43-E64349A9A46A}"/>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48" name="Straight Connector 47">
            <a:extLst>
              <a:ext uri="{FF2B5EF4-FFF2-40B4-BE49-F238E27FC236}">
                <a16:creationId xmlns:a16="http://schemas.microsoft.com/office/drawing/2014/main" id="{B8F7FDD6-C107-E8CF-E272-3D15178BDC58}"/>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9" name="Rounded Rectangle 48">
            <a:extLst>
              <a:ext uri="{FF2B5EF4-FFF2-40B4-BE49-F238E27FC236}">
                <a16:creationId xmlns:a16="http://schemas.microsoft.com/office/drawing/2014/main" id="{AEA63A26-7DA7-4CFF-67F9-6C361C7A7F1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04C4E94A-3BF9-2442-853F-C9155AF7E1C4}"/>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12233F69-CA17-A015-C93A-766B8A60D3A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0" name="Freeform 49">
              <a:extLst>
                <a:ext uri="{FF2B5EF4-FFF2-40B4-BE49-F238E27FC236}">
                  <a16:creationId xmlns:a16="http://schemas.microsoft.com/office/drawing/2014/main" id="{04C450C2-526C-8DA6-8545-AA69398A2D0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A10ACB0B-31B1-DD95-3809-0A288C5A166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EB3EE904-51DD-86AF-850A-7CC6982E7DA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3" name="Freeform 52">
              <a:extLst>
                <a:ext uri="{FF2B5EF4-FFF2-40B4-BE49-F238E27FC236}">
                  <a16:creationId xmlns:a16="http://schemas.microsoft.com/office/drawing/2014/main" id="{18C9A2B9-3EF0-A53D-EB68-97E018C511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5" name="Slide Number Placeholder 5">
            <a:extLst>
              <a:ext uri="{FF2B5EF4-FFF2-40B4-BE49-F238E27FC236}">
                <a16:creationId xmlns:a16="http://schemas.microsoft.com/office/drawing/2014/main" id="{5F2F84FB-F4B5-F2C9-0F42-354050C7EFF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8282118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E94738FD-1204-FD11-92C0-EB58577826C9}"/>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06B171-FA2A-E6A4-69FF-BC0C23E59D4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72D338FA-8C99-AD08-F077-57DE580C67A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C72CCB19-1845-749A-1A4B-B11211CED50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D045187C-2C41-1F1A-EFD8-43F8828547C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9DF93CA2-D152-6FBA-1601-86D9962C49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32144234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mentary ">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9128125" y="0"/>
            <a:ext cx="3061290"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DD7C8FB1-0E3B-B040-A74C-21C1043F828E}"/>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0ACD27EB-7C71-ED4F-BAE6-5C6B76DE933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5EC662D8-4C35-A04F-82AC-5BDF7A57F3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FAFCA625-6857-154C-A410-3D08A0E28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9F3CC9B8-E3DD-4C4B-A59A-24E110ADDBF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4B96148-0843-244D-AE9A-3BFB388B967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7D2246D2-F298-C620-3A27-0367C889C68D}"/>
              </a:ext>
            </a:extLst>
          </p:cNvPr>
          <p:cNvSpPr>
            <a:spLocks noGrp="1"/>
          </p:cNvSpPr>
          <p:nvPr>
            <p:ph sz="quarter" idx="14"/>
          </p:nvPr>
        </p:nvSpPr>
        <p:spPr>
          <a:xfrm>
            <a:off x="444500" y="2011680"/>
            <a:ext cx="8326967" cy="355701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9A1C7828-1672-28D9-2AD3-E7297A6FD68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E859F307-E508-7053-F2F1-6A4BDE185E7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ubtitle 2">
            <a:extLst>
              <a:ext uri="{FF2B5EF4-FFF2-40B4-BE49-F238E27FC236}">
                <a16:creationId xmlns:a16="http://schemas.microsoft.com/office/drawing/2014/main" id="{B9B16F5B-D35C-DB02-924F-BECD6FC6A9D8}"/>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3" name="Slide Number Placeholder 5">
            <a:extLst>
              <a:ext uri="{FF2B5EF4-FFF2-40B4-BE49-F238E27FC236}">
                <a16:creationId xmlns:a16="http://schemas.microsoft.com/office/drawing/2014/main" id="{92256E7A-04EA-EB5A-0DF8-9ACCD841B0F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2787599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ultiple Charts + Copy">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3E442F7-0E5C-2327-4EC5-9C8B322DD2D0}"/>
              </a:ext>
            </a:extLst>
          </p:cNvPr>
          <p:cNvSpPr/>
          <p:nvPr userDrawn="1"/>
        </p:nvSpPr>
        <p:spPr>
          <a:xfrm>
            <a:off x="4522838"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893A35D-630B-BDD8-E33B-BCDE23AD383B}"/>
              </a:ext>
            </a:extLst>
          </p:cNvPr>
          <p:cNvSpPr/>
          <p:nvPr userDrawn="1"/>
        </p:nvSpPr>
        <p:spPr>
          <a:xfrm>
            <a:off x="4522838"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CC13698-B3EB-BD03-4141-3BC305E438E1}"/>
              </a:ext>
            </a:extLst>
          </p:cNvPr>
          <p:cNvSpPr/>
          <p:nvPr userDrawn="1"/>
        </p:nvSpPr>
        <p:spPr>
          <a:xfrm>
            <a:off x="10364675"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2449C88-8BB0-BEB0-D798-22EA413B8726}"/>
              </a:ext>
            </a:extLst>
          </p:cNvPr>
          <p:cNvSpPr/>
          <p:nvPr userDrawn="1"/>
        </p:nvSpPr>
        <p:spPr>
          <a:xfrm>
            <a:off x="10364675"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ontent Placeholder 2">
            <a:extLst>
              <a:ext uri="{FF2B5EF4-FFF2-40B4-BE49-F238E27FC236}">
                <a16:creationId xmlns:a16="http://schemas.microsoft.com/office/drawing/2014/main" id="{6666C9C9-441B-5C2D-0653-9BD7E887331A}"/>
              </a:ext>
            </a:extLst>
          </p:cNvPr>
          <p:cNvSpPr>
            <a:spLocks noGrp="1"/>
          </p:cNvSpPr>
          <p:nvPr>
            <p:ph sz="quarter" idx="19"/>
          </p:nvPr>
        </p:nvSpPr>
        <p:spPr>
          <a:xfrm>
            <a:off x="4542504"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40" name="Rectangle 39">
            <a:extLst>
              <a:ext uri="{FF2B5EF4-FFF2-40B4-BE49-F238E27FC236}">
                <a16:creationId xmlns:a16="http://schemas.microsoft.com/office/drawing/2014/main" id="{40E8A7F1-E866-C78B-4B63-EE965BB46C57}"/>
              </a:ext>
            </a:extLst>
          </p:cNvPr>
          <p:cNvSpPr/>
          <p:nvPr userDrawn="1"/>
        </p:nvSpPr>
        <p:spPr>
          <a:xfrm>
            <a:off x="45402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61CAC95-8DD2-6598-0AA1-27D347428222}"/>
              </a:ext>
            </a:extLst>
          </p:cNvPr>
          <p:cNvSpPr/>
          <p:nvPr userDrawn="1"/>
        </p:nvSpPr>
        <p:spPr>
          <a:xfrm>
            <a:off x="45402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3AB5E8-7784-15B6-A5D2-2386929C0FCD}"/>
              </a:ext>
            </a:extLst>
          </p:cNvPr>
          <p:cNvSpPr/>
          <p:nvPr userDrawn="1"/>
        </p:nvSpPr>
        <p:spPr>
          <a:xfrm>
            <a:off x="632355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F9CC026-7235-77A1-7EB1-C70D7DC876C8}"/>
              </a:ext>
            </a:extLst>
          </p:cNvPr>
          <p:cNvSpPr/>
          <p:nvPr userDrawn="1"/>
        </p:nvSpPr>
        <p:spPr>
          <a:xfrm>
            <a:off x="632355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CC84B0E1-B4C0-330F-847B-A93A37AFD17E}"/>
              </a:ext>
            </a:extLst>
          </p:cNvPr>
          <p:cNvSpPr>
            <a:spLocks noGrp="1"/>
          </p:cNvSpPr>
          <p:nvPr>
            <p:ph sz="quarter" idx="15"/>
          </p:nvPr>
        </p:nvSpPr>
        <p:spPr>
          <a:xfrm>
            <a:off x="454025" y="1156272"/>
            <a:ext cx="4069080" cy="2423160"/>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0" name="Content Placeholder 2">
            <a:extLst>
              <a:ext uri="{FF2B5EF4-FFF2-40B4-BE49-F238E27FC236}">
                <a16:creationId xmlns:a16="http://schemas.microsoft.com/office/drawing/2014/main" id="{49346F5A-4F30-A2CC-5B7C-96A37881E584}"/>
              </a:ext>
            </a:extLst>
          </p:cNvPr>
          <p:cNvSpPr>
            <a:spLocks noGrp="1"/>
          </p:cNvSpPr>
          <p:nvPr>
            <p:ph sz="quarter" idx="16"/>
          </p:nvPr>
        </p:nvSpPr>
        <p:spPr>
          <a:xfrm>
            <a:off x="6323555" y="1156273"/>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53F1247B-A851-6EB6-3FFA-3E1F5476DD36}"/>
              </a:ext>
            </a:extLst>
          </p:cNvPr>
          <p:cNvSpPr>
            <a:spLocks noGrp="1"/>
          </p:cNvSpPr>
          <p:nvPr>
            <p:ph sz="quarter" idx="17"/>
          </p:nvPr>
        </p:nvSpPr>
        <p:spPr>
          <a:xfrm>
            <a:off x="45402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3" name="Content Placeholder 2">
            <a:extLst>
              <a:ext uri="{FF2B5EF4-FFF2-40B4-BE49-F238E27FC236}">
                <a16:creationId xmlns:a16="http://schemas.microsoft.com/office/drawing/2014/main" id="{503B8696-0B1B-A156-E766-0D91A320122A}"/>
              </a:ext>
            </a:extLst>
          </p:cNvPr>
          <p:cNvSpPr>
            <a:spLocks noGrp="1"/>
          </p:cNvSpPr>
          <p:nvPr>
            <p:ph sz="quarter" idx="18"/>
          </p:nvPr>
        </p:nvSpPr>
        <p:spPr>
          <a:xfrm>
            <a:off x="632355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4" name="Content Placeholder 2">
            <a:extLst>
              <a:ext uri="{FF2B5EF4-FFF2-40B4-BE49-F238E27FC236}">
                <a16:creationId xmlns:a16="http://schemas.microsoft.com/office/drawing/2014/main" id="{45BDDC7E-6E92-0CE8-893F-115A1A50AC9E}"/>
              </a:ext>
            </a:extLst>
          </p:cNvPr>
          <p:cNvSpPr>
            <a:spLocks noGrp="1"/>
          </p:cNvSpPr>
          <p:nvPr>
            <p:ph sz="quarter" idx="20"/>
          </p:nvPr>
        </p:nvSpPr>
        <p:spPr>
          <a:xfrm>
            <a:off x="4542504"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5" name="Content Placeholder 2">
            <a:extLst>
              <a:ext uri="{FF2B5EF4-FFF2-40B4-BE49-F238E27FC236}">
                <a16:creationId xmlns:a16="http://schemas.microsoft.com/office/drawing/2014/main" id="{270701E0-28A4-9202-C714-3F1F16678C7B}"/>
              </a:ext>
            </a:extLst>
          </p:cNvPr>
          <p:cNvSpPr>
            <a:spLocks noGrp="1"/>
          </p:cNvSpPr>
          <p:nvPr>
            <p:ph sz="quarter" idx="21"/>
          </p:nvPr>
        </p:nvSpPr>
        <p:spPr>
          <a:xfrm>
            <a:off x="10402530"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6" name="Content Placeholder 2">
            <a:extLst>
              <a:ext uri="{FF2B5EF4-FFF2-40B4-BE49-F238E27FC236}">
                <a16:creationId xmlns:a16="http://schemas.microsoft.com/office/drawing/2014/main" id="{462A1A84-C3E5-EE25-10F5-8AB6289FA2F0}"/>
              </a:ext>
            </a:extLst>
          </p:cNvPr>
          <p:cNvSpPr>
            <a:spLocks noGrp="1"/>
          </p:cNvSpPr>
          <p:nvPr>
            <p:ph sz="quarter" idx="22"/>
          </p:nvPr>
        </p:nvSpPr>
        <p:spPr>
          <a:xfrm>
            <a:off x="10402530"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E3550518-9E4B-113E-2259-5EBB702951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D0868976-0331-C473-140C-FF4300E4A3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3" name="Graphic 62">
            <a:extLst>
              <a:ext uri="{FF2B5EF4-FFF2-40B4-BE49-F238E27FC236}">
                <a16:creationId xmlns:a16="http://schemas.microsoft.com/office/drawing/2014/main" id="{73307D9B-F01A-6413-FFD2-F393C92BB9A0}"/>
              </a:ext>
            </a:extLst>
          </p:cNvPr>
          <p:cNvGrpSpPr/>
          <p:nvPr userDrawn="1"/>
        </p:nvGrpSpPr>
        <p:grpSpPr>
          <a:xfrm>
            <a:off x="11389259" y="459884"/>
            <a:ext cx="352694" cy="349203"/>
            <a:chOff x="10767269" y="208371"/>
            <a:chExt cx="182844" cy="181034"/>
          </a:xfrm>
        </p:grpSpPr>
        <p:sp>
          <p:nvSpPr>
            <p:cNvPr id="57" name="Freeform 56">
              <a:extLst>
                <a:ext uri="{FF2B5EF4-FFF2-40B4-BE49-F238E27FC236}">
                  <a16:creationId xmlns:a16="http://schemas.microsoft.com/office/drawing/2014/main" id="{A09F49AA-C8E9-1D6B-F556-D610C42D5BF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39756AAF-B29D-1FFC-9EAE-4E454954D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A347EE6A-52EB-A684-CDF2-D9D83ABEF3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A3E5375C-8603-62B0-2663-E79CE30E545C}"/>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05005983-4B49-1052-7892-80645AB73C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4" name="Slide Number Placeholder 5">
            <a:extLst>
              <a:ext uri="{FF2B5EF4-FFF2-40B4-BE49-F238E27FC236}">
                <a16:creationId xmlns:a16="http://schemas.microsoft.com/office/drawing/2014/main" id="{1EA689C7-1437-91C8-3788-6D4D2AFF3EC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6826615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 Tabl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46094316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4" name="Freeform 33">
            <a:extLst>
              <a:ext uri="{FF2B5EF4-FFF2-40B4-BE49-F238E27FC236}">
                <a16:creationId xmlns:a16="http://schemas.microsoft.com/office/drawing/2014/main" id="{76CAEDB3-4EC5-145E-7FFD-C60698FED688}"/>
              </a:ext>
            </a:extLst>
          </p:cNvPr>
          <p:cNvSpPr>
            <a:spLocks noChangeAspect="1"/>
          </p:cNvSpPr>
          <p:nvPr userDrawn="1"/>
        </p:nvSpPr>
        <p:spPr>
          <a:xfrm>
            <a:off x="6790624" y="2538162"/>
            <a:ext cx="1781175" cy="1893947"/>
          </a:xfrm>
          <a:custGeom>
            <a:avLst/>
            <a:gdLst>
              <a:gd name="connsiteX0" fmla="*/ 390662 w 1781175"/>
              <a:gd name="connsiteY0" fmla="*/ 0 h 1893947"/>
              <a:gd name="connsiteX1" fmla="*/ 1781175 w 1781175"/>
              <a:gd name="connsiteY1" fmla="*/ 0 h 1893947"/>
              <a:gd name="connsiteX2" fmla="*/ 1781175 w 1781175"/>
              <a:gd name="connsiteY2" fmla="*/ 1503452 h 1893947"/>
              <a:gd name="connsiteX3" fmla="*/ 1390680 w 1781175"/>
              <a:gd name="connsiteY3" fmla="*/ 1893947 h 1893947"/>
              <a:gd name="connsiteX4" fmla="*/ 0 w 1781175"/>
              <a:gd name="connsiteY4" fmla="*/ 1893947 h 1893947"/>
              <a:gd name="connsiteX5" fmla="*/ 0 w 1781175"/>
              <a:gd name="connsiteY5" fmla="*/ 390662 h 1893947"/>
              <a:gd name="connsiteX6" fmla="*/ 390662 w 1781175"/>
              <a:gd name="connsiteY6" fmla="*/ 0 h 189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175" h="1893947">
                <a:moveTo>
                  <a:pt x="390662" y="0"/>
                </a:moveTo>
                <a:lnTo>
                  <a:pt x="1781175" y="0"/>
                </a:lnTo>
                <a:lnTo>
                  <a:pt x="1781175" y="1503452"/>
                </a:lnTo>
                <a:cubicBezTo>
                  <a:pt x="1781175" y="1719116"/>
                  <a:pt x="1606344" y="1893947"/>
                  <a:pt x="1390680" y="1893947"/>
                </a:cubicBezTo>
                <a:lnTo>
                  <a:pt x="0" y="1893947"/>
                </a:lnTo>
                <a:lnTo>
                  <a:pt x="0" y="390662"/>
                </a:lnTo>
                <a:cubicBezTo>
                  <a:pt x="0" y="174905"/>
                  <a:pt x="174905" y="0"/>
                  <a:pt x="390662" y="0"/>
                </a:cubicBezTo>
                <a:close/>
              </a:path>
            </a:pathLst>
          </a:cu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5" name="Freeform 34">
            <a:extLst>
              <a:ext uri="{FF2B5EF4-FFF2-40B4-BE49-F238E27FC236}">
                <a16:creationId xmlns:a16="http://schemas.microsoft.com/office/drawing/2014/main" id="{04C47F19-6788-A901-E881-76B69A2EBFC9}"/>
              </a:ext>
            </a:extLst>
          </p:cNvPr>
          <p:cNvSpPr>
            <a:spLocks noChangeAspect="1"/>
          </p:cNvSpPr>
          <p:nvPr userDrawn="1"/>
        </p:nvSpPr>
        <p:spPr>
          <a:xfrm>
            <a:off x="4868162" y="850900"/>
            <a:ext cx="3703637" cy="3581209"/>
          </a:xfrm>
          <a:custGeom>
            <a:avLst/>
            <a:gdLst>
              <a:gd name="connsiteX0" fmla="*/ 390495 w 3703637"/>
              <a:gd name="connsiteY0" fmla="*/ 0 h 3581209"/>
              <a:gd name="connsiteX1" fmla="*/ 3313142 w 3703637"/>
              <a:gd name="connsiteY1" fmla="*/ 0 h 3581209"/>
              <a:gd name="connsiteX2" fmla="*/ 3703637 w 3703637"/>
              <a:gd name="connsiteY2" fmla="*/ 390495 h 3581209"/>
              <a:gd name="connsiteX3" fmla="*/ 3703637 w 3703637"/>
              <a:gd name="connsiteY3" fmla="*/ 1687262 h 3581209"/>
              <a:gd name="connsiteX4" fmla="*/ 2313124 w 3703637"/>
              <a:gd name="connsiteY4" fmla="*/ 1687262 h 3581209"/>
              <a:gd name="connsiteX5" fmla="*/ 1922462 w 3703637"/>
              <a:gd name="connsiteY5" fmla="*/ 2077924 h 3581209"/>
              <a:gd name="connsiteX6" fmla="*/ 1922462 w 3703637"/>
              <a:gd name="connsiteY6" fmla="*/ 3581209 h 3581209"/>
              <a:gd name="connsiteX7" fmla="*/ 390495 w 3703637"/>
              <a:gd name="connsiteY7" fmla="*/ 3581209 h 3581209"/>
              <a:gd name="connsiteX8" fmla="*/ 0 w 3703637"/>
              <a:gd name="connsiteY8" fmla="*/ 3190714 h 3581209"/>
              <a:gd name="connsiteX9" fmla="*/ 0 w 3703637"/>
              <a:gd name="connsiteY9" fmla="*/ 390495 h 3581209"/>
              <a:gd name="connsiteX10" fmla="*/ 390495 w 3703637"/>
              <a:gd name="connsiteY10" fmla="*/ 0 h 3581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3637" h="3581209">
                <a:moveTo>
                  <a:pt x="390495" y="0"/>
                </a:moveTo>
                <a:lnTo>
                  <a:pt x="3313142" y="0"/>
                </a:lnTo>
                <a:cubicBezTo>
                  <a:pt x="3528806" y="0"/>
                  <a:pt x="3703637" y="174831"/>
                  <a:pt x="3703637" y="390495"/>
                </a:cubicBezTo>
                <a:lnTo>
                  <a:pt x="3703637" y="1687262"/>
                </a:lnTo>
                <a:lnTo>
                  <a:pt x="2313124" y="1687262"/>
                </a:lnTo>
                <a:cubicBezTo>
                  <a:pt x="2097367" y="1687262"/>
                  <a:pt x="1922462" y="1862167"/>
                  <a:pt x="1922462" y="2077924"/>
                </a:cubicBezTo>
                <a:lnTo>
                  <a:pt x="1922462" y="3581209"/>
                </a:lnTo>
                <a:lnTo>
                  <a:pt x="390495" y="3581209"/>
                </a:lnTo>
                <a:cubicBezTo>
                  <a:pt x="174831" y="3581209"/>
                  <a:pt x="0" y="3406378"/>
                  <a:pt x="0" y="3190714"/>
                </a:cubicBezTo>
                <a:lnTo>
                  <a:pt x="0" y="390495"/>
                </a:lnTo>
                <a:cubicBezTo>
                  <a:pt x="0" y="174831"/>
                  <a:pt x="174831" y="0"/>
                  <a:pt x="390495" y="0"/>
                </a:cubicBezTo>
                <a:close/>
              </a:path>
            </a:pathLst>
          </a:custGeom>
          <a:solidFill>
            <a:schemeClr val="accent2">
              <a:alpha val="94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Freeform 35">
            <a:extLst>
              <a:ext uri="{FF2B5EF4-FFF2-40B4-BE49-F238E27FC236}">
                <a16:creationId xmlns:a16="http://schemas.microsoft.com/office/drawing/2014/main" id="{D7F18468-A86F-5113-F8FE-FB54A03A7B23}"/>
              </a:ext>
            </a:extLst>
          </p:cNvPr>
          <p:cNvSpPr>
            <a:spLocks noChangeAspect="1"/>
          </p:cNvSpPr>
          <p:nvPr userDrawn="1"/>
        </p:nvSpPr>
        <p:spPr>
          <a:xfrm>
            <a:off x="6790624" y="2538161"/>
            <a:ext cx="3705225" cy="3582744"/>
          </a:xfrm>
          <a:custGeom>
            <a:avLst/>
            <a:gdLst>
              <a:gd name="connsiteX0" fmla="*/ 1781175 w 3705225"/>
              <a:gd name="connsiteY0" fmla="*/ 0 h 3582744"/>
              <a:gd name="connsiteX1" fmla="*/ 3314563 w 3705225"/>
              <a:gd name="connsiteY1" fmla="*/ 0 h 3582744"/>
              <a:gd name="connsiteX2" fmla="*/ 3705225 w 3705225"/>
              <a:gd name="connsiteY2" fmla="*/ 390662 h 3582744"/>
              <a:gd name="connsiteX3" fmla="*/ 3705225 w 3705225"/>
              <a:gd name="connsiteY3" fmla="*/ 3192082 h 3582744"/>
              <a:gd name="connsiteX4" fmla="*/ 3314563 w 3705225"/>
              <a:gd name="connsiteY4" fmla="*/ 3582744 h 3582744"/>
              <a:gd name="connsiteX5" fmla="*/ 390662 w 3705225"/>
              <a:gd name="connsiteY5" fmla="*/ 3582744 h 3582744"/>
              <a:gd name="connsiteX6" fmla="*/ 0 w 3705225"/>
              <a:gd name="connsiteY6" fmla="*/ 3192082 h 3582744"/>
              <a:gd name="connsiteX7" fmla="*/ 0 w 3705225"/>
              <a:gd name="connsiteY7" fmla="*/ 1893947 h 3582744"/>
              <a:gd name="connsiteX8" fmla="*/ 1390680 w 3705225"/>
              <a:gd name="connsiteY8" fmla="*/ 1893947 h 3582744"/>
              <a:gd name="connsiteX9" fmla="*/ 1781175 w 3705225"/>
              <a:gd name="connsiteY9" fmla="*/ 1503452 h 3582744"/>
              <a:gd name="connsiteX10" fmla="*/ 1781175 w 3705225"/>
              <a:gd name="connsiteY10" fmla="*/ 0 h 35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5225" h="3582744">
                <a:moveTo>
                  <a:pt x="1781175" y="0"/>
                </a:moveTo>
                <a:lnTo>
                  <a:pt x="3314563" y="0"/>
                </a:lnTo>
                <a:cubicBezTo>
                  <a:pt x="3530320" y="0"/>
                  <a:pt x="3705225" y="174905"/>
                  <a:pt x="3705225" y="390662"/>
                </a:cubicBezTo>
                <a:lnTo>
                  <a:pt x="3705225" y="3192082"/>
                </a:lnTo>
                <a:cubicBezTo>
                  <a:pt x="3705225" y="3407839"/>
                  <a:pt x="3530320" y="3582744"/>
                  <a:pt x="3314563" y="3582744"/>
                </a:cubicBezTo>
                <a:lnTo>
                  <a:pt x="390662" y="3582744"/>
                </a:lnTo>
                <a:cubicBezTo>
                  <a:pt x="174905" y="3582744"/>
                  <a:pt x="0" y="3407839"/>
                  <a:pt x="0" y="3192082"/>
                </a:cubicBezTo>
                <a:lnTo>
                  <a:pt x="0" y="1893947"/>
                </a:lnTo>
                <a:lnTo>
                  <a:pt x="1390680" y="1893947"/>
                </a:lnTo>
                <a:cubicBezTo>
                  <a:pt x="1606344" y="1893947"/>
                  <a:pt x="1781175" y="1719116"/>
                  <a:pt x="1781175" y="1503452"/>
                </a:cubicBezTo>
                <a:lnTo>
                  <a:pt x="1781175" y="0"/>
                </a:lnTo>
                <a:close/>
              </a:path>
            </a:pathLst>
          </a:cu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Text Placeholder 47">
            <a:extLst>
              <a:ext uri="{FF2B5EF4-FFF2-40B4-BE49-F238E27FC236}">
                <a16:creationId xmlns:a16="http://schemas.microsoft.com/office/drawing/2014/main" id="{4C6D52AF-0B3B-1D6E-FF02-7F2F94FE0997}"/>
              </a:ext>
            </a:extLst>
          </p:cNvPr>
          <p:cNvSpPr>
            <a:spLocks noGrp="1"/>
          </p:cNvSpPr>
          <p:nvPr>
            <p:ph type="body" sz="quarter" idx="22" hasCustomPrompt="1"/>
          </p:nvPr>
        </p:nvSpPr>
        <p:spPr>
          <a:xfrm>
            <a:off x="5086654" y="14614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48" name="Text Placeholder 47">
            <a:extLst>
              <a:ext uri="{FF2B5EF4-FFF2-40B4-BE49-F238E27FC236}">
                <a16:creationId xmlns:a16="http://schemas.microsoft.com/office/drawing/2014/main" id="{B7961EA3-EB53-0D03-297E-C8A28E84618D}"/>
              </a:ext>
            </a:extLst>
          </p:cNvPr>
          <p:cNvSpPr>
            <a:spLocks noGrp="1"/>
          </p:cNvSpPr>
          <p:nvPr>
            <p:ph type="body" sz="quarter" idx="25" hasCustomPrompt="1"/>
          </p:nvPr>
        </p:nvSpPr>
        <p:spPr>
          <a:xfrm>
            <a:off x="5086654" y="10558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49" name="Text Placeholder 47">
            <a:extLst>
              <a:ext uri="{FF2B5EF4-FFF2-40B4-BE49-F238E27FC236}">
                <a16:creationId xmlns:a16="http://schemas.microsoft.com/office/drawing/2014/main" id="{4E5C055B-E6AD-38D6-C269-29EFEA4A1B8B}"/>
              </a:ext>
            </a:extLst>
          </p:cNvPr>
          <p:cNvSpPr>
            <a:spLocks noGrp="1"/>
          </p:cNvSpPr>
          <p:nvPr>
            <p:ph type="body" sz="quarter" idx="26" hasCustomPrompt="1"/>
          </p:nvPr>
        </p:nvSpPr>
        <p:spPr>
          <a:xfrm>
            <a:off x="7010400" y="49539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50" name="Text Placeholder 47">
            <a:extLst>
              <a:ext uri="{FF2B5EF4-FFF2-40B4-BE49-F238E27FC236}">
                <a16:creationId xmlns:a16="http://schemas.microsoft.com/office/drawing/2014/main" id="{675E6B5A-F920-FAA3-E91E-BD3637622D57}"/>
              </a:ext>
            </a:extLst>
          </p:cNvPr>
          <p:cNvSpPr>
            <a:spLocks noGrp="1"/>
          </p:cNvSpPr>
          <p:nvPr>
            <p:ph type="body" sz="quarter" idx="27" hasCustomPrompt="1"/>
          </p:nvPr>
        </p:nvSpPr>
        <p:spPr>
          <a:xfrm>
            <a:off x="7010400" y="45483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52" name="Text Placeholder 47">
            <a:extLst>
              <a:ext uri="{FF2B5EF4-FFF2-40B4-BE49-F238E27FC236}">
                <a16:creationId xmlns:a16="http://schemas.microsoft.com/office/drawing/2014/main" id="{92CB389A-C748-698A-D67E-5783F4DF8AC9}"/>
              </a:ext>
            </a:extLst>
          </p:cNvPr>
          <p:cNvSpPr>
            <a:spLocks noGrp="1"/>
          </p:cNvSpPr>
          <p:nvPr>
            <p:ph type="body" sz="quarter" idx="28" hasCustomPrompt="1"/>
          </p:nvPr>
        </p:nvSpPr>
        <p:spPr>
          <a:xfrm>
            <a:off x="6906682" y="3581400"/>
            <a:ext cx="1528840" cy="402336"/>
          </a:xfrm>
        </p:spPr>
        <p:txBody>
          <a:bodyPr anchor="ctr"/>
          <a:lstStyle>
            <a:lvl1pPr marL="0" indent="0" algn="ctr">
              <a:lnSpc>
                <a:spcPct val="100000"/>
              </a:lnSpc>
              <a:buNone/>
              <a:defRPr sz="20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391157352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Freeform 29">
            <a:extLst>
              <a:ext uri="{FF2B5EF4-FFF2-40B4-BE49-F238E27FC236}">
                <a16:creationId xmlns:a16="http://schemas.microsoft.com/office/drawing/2014/main" id="{8C3E1F4A-516D-1078-96B4-5CB3EA13CCE4}"/>
              </a:ext>
            </a:extLst>
          </p:cNvPr>
          <p:cNvSpPr/>
          <p:nvPr userDrawn="1"/>
        </p:nvSpPr>
        <p:spPr>
          <a:xfrm>
            <a:off x="6698759" y="2438399"/>
            <a:ext cx="1528569" cy="1227534"/>
          </a:xfrm>
          <a:custGeom>
            <a:avLst/>
            <a:gdLst>
              <a:gd name="connsiteX0" fmla="*/ 318894 w 1528569"/>
              <a:gd name="connsiteY0" fmla="*/ 0 h 1227534"/>
              <a:gd name="connsiteX1" fmla="*/ 1477347 w 1528569"/>
              <a:gd name="connsiteY1" fmla="*/ 479847 h 1227534"/>
              <a:gd name="connsiteX2" fmla="*/ 1528569 w 1528569"/>
              <a:gd name="connsiteY2" fmla="*/ 536205 h 1227534"/>
              <a:gd name="connsiteX3" fmla="*/ 1474052 w 1528569"/>
              <a:gd name="connsiteY3" fmla="*/ 596189 h 1227534"/>
              <a:gd name="connsiteX4" fmla="*/ 1173599 w 1528569"/>
              <a:gd name="connsiteY4" fmla="*/ 1151120 h 1227534"/>
              <a:gd name="connsiteX5" fmla="*/ 1153950 w 1528569"/>
              <a:gd name="connsiteY5" fmla="*/ 1227534 h 1227534"/>
              <a:gd name="connsiteX6" fmla="*/ 1104679 w 1528569"/>
              <a:gd name="connsiteY6" fmla="*/ 1214865 h 1227534"/>
              <a:gd name="connsiteX7" fmla="*/ 27214 w 1528569"/>
              <a:gd name="connsiteY7" fmla="*/ 137400 h 1227534"/>
              <a:gd name="connsiteX8" fmla="*/ 0 w 1528569"/>
              <a:gd name="connsiteY8" fmla="*/ 31562 h 1227534"/>
              <a:gd name="connsiteX9" fmla="*/ 151387 w 1528569"/>
              <a:gd name="connsiteY9" fmla="*/ 8458 h 1227534"/>
              <a:gd name="connsiteX10" fmla="*/ 318894 w 1528569"/>
              <a:gd name="connsiteY10" fmla="*/ 0 h 122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8569" h="1227534">
                <a:moveTo>
                  <a:pt x="318894" y="0"/>
                </a:moveTo>
                <a:cubicBezTo>
                  <a:pt x="771298" y="0"/>
                  <a:pt x="1180873" y="183373"/>
                  <a:pt x="1477347" y="479847"/>
                </a:cubicBezTo>
                <a:lnTo>
                  <a:pt x="1528569" y="536205"/>
                </a:lnTo>
                <a:lnTo>
                  <a:pt x="1474052" y="596189"/>
                </a:lnTo>
                <a:cubicBezTo>
                  <a:pt x="1340502" y="758015"/>
                  <a:pt x="1237423" y="945920"/>
                  <a:pt x="1173599" y="1151120"/>
                </a:cubicBezTo>
                <a:lnTo>
                  <a:pt x="1153950" y="1227534"/>
                </a:lnTo>
                <a:lnTo>
                  <a:pt x="1104679" y="1214865"/>
                </a:lnTo>
                <a:cubicBezTo>
                  <a:pt x="591678" y="1055306"/>
                  <a:pt x="186773" y="650401"/>
                  <a:pt x="27214" y="137400"/>
                </a:cubicBezTo>
                <a:lnTo>
                  <a:pt x="0" y="31562"/>
                </a:lnTo>
                <a:lnTo>
                  <a:pt x="151387" y="8458"/>
                </a:lnTo>
                <a:cubicBezTo>
                  <a:pt x="206462" y="2865"/>
                  <a:pt x="262344" y="0"/>
                  <a:pt x="318894"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7D13563-9624-D464-A9BA-11143ADA01B3}"/>
              </a:ext>
            </a:extLst>
          </p:cNvPr>
          <p:cNvSpPr/>
          <p:nvPr userDrawn="1"/>
        </p:nvSpPr>
        <p:spPr>
          <a:xfrm>
            <a:off x="8227328" y="2438399"/>
            <a:ext cx="1647585" cy="1256958"/>
          </a:xfrm>
          <a:custGeom>
            <a:avLst/>
            <a:gdLst>
              <a:gd name="connsiteX0" fmla="*/ 1209675 w 1647585"/>
              <a:gd name="connsiteY0" fmla="*/ 0 h 1256958"/>
              <a:gd name="connsiteX1" fmla="*/ 1539851 w 1647585"/>
              <a:gd name="connsiteY1" fmla="*/ 33284 h 1256958"/>
              <a:gd name="connsiteX2" fmla="*/ 1647585 w 1647585"/>
              <a:gd name="connsiteY2" fmla="*/ 60986 h 1256958"/>
              <a:gd name="connsiteX3" fmla="*/ 1627935 w 1647585"/>
              <a:gd name="connsiteY3" fmla="*/ 137400 h 1256958"/>
              <a:gd name="connsiteX4" fmla="*/ 393465 w 1647585"/>
              <a:gd name="connsiteY4" fmla="*/ 1255236 h 1256958"/>
              <a:gd name="connsiteX5" fmla="*/ 382185 w 1647585"/>
              <a:gd name="connsiteY5" fmla="*/ 1256958 h 1256958"/>
              <a:gd name="connsiteX6" fmla="*/ 354970 w 1647585"/>
              <a:gd name="connsiteY6" fmla="*/ 1151120 h 1256958"/>
              <a:gd name="connsiteX7" fmla="*/ 54517 w 1647585"/>
              <a:gd name="connsiteY7" fmla="*/ 596189 h 1256958"/>
              <a:gd name="connsiteX8" fmla="*/ 0 w 1647585"/>
              <a:gd name="connsiteY8" fmla="*/ 536205 h 1256958"/>
              <a:gd name="connsiteX9" fmla="*/ 51222 w 1647585"/>
              <a:gd name="connsiteY9" fmla="*/ 479847 h 1256958"/>
              <a:gd name="connsiteX10" fmla="*/ 1209675 w 1647585"/>
              <a:gd name="connsiteY10" fmla="*/ 0 h 125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7585" h="1256958">
                <a:moveTo>
                  <a:pt x="1209675" y="0"/>
                </a:moveTo>
                <a:cubicBezTo>
                  <a:pt x="1322775" y="0"/>
                  <a:pt x="1433201" y="11461"/>
                  <a:pt x="1539851" y="33284"/>
                </a:cubicBezTo>
                <a:lnTo>
                  <a:pt x="1647585" y="60986"/>
                </a:lnTo>
                <a:lnTo>
                  <a:pt x="1627935" y="137400"/>
                </a:lnTo>
                <a:cubicBezTo>
                  <a:pt x="1452421" y="701701"/>
                  <a:pt x="980037" y="1135206"/>
                  <a:pt x="393465" y="1255236"/>
                </a:cubicBezTo>
                <a:lnTo>
                  <a:pt x="382185" y="1256958"/>
                </a:lnTo>
                <a:lnTo>
                  <a:pt x="354970" y="1151120"/>
                </a:lnTo>
                <a:cubicBezTo>
                  <a:pt x="291146" y="945920"/>
                  <a:pt x="188067" y="758015"/>
                  <a:pt x="54517" y="596189"/>
                </a:cubicBezTo>
                <a:lnTo>
                  <a:pt x="0" y="536205"/>
                </a:lnTo>
                <a:lnTo>
                  <a:pt x="51222" y="479847"/>
                </a:lnTo>
                <a:cubicBezTo>
                  <a:pt x="347696" y="183373"/>
                  <a:pt x="757271" y="0"/>
                  <a:pt x="1209675"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B3ECFABB-C93C-744B-149E-62C2ECA34C50}"/>
              </a:ext>
            </a:extLst>
          </p:cNvPr>
          <p:cNvSpPr/>
          <p:nvPr userDrawn="1"/>
        </p:nvSpPr>
        <p:spPr>
          <a:xfrm>
            <a:off x="7798702" y="3665934"/>
            <a:ext cx="857250" cy="1512861"/>
          </a:xfrm>
          <a:custGeom>
            <a:avLst/>
            <a:gdLst>
              <a:gd name="connsiteX0" fmla="*/ 54006 w 857250"/>
              <a:gd name="connsiteY0" fmla="*/ 0 h 1512861"/>
              <a:gd name="connsiteX1" fmla="*/ 161740 w 857250"/>
              <a:gd name="connsiteY1" fmla="*/ 27702 h 1512861"/>
              <a:gd name="connsiteX2" fmla="*/ 491915 w 857250"/>
              <a:gd name="connsiteY2" fmla="*/ 60986 h 1512861"/>
              <a:gd name="connsiteX3" fmla="*/ 659422 w 857250"/>
              <a:gd name="connsiteY3" fmla="*/ 52528 h 1512861"/>
              <a:gd name="connsiteX4" fmla="*/ 810810 w 857250"/>
              <a:gd name="connsiteY4" fmla="*/ 29424 h 1512861"/>
              <a:gd name="connsiteX5" fmla="*/ 823966 w 857250"/>
              <a:gd name="connsiteY5" fmla="*/ 80591 h 1512861"/>
              <a:gd name="connsiteX6" fmla="*/ 857250 w 857250"/>
              <a:gd name="connsiteY6" fmla="*/ 410766 h 1512861"/>
              <a:gd name="connsiteX7" fmla="*/ 483142 w 857250"/>
              <a:gd name="connsiteY7" fmla="*/ 1452877 h 1512861"/>
              <a:gd name="connsiteX8" fmla="*/ 428625 w 857250"/>
              <a:gd name="connsiteY8" fmla="*/ 1512861 h 1512861"/>
              <a:gd name="connsiteX9" fmla="*/ 374108 w 857250"/>
              <a:gd name="connsiteY9" fmla="*/ 1452877 h 1512861"/>
              <a:gd name="connsiteX10" fmla="*/ 0 w 857250"/>
              <a:gd name="connsiteY10" fmla="*/ 410766 h 1512861"/>
              <a:gd name="connsiteX11" fmla="*/ 33284 w 857250"/>
              <a:gd name="connsiteY11" fmla="*/ 80591 h 1512861"/>
              <a:gd name="connsiteX12" fmla="*/ 54006 w 857250"/>
              <a:gd name="connsiteY12" fmla="*/ 0 h 151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7250" h="1512861">
                <a:moveTo>
                  <a:pt x="54006" y="0"/>
                </a:moveTo>
                <a:lnTo>
                  <a:pt x="161740" y="27702"/>
                </a:lnTo>
                <a:cubicBezTo>
                  <a:pt x="268390" y="49525"/>
                  <a:pt x="378814" y="60986"/>
                  <a:pt x="491915" y="60986"/>
                </a:cubicBezTo>
                <a:cubicBezTo>
                  <a:pt x="548466" y="60986"/>
                  <a:pt x="604347" y="58121"/>
                  <a:pt x="659422" y="52528"/>
                </a:cubicBezTo>
                <a:lnTo>
                  <a:pt x="810810" y="29424"/>
                </a:lnTo>
                <a:lnTo>
                  <a:pt x="823966" y="80591"/>
                </a:lnTo>
                <a:cubicBezTo>
                  <a:pt x="845790" y="187241"/>
                  <a:pt x="857250" y="297665"/>
                  <a:pt x="857250" y="410766"/>
                </a:cubicBezTo>
                <a:cubicBezTo>
                  <a:pt x="857250" y="806620"/>
                  <a:pt x="716855" y="1169682"/>
                  <a:pt x="483142" y="1452877"/>
                </a:cubicBezTo>
                <a:lnTo>
                  <a:pt x="428625" y="1512861"/>
                </a:lnTo>
                <a:lnTo>
                  <a:pt x="374108" y="1452877"/>
                </a:lnTo>
                <a:cubicBezTo>
                  <a:pt x="140395" y="1169682"/>
                  <a:pt x="0" y="806620"/>
                  <a:pt x="0" y="410766"/>
                </a:cubicBezTo>
                <a:cubicBezTo>
                  <a:pt x="0" y="297665"/>
                  <a:pt x="11461" y="187241"/>
                  <a:pt x="33284" y="80591"/>
                </a:cubicBezTo>
                <a:lnTo>
                  <a:pt x="54006" y="0"/>
                </a:ln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B5C2218A-A551-6B14-C6A0-88F0B8A680C2}"/>
              </a:ext>
            </a:extLst>
          </p:cNvPr>
          <p:cNvSpPr/>
          <p:nvPr userDrawn="1"/>
        </p:nvSpPr>
        <p:spPr>
          <a:xfrm>
            <a:off x="6652317" y="450320"/>
            <a:ext cx="3276601" cy="2524285"/>
          </a:xfrm>
          <a:custGeom>
            <a:avLst/>
            <a:gdLst>
              <a:gd name="connsiteX0" fmla="*/ 1638300 w 3276601"/>
              <a:gd name="connsiteY0" fmla="*/ 0 h 2524285"/>
              <a:gd name="connsiteX1" fmla="*/ 3276601 w 3276601"/>
              <a:gd name="connsiteY1" fmla="*/ 1638300 h 2524285"/>
              <a:gd name="connsiteX2" fmla="*/ 3243317 w 3276601"/>
              <a:gd name="connsiteY2" fmla="*/ 1968475 h 2524285"/>
              <a:gd name="connsiteX3" fmla="*/ 3222595 w 3276601"/>
              <a:gd name="connsiteY3" fmla="*/ 2049066 h 2524285"/>
              <a:gd name="connsiteX4" fmla="*/ 3114861 w 3276601"/>
              <a:gd name="connsiteY4" fmla="*/ 2021364 h 2524285"/>
              <a:gd name="connsiteX5" fmla="*/ 2784685 w 3276601"/>
              <a:gd name="connsiteY5" fmla="*/ 1988080 h 2524285"/>
              <a:gd name="connsiteX6" fmla="*/ 1626232 w 3276601"/>
              <a:gd name="connsiteY6" fmla="*/ 2467927 h 2524285"/>
              <a:gd name="connsiteX7" fmla="*/ 1575010 w 3276601"/>
              <a:gd name="connsiteY7" fmla="*/ 2524285 h 2524285"/>
              <a:gd name="connsiteX8" fmla="*/ 1523788 w 3276601"/>
              <a:gd name="connsiteY8" fmla="*/ 2467927 h 2524285"/>
              <a:gd name="connsiteX9" fmla="*/ 365335 w 3276601"/>
              <a:gd name="connsiteY9" fmla="*/ 1988080 h 2524285"/>
              <a:gd name="connsiteX10" fmla="*/ 197828 w 3276601"/>
              <a:gd name="connsiteY10" fmla="*/ 1996538 h 2524285"/>
              <a:gd name="connsiteX11" fmla="*/ 46441 w 3276601"/>
              <a:gd name="connsiteY11" fmla="*/ 2019642 h 2524285"/>
              <a:gd name="connsiteX12" fmla="*/ 33284 w 3276601"/>
              <a:gd name="connsiteY12" fmla="*/ 1968475 h 2524285"/>
              <a:gd name="connsiteX13" fmla="*/ 0 w 3276601"/>
              <a:gd name="connsiteY13" fmla="*/ 1638300 h 2524285"/>
              <a:gd name="connsiteX14" fmla="*/ 1638300 w 3276601"/>
              <a:gd name="connsiteY14" fmla="*/ 0 h 252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6601" h="2524285">
                <a:moveTo>
                  <a:pt x="1638300" y="0"/>
                </a:moveTo>
                <a:cubicBezTo>
                  <a:pt x="2543109" y="0"/>
                  <a:pt x="3276601" y="733492"/>
                  <a:pt x="3276601" y="1638300"/>
                </a:cubicBezTo>
                <a:cubicBezTo>
                  <a:pt x="3276601" y="1751401"/>
                  <a:pt x="3265141" y="1861825"/>
                  <a:pt x="3243317" y="1968475"/>
                </a:cubicBezTo>
                <a:lnTo>
                  <a:pt x="3222595" y="2049066"/>
                </a:lnTo>
                <a:lnTo>
                  <a:pt x="3114861" y="2021364"/>
                </a:lnTo>
                <a:cubicBezTo>
                  <a:pt x="3008211" y="1999541"/>
                  <a:pt x="2897785" y="1988080"/>
                  <a:pt x="2784685" y="1988080"/>
                </a:cubicBezTo>
                <a:cubicBezTo>
                  <a:pt x="2332281" y="1988080"/>
                  <a:pt x="1922706" y="2171453"/>
                  <a:pt x="1626232" y="2467927"/>
                </a:cubicBezTo>
                <a:lnTo>
                  <a:pt x="1575010" y="2524285"/>
                </a:lnTo>
                <a:lnTo>
                  <a:pt x="1523788" y="2467927"/>
                </a:lnTo>
                <a:cubicBezTo>
                  <a:pt x="1227314" y="2171453"/>
                  <a:pt x="817739" y="1988080"/>
                  <a:pt x="365335" y="1988080"/>
                </a:cubicBezTo>
                <a:cubicBezTo>
                  <a:pt x="308785" y="1988080"/>
                  <a:pt x="252903" y="1990945"/>
                  <a:pt x="197828" y="1996538"/>
                </a:cubicBezTo>
                <a:lnTo>
                  <a:pt x="46441" y="2019642"/>
                </a:lnTo>
                <a:lnTo>
                  <a:pt x="33284" y="1968475"/>
                </a:lnTo>
                <a:cubicBezTo>
                  <a:pt x="11461" y="1861825"/>
                  <a:pt x="0" y="1751401"/>
                  <a:pt x="0" y="1638300"/>
                </a:cubicBezTo>
                <a:cubicBezTo>
                  <a:pt x="0" y="733492"/>
                  <a:pt x="733492" y="0"/>
                  <a:pt x="1638300" y="0"/>
                </a:cubicBezTo>
                <a:close/>
              </a:path>
            </a:pathLst>
          </a:custGeom>
          <a:solidFill>
            <a:schemeClr val="accent2"/>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a:extLst>
              <a:ext uri="{FF2B5EF4-FFF2-40B4-BE49-F238E27FC236}">
                <a16:creationId xmlns:a16="http://schemas.microsoft.com/office/drawing/2014/main" id="{713E3268-8E9F-0320-52E8-8A624023884A}"/>
              </a:ext>
            </a:extLst>
          </p:cNvPr>
          <p:cNvSpPr/>
          <p:nvPr userDrawn="1"/>
        </p:nvSpPr>
        <p:spPr>
          <a:xfrm>
            <a:off x="5379353" y="2469961"/>
            <a:ext cx="2847975" cy="3245038"/>
          </a:xfrm>
          <a:custGeom>
            <a:avLst/>
            <a:gdLst>
              <a:gd name="connsiteX0" fmla="*/ 1319406 w 2847975"/>
              <a:gd name="connsiteY0" fmla="*/ 0 h 3245038"/>
              <a:gd name="connsiteX1" fmla="*/ 1346620 w 2847975"/>
              <a:gd name="connsiteY1" fmla="*/ 105838 h 3245038"/>
              <a:gd name="connsiteX2" fmla="*/ 2424085 w 2847975"/>
              <a:gd name="connsiteY2" fmla="*/ 1183303 h 3245038"/>
              <a:gd name="connsiteX3" fmla="*/ 2473356 w 2847975"/>
              <a:gd name="connsiteY3" fmla="*/ 1195972 h 3245038"/>
              <a:gd name="connsiteX4" fmla="*/ 2452634 w 2847975"/>
              <a:gd name="connsiteY4" fmla="*/ 1276563 h 3245038"/>
              <a:gd name="connsiteX5" fmla="*/ 2419350 w 2847975"/>
              <a:gd name="connsiteY5" fmla="*/ 1606738 h 3245038"/>
              <a:gd name="connsiteX6" fmla="*/ 2793458 w 2847975"/>
              <a:gd name="connsiteY6" fmla="*/ 2648849 h 3245038"/>
              <a:gd name="connsiteX7" fmla="*/ 2847975 w 2847975"/>
              <a:gd name="connsiteY7" fmla="*/ 2708833 h 3245038"/>
              <a:gd name="connsiteX8" fmla="*/ 2796753 w 2847975"/>
              <a:gd name="connsiteY8" fmla="*/ 2765191 h 3245038"/>
              <a:gd name="connsiteX9" fmla="*/ 1638300 w 2847975"/>
              <a:gd name="connsiteY9" fmla="*/ 3245038 h 3245038"/>
              <a:gd name="connsiteX10" fmla="*/ 0 w 2847975"/>
              <a:gd name="connsiteY10" fmla="*/ 1606738 h 3245038"/>
              <a:gd name="connsiteX11" fmla="*/ 1308125 w 2847975"/>
              <a:gd name="connsiteY11" fmla="*/ 1722 h 3245038"/>
              <a:gd name="connsiteX12" fmla="*/ 1319406 w 2847975"/>
              <a:gd name="connsiteY12" fmla="*/ 0 h 324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45038">
                <a:moveTo>
                  <a:pt x="1319406" y="0"/>
                </a:moveTo>
                <a:lnTo>
                  <a:pt x="1346620" y="105838"/>
                </a:lnTo>
                <a:cubicBezTo>
                  <a:pt x="1506179" y="618839"/>
                  <a:pt x="1911084" y="1023744"/>
                  <a:pt x="2424085" y="1183303"/>
                </a:cubicBezTo>
                <a:lnTo>
                  <a:pt x="2473356" y="1195972"/>
                </a:lnTo>
                <a:lnTo>
                  <a:pt x="2452634" y="1276563"/>
                </a:lnTo>
                <a:cubicBezTo>
                  <a:pt x="2430811" y="1383213"/>
                  <a:pt x="2419350" y="1493637"/>
                  <a:pt x="2419350" y="1606738"/>
                </a:cubicBezTo>
                <a:cubicBezTo>
                  <a:pt x="2419350" y="2002592"/>
                  <a:pt x="2559745" y="2365654"/>
                  <a:pt x="2793458" y="2648849"/>
                </a:cubicBezTo>
                <a:lnTo>
                  <a:pt x="2847975" y="2708833"/>
                </a:lnTo>
                <a:lnTo>
                  <a:pt x="2796753" y="2765191"/>
                </a:lnTo>
                <a:cubicBezTo>
                  <a:pt x="2500279" y="3061665"/>
                  <a:pt x="2090704" y="3245038"/>
                  <a:pt x="1638300" y="3245038"/>
                </a:cubicBezTo>
                <a:cubicBezTo>
                  <a:pt x="733492" y="3245038"/>
                  <a:pt x="0" y="2511546"/>
                  <a:pt x="0" y="1606738"/>
                </a:cubicBezTo>
                <a:cubicBezTo>
                  <a:pt x="0" y="815031"/>
                  <a:pt x="561580" y="154488"/>
                  <a:pt x="1308125" y="1722"/>
                </a:cubicBezTo>
                <a:lnTo>
                  <a:pt x="1319406" y="0"/>
                </a:lnTo>
                <a:close/>
              </a:path>
            </a:pathLst>
          </a:custGeom>
          <a:solidFill>
            <a:schemeClr val="accent3">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8B407A45-E3E4-69EA-D13D-AC9E2614FFC9}"/>
              </a:ext>
            </a:extLst>
          </p:cNvPr>
          <p:cNvSpPr/>
          <p:nvPr userDrawn="1"/>
        </p:nvSpPr>
        <p:spPr>
          <a:xfrm>
            <a:off x="8227328" y="2499385"/>
            <a:ext cx="2847975" cy="3215614"/>
          </a:xfrm>
          <a:custGeom>
            <a:avLst/>
            <a:gdLst>
              <a:gd name="connsiteX0" fmla="*/ 1647585 w 2847975"/>
              <a:gd name="connsiteY0" fmla="*/ 0 h 3215614"/>
              <a:gd name="connsiteX1" fmla="*/ 1696855 w 2847975"/>
              <a:gd name="connsiteY1" fmla="*/ 12669 h 3215614"/>
              <a:gd name="connsiteX2" fmla="*/ 2847975 w 2847975"/>
              <a:gd name="connsiteY2" fmla="*/ 1577314 h 3215614"/>
              <a:gd name="connsiteX3" fmla="*/ 1209675 w 2847975"/>
              <a:gd name="connsiteY3" fmla="*/ 3215614 h 3215614"/>
              <a:gd name="connsiteX4" fmla="*/ 51222 w 2847975"/>
              <a:gd name="connsiteY4" fmla="*/ 2735767 h 3215614"/>
              <a:gd name="connsiteX5" fmla="*/ 0 w 2847975"/>
              <a:gd name="connsiteY5" fmla="*/ 2679409 h 3215614"/>
              <a:gd name="connsiteX6" fmla="*/ 54517 w 2847975"/>
              <a:gd name="connsiteY6" fmla="*/ 2619425 h 3215614"/>
              <a:gd name="connsiteX7" fmla="*/ 428625 w 2847975"/>
              <a:gd name="connsiteY7" fmla="*/ 1577314 h 3215614"/>
              <a:gd name="connsiteX8" fmla="*/ 395341 w 2847975"/>
              <a:gd name="connsiteY8" fmla="*/ 1247139 h 3215614"/>
              <a:gd name="connsiteX9" fmla="*/ 382185 w 2847975"/>
              <a:gd name="connsiteY9" fmla="*/ 1195972 h 3215614"/>
              <a:gd name="connsiteX10" fmla="*/ 393465 w 2847975"/>
              <a:gd name="connsiteY10" fmla="*/ 1194250 h 3215614"/>
              <a:gd name="connsiteX11" fmla="*/ 1627935 w 2847975"/>
              <a:gd name="connsiteY11" fmla="*/ 76414 h 3215614"/>
              <a:gd name="connsiteX12" fmla="*/ 1647585 w 2847975"/>
              <a:gd name="connsiteY12" fmla="*/ 0 h 321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15614">
                <a:moveTo>
                  <a:pt x="1647585" y="0"/>
                </a:moveTo>
                <a:lnTo>
                  <a:pt x="1696855" y="12669"/>
                </a:lnTo>
                <a:cubicBezTo>
                  <a:pt x="2363755" y="220096"/>
                  <a:pt x="2847975" y="842158"/>
                  <a:pt x="2847975" y="1577314"/>
                </a:cubicBezTo>
                <a:cubicBezTo>
                  <a:pt x="2847975" y="2482122"/>
                  <a:pt x="2114483" y="3215614"/>
                  <a:pt x="1209675" y="3215614"/>
                </a:cubicBezTo>
                <a:cubicBezTo>
                  <a:pt x="757271" y="3215614"/>
                  <a:pt x="347696" y="3032241"/>
                  <a:pt x="51222" y="2735767"/>
                </a:cubicBezTo>
                <a:lnTo>
                  <a:pt x="0" y="2679409"/>
                </a:lnTo>
                <a:lnTo>
                  <a:pt x="54517" y="2619425"/>
                </a:lnTo>
                <a:cubicBezTo>
                  <a:pt x="288230" y="2336230"/>
                  <a:pt x="428625" y="1973168"/>
                  <a:pt x="428625" y="1577314"/>
                </a:cubicBezTo>
                <a:cubicBezTo>
                  <a:pt x="428625" y="1464213"/>
                  <a:pt x="417165" y="1353789"/>
                  <a:pt x="395341" y="1247139"/>
                </a:cubicBezTo>
                <a:lnTo>
                  <a:pt x="382185" y="1195972"/>
                </a:lnTo>
                <a:lnTo>
                  <a:pt x="393465" y="1194250"/>
                </a:lnTo>
                <a:cubicBezTo>
                  <a:pt x="980037" y="1074220"/>
                  <a:pt x="1452421" y="640715"/>
                  <a:pt x="1627935" y="76414"/>
                </a:cubicBezTo>
                <a:lnTo>
                  <a:pt x="1647585" y="0"/>
                </a:lnTo>
                <a:close/>
              </a:path>
            </a:pathLst>
          </a:custGeom>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47">
            <a:extLst>
              <a:ext uri="{FF2B5EF4-FFF2-40B4-BE49-F238E27FC236}">
                <a16:creationId xmlns:a16="http://schemas.microsoft.com/office/drawing/2014/main" id="{713F92B5-FD8D-75FF-D4B4-E471D9EA1A64}"/>
              </a:ext>
            </a:extLst>
          </p:cNvPr>
          <p:cNvSpPr>
            <a:spLocks noGrp="1"/>
          </p:cNvSpPr>
          <p:nvPr>
            <p:ph type="body" sz="quarter" idx="22" hasCustomPrompt="1"/>
          </p:nvPr>
        </p:nvSpPr>
        <p:spPr>
          <a:xfrm>
            <a:off x="6936400" y="1512248"/>
            <a:ext cx="2708434"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59" name="Text Placeholder 47">
            <a:extLst>
              <a:ext uri="{FF2B5EF4-FFF2-40B4-BE49-F238E27FC236}">
                <a16:creationId xmlns:a16="http://schemas.microsoft.com/office/drawing/2014/main" id="{ACAA78DC-49AA-C4D7-8177-F085ECF7EDE6}"/>
              </a:ext>
            </a:extLst>
          </p:cNvPr>
          <p:cNvSpPr>
            <a:spLocks noGrp="1"/>
          </p:cNvSpPr>
          <p:nvPr>
            <p:ph type="body" sz="quarter" idx="25" hasCustomPrompt="1"/>
          </p:nvPr>
        </p:nvSpPr>
        <p:spPr>
          <a:xfrm>
            <a:off x="7059511" y="1106655"/>
            <a:ext cx="2462213"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435CA44F-B5CA-7611-5B6F-DBBBB55C7B7A}"/>
              </a:ext>
            </a:extLst>
          </p:cNvPr>
          <p:cNvSpPr>
            <a:spLocks noGrp="1"/>
          </p:cNvSpPr>
          <p:nvPr>
            <p:ph type="body" sz="quarter" idx="26" hasCustomPrompt="1"/>
          </p:nvPr>
        </p:nvSpPr>
        <p:spPr>
          <a:xfrm>
            <a:off x="8736315"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1" name="Text Placeholder 47">
            <a:extLst>
              <a:ext uri="{FF2B5EF4-FFF2-40B4-BE49-F238E27FC236}">
                <a16:creationId xmlns:a16="http://schemas.microsoft.com/office/drawing/2014/main" id="{FFDCA82E-D07E-1E88-F15C-4B731F6C5026}"/>
              </a:ext>
            </a:extLst>
          </p:cNvPr>
          <p:cNvSpPr>
            <a:spLocks noGrp="1"/>
          </p:cNvSpPr>
          <p:nvPr>
            <p:ph type="body" sz="quarter" idx="27" hasCustomPrompt="1"/>
          </p:nvPr>
        </p:nvSpPr>
        <p:spPr>
          <a:xfrm>
            <a:off x="8736315"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66E200D-74A1-30F5-A6E0-CC7DE6D2FD9C}"/>
              </a:ext>
            </a:extLst>
          </p:cNvPr>
          <p:cNvSpPr>
            <a:spLocks noGrp="1"/>
          </p:cNvSpPr>
          <p:nvPr>
            <p:ph type="body" sz="quarter" idx="28" hasCustomPrompt="1"/>
          </p:nvPr>
        </p:nvSpPr>
        <p:spPr>
          <a:xfrm>
            <a:off x="5492830"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3" name="Text Placeholder 47">
            <a:extLst>
              <a:ext uri="{FF2B5EF4-FFF2-40B4-BE49-F238E27FC236}">
                <a16:creationId xmlns:a16="http://schemas.microsoft.com/office/drawing/2014/main" id="{0BC87E53-3CC3-A06E-0B6D-8193C6B1E0E0}"/>
              </a:ext>
            </a:extLst>
          </p:cNvPr>
          <p:cNvSpPr>
            <a:spLocks noGrp="1"/>
          </p:cNvSpPr>
          <p:nvPr>
            <p:ph type="body" sz="quarter" idx="29" hasCustomPrompt="1"/>
          </p:nvPr>
        </p:nvSpPr>
        <p:spPr>
          <a:xfrm>
            <a:off x="5492830"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416789774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py + Tabl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4306824"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4306824"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194560"/>
            <a:ext cx="4306824"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3C7E111C-5997-7F0F-33F3-1C26FA7CFF4F}"/>
              </a:ext>
            </a:extLst>
          </p:cNvPr>
          <p:cNvSpPr>
            <a:spLocks noGrp="1"/>
          </p:cNvSpPr>
          <p:nvPr>
            <p:ph sz="quarter" idx="16"/>
          </p:nvPr>
        </p:nvSpPr>
        <p:spPr>
          <a:xfrm>
            <a:off x="5401340" y="1428892"/>
            <a:ext cx="6206460" cy="4276964"/>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E2101866-7E47-7B8F-00FE-F145E69A747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0D074CF7-33CC-59A7-DB07-D8435EB9C3F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7624FBCB-49C2-CD81-4534-4682E0A2584C}"/>
              </a:ext>
            </a:extLst>
          </p:cNvPr>
          <p:cNvGrpSpPr/>
          <p:nvPr userDrawn="1"/>
        </p:nvGrpSpPr>
        <p:grpSpPr>
          <a:xfrm>
            <a:off x="11389259" y="459884"/>
            <a:ext cx="352694" cy="349203"/>
            <a:chOff x="10767269" y="208371"/>
            <a:chExt cx="182844" cy="181034"/>
          </a:xfrm>
        </p:grpSpPr>
        <p:sp>
          <p:nvSpPr>
            <p:cNvPr id="34" name="Freeform 33">
              <a:extLst>
                <a:ext uri="{FF2B5EF4-FFF2-40B4-BE49-F238E27FC236}">
                  <a16:creationId xmlns:a16="http://schemas.microsoft.com/office/drawing/2014/main" id="{0CE6B37E-B54E-C1EB-D37F-605668FF649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0B05634C-F4BE-ACE2-7A82-63F7BB1899B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131D576-DFCF-B16F-C634-4BC3FA66E1C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6A04C972-D233-3060-91BF-7204E819072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646046D5-6A7F-D702-8231-C6884ACB9DE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E6C6C301-336B-C4BE-EEDB-97ED6222E6C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29496395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194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grpSp>
        <p:nvGrpSpPr>
          <p:cNvPr id="3" name="Group 2">
            <a:extLst>
              <a:ext uri="{FF2B5EF4-FFF2-40B4-BE49-F238E27FC236}">
                <a16:creationId xmlns:a16="http://schemas.microsoft.com/office/drawing/2014/main" id="{F653BE68-4777-B4DC-D8C0-F37F8FE0CA11}"/>
              </a:ext>
            </a:extLst>
          </p:cNvPr>
          <p:cNvGrpSpPr/>
          <p:nvPr userDrawn="1"/>
        </p:nvGrpSpPr>
        <p:grpSpPr>
          <a:xfrm>
            <a:off x="5458265" y="0"/>
            <a:ext cx="6733735" cy="6858000"/>
            <a:chOff x="5458265" y="0"/>
            <a:chExt cx="6733735" cy="6858000"/>
          </a:xfrm>
        </p:grpSpPr>
        <p:pic>
          <p:nvPicPr>
            <p:cNvPr id="29" name="Picture 28">
              <a:extLst>
                <a:ext uri="{FF2B5EF4-FFF2-40B4-BE49-F238E27FC236}">
                  <a16:creationId xmlns:a16="http://schemas.microsoft.com/office/drawing/2014/main" id="{D6E8046E-E0DC-3D20-FB0A-CDB101F381D4}"/>
                </a:ext>
              </a:extLst>
            </p:cNvPr>
            <p:cNvPicPr>
              <a:picLocks noChangeAspect="1"/>
            </p:cNvPicPr>
            <p:nvPr userDrawn="1"/>
          </p:nvPicPr>
          <p:blipFill rotWithShape="1">
            <a:blip r:embed="rId3"/>
            <a:srcRect l="26878" t="18850" r="27243" b="18850"/>
            <a:stretch/>
          </p:blipFill>
          <p:spPr>
            <a:xfrm>
              <a:off x="5458265" y="0"/>
              <a:ext cx="6733735" cy="6858000"/>
            </a:xfrm>
            <a:prstGeom prst="rect">
              <a:avLst/>
            </a:prstGeom>
          </p:spPr>
        </p:pic>
        <p:sp>
          <p:nvSpPr>
            <p:cNvPr id="2" name="Rounded Rectangle 1">
              <a:extLst>
                <a:ext uri="{FF2B5EF4-FFF2-40B4-BE49-F238E27FC236}">
                  <a16:creationId xmlns:a16="http://schemas.microsoft.com/office/drawing/2014/main" id="{63870240-780A-A963-2D69-72490286D6E6}"/>
                </a:ext>
              </a:extLst>
            </p:cNvPr>
            <p:cNvSpPr/>
            <p:nvPr userDrawn="1"/>
          </p:nvSpPr>
          <p:spPr>
            <a:xfrm>
              <a:off x="6223000" y="1562100"/>
              <a:ext cx="5295900" cy="3695700"/>
            </a:xfrm>
            <a:prstGeom prst="roundRect">
              <a:avLst>
                <a:gd name="adj" fmla="val 16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Picture Placeholder 4">
            <a:extLst>
              <a:ext uri="{FF2B5EF4-FFF2-40B4-BE49-F238E27FC236}">
                <a16:creationId xmlns:a16="http://schemas.microsoft.com/office/drawing/2014/main" id="{A10C8B80-4613-C903-BD67-E24C748CDC2A}"/>
              </a:ext>
            </a:extLst>
          </p:cNvPr>
          <p:cNvSpPr>
            <a:spLocks noGrp="1"/>
          </p:cNvSpPr>
          <p:nvPr>
            <p:ph type="pic" sz="quarter" idx="15"/>
          </p:nvPr>
        </p:nvSpPr>
        <p:spPr>
          <a:xfrm>
            <a:off x="6223000" y="1549400"/>
            <a:ext cx="5321300" cy="3721100"/>
          </a:xfrm>
          <a:prstGeom prst="roundRect">
            <a:avLst>
              <a:gd name="adj" fmla="val 1701"/>
            </a:avLst>
          </a:prstGeom>
          <a:solidFill>
            <a:schemeClr val="bg2"/>
          </a:solidFill>
        </p:spPr>
        <p:txBody>
          <a:bodyPr/>
          <a:lstStyle>
            <a:lvl1pPr marL="0" indent="0">
              <a:buNone/>
              <a:defRPr/>
            </a:lvl1pPr>
          </a:lstStyle>
          <a:p>
            <a:endParaRPr lang="en-US"/>
          </a:p>
        </p:txBody>
      </p:sp>
    </p:spTree>
    <p:extLst>
      <p:ext uri="{BB962C8B-B14F-4D97-AF65-F5344CB8AC3E}">
        <p14:creationId xmlns:p14="http://schemas.microsoft.com/office/powerpoint/2010/main" val="356636811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575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pic>
        <p:nvPicPr>
          <p:cNvPr id="26" name="Picture 25">
            <a:extLst>
              <a:ext uri="{FF2B5EF4-FFF2-40B4-BE49-F238E27FC236}">
                <a16:creationId xmlns:a16="http://schemas.microsoft.com/office/drawing/2014/main" id="{D313434D-814D-2EB4-C8BB-59269F4C0B72}"/>
              </a:ext>
            </a:extLst>
          </p:cNvPr>
          <p:cNvPicPr>
            <a:picLocks noChangeAspect="1"/>
          </p:cNvPicPr>
          <p:nvPr userDrawn="1"/>
        </p:nvPicPr>
        <p:blipFill rotWithShape="1">
          <a:blip r:embed="rId3"/>
          <a:srcRect l="28956" t="6081" r="28909" b="6081"/>
          <a:stretch/>
        </p:blipFill>
        <p:spPr>
          <a:xfrm>
            <a:off x="5946156" y="271462"/>
            <a:ext cx="4386263" cy="6604000"/>
          </a:xfrm>
          <a:prstGeom prst="rect">
            <a:avLst/>
          </a:prstGeom>
        </p:spPr>
      </p:pic>
      <p:sp>
        <p:nvSpPr>
          <p:cNvPr id="44" name="Picture Placeholder 43">
            <a:extLst>
              <a:ext uri="{FF2B5EF4-FFF2-40B4-BE49-F238E27FC236}">
                <a16:creationId xmlns:a16="http://schemas.microsoft.com/office/drawing/2014/main" id="{B0B188C2-8C78-C0DB-6DFE-A421C5300E40}"/>
              </a:ext>
            </a:extLst>
          </p:cNvPr>
          <p:cNvSpPr>
            <a:spLocks noGrp="1"/>
          </p:cNvSpPr>
          <p:nvPr>
            <p:ph type="pic" sz="quarter" idx="15"/>
          </p:nvPr>
        </p:nvSpPr>
        <p:spPr>
          <a:xfrm>
            <a:off x="6989792" y="836545"/>
            <a:ext cx="2514601" cy="5488628"/>
          </a:xfrm>
          <a:custGeom>
            <a:avLst/>
            <a:gdLst>
              <a:gd name="connsiteX0" fmla="*/ 259230 w 2514601"/>
              <a:gd name="connsiteY0" fmla="*/ 0 h 5477256"/>
              <a:gd name="connsiteX1" fmla="*/ 551314 w 2514601"/>
              <a:gd name="connsiteY1" fmla="*/ 0 h 5477256"/>
              <a:gd name="connsiteX2" fmla="*/ 543945 w 2514601"/>
              <a:gd name="connsiteY2" fmla="*/ 36502 h 5477256"/>
              <a:gd name="connsiteX3" fmla="*/ 722253 w 2514601"/>
              <a:gd name="connsiteY3" fmla="*/ 214810 h 5477256"/>
              <a:gd name="connsiteX4" fmla="*/ 1801245 w 2514601"/>
              <a:gd name="connsiteY4" fmla="*/ 214810 h 5477256"/>
              <a:gd name="connsiteX5" fmla="*/ 1979553 w 2514601"/>
              <a:gd name="connsiteY5" fmla="*/ 36502 h 5477256"/>
              <a:gd name="connsiteX6" fmla="*/ 1972184 w 2514601"/>
              <a:gd name="connsiteY6" fmla="*/ 0 h 5477256"/>
              <a:gd name="connsiteX7" fmla="*/ 2255371 w 2514601"/>
              <a:gd name="connsiteY7" fmla="*/ 0 h 5477256"/>
              <a:gd name="connsiteX8" fmla="*/ 2514601 w 2514601"/>
              <a:gd name="connsiteY8" fmla="*/ 259230 h 5477256"/>
              <a:gd name="connsiteX9" fmla="*/ 2514601 w 2514601"/>
              <a:gd name="connsiteY9" fmla="*/ 5218026 h 5477256"/>
              <a:gd name="connsiteX10" fmla="*/ 2255371 w 2514601"/>
              <a:gd name="connsiteY10" fmla="*/ 5477256 h 5477256"/>
              <a:gd name="connsiteX11" fmla="*/ 259230 w 2514601"/>
              <a:gd name="connsiteY11" fmla="*/ 5477256 h 5477256"/>
              <a:gd name="connsiteX12" fmla="*/ 0 w 2514601"/>
              <a:gd name="connsiteY12" fmla="*/ 5218026 h 5477256"/>
              <a:gd name="connsiteX13" fmla="*/ 0 w 2514601"/>
              <a:gd name="connsiteY13" fmla="*/ 259230 h 5477256"/>
              <a:gd name="connsiteX14" fmla="*/ 259230 w 2514601"/>
              <a:gd name="connsiteY14" fmla="*/ 0 h 547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14601" h="5477256">
                <a:moveTo>
                  <a:pt x="259230" y="0"/>
                </a:moveTo>
                <a:lnTo>
                  <a:pt x="551314" y="0"/>
                </a:lnTo>
                <a:lnTo>
                  <a:pt x="543945" y="36502"/>
                </a:lnTo>
                <a:cubicBezTo>
                  <a:pt x="543945" y="134979"/>
                  <a:pt x="623776" y="214810"/>
                  <a:pt x="722253" y="214810"/>
                </a:cubicBezTo>
                <a:lnTo>
                  <a:pt x="1801245" y="214810"/>
                </a:lnTo>
                <a:cubicBezTo>
                  <a:pt x="1899722" y="214810"/>
                  <a:pt x="1979553" y="134979"/>
                  <a:pt x="1979553" y="36502"/>
                </a:cubicBezTo>
                <a:lnTo>
                  <a:pt x="1972184" y="0"/>
                </a:lnTo>
                <a:lnTo>
                  <a:pt x="2255371" y="0"/>
                </a:lnTo>
                <a:cubicBezTo>
                  <a:pt x="2398540" y="0"/>
                  <a:pt x="2514601" y="116061"/>
                  <a:pt x="2514601" y="259230"/>
                </a:cubicBezTo>
                <a:lnTo>
                  <a:pt x="2514601" y="5218026"/>
                </a:lnTo>
                <a:cubicBezTo>
                  <a:pt x="2514601" y="5361195"/>
                  <a:pt x="2398540" y="5477256"/>
                  <a:pt x="2255371" y="5477256"/>
                </a:cubicBezTo>
                <a:lnTo>
                  <a:pt x="259230" y="5477256"/>
                </a:lnTo>
                <a:cubicBezTo>
                  <a:pt x="116061" y="5477256"/>
                  <a:pt x="0" y="5361195"/>
                  <a:pt x="0" y="5218026"/>
                </a:cubicBezTo>
                <a:lnTo>
                  <a:pt x="0" y="259230"/>
                </a:lnTo>
                <a:cubicBezTo>
                  <a:pt x="0" y="116061"/>
                  <a:pt x="116061" y="0"/>
                  <a:pt x="259230" y="0"/>
                </a:cubicBezTo>
                <a:close/>
              </a:path>
            </a:pathLst>
          </a:custGeom>
          <a:solidFill>
            <a:schemeClr val="bg2"/>
          </a:solid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359707786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3796702"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794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Text Placeholder 47">
            <a:extLst>
              <a:ext uri="{FF2B5EF4-FFF2-40B4-BE49-F238E27FC236}">
                <a16:creationId xmlns:a16="http://schemas.microsoft.com/office/drawing/2014/main" id="{1F460C6C-8E1C-5FBB-FFF0-80AD75A4998D}"/>
              </a:ext>
            </a:extLst>
          </p:cNvPr>
          <p:cNvSpPr>
            <a:spLocks noGrp="1"/>
          </p:cNvSpPr>
          <p:nvPr>
            <p:ph type="body" sz="quarter" idx="22" hasCustomPrompt="1"/>
          </p:nvPr>
        </p:nvSpPr>
        <p:spPr>
          <a:xfrm>
            <a:off x="454025" y="2328116"/>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1" name="Text Placeholder 47">
            <a:extLst>
              <a:ext uri="{FF2B5EF4-FFF2-40B4-BE49-F238E27FC236}">
                <a16:creationId xmlns:a16="http://schemas.microsoft.com/office/drawing/2014/main" id="{2EA76D14-8F1F-6852-9972-04BC44C5A853}"/>
              </a:ext>
            </a:extLst>
          </p:cNvPr>
          <p:cNvSpPr>
            <a:spLocks noGrp="1"/>
          </p:cNvSpPr>
          <p:nvPr>
            <p:ph type="body" sz="quarter" idx="25" hasCustomPrompt="1"/>
          </p:nvPr>
        </p:nvSpPr>
        <p:spPr>
          <a:xfrm>
            <a:off x="454025" y="1857941"/>
            <a:ext cx="2624328" cy="347472"/>
          </a:xfrm>
        </p:spPr>
        <p:txBody>
          <a:bodyPr anchor="b"/>
          <a:lstStyle>
            <a:lvl1pPr marL="0" indent="0">
              <a:lnSpc>
                <a:spcPts val="1600"/>
              </a:lnSpc>
              <a:buNone/>
              <a:defRPr sz="18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17598481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List">
    <p:bg>
      <p:bgPr>
        <a:solidFill>
          <a:srgbClr val="FFFFFF"/>
        </a:solidFill>
        <a:effectLst/>
      </p:bgPr>
    </p:bg>
    <p:spTree>
      <p:nvGrpSpPr>
        <p:cNvPr id="1" name=""/>
        <p:cNvGrpSpPr/>
        <p:nvPr/>
      </p:nvGrpSpPr>
      <p:grpSpPr>
        <a:xfrm>
          <a:off x="0" y="0"/>
          <a:ext cx="0" cy="0"/>
          <a:chOff x="0" y="0"/>
          <a:chExt cx="0" cy="0"/>
        </a:xfrm>
      </p:grpSpPr>
      <p:sp>
        <p:nvSpPr>
          <p:cNvPr id="69" name="Shape 69"/>
          <p:cNvSpPr/>
          <p:nvPr/>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2022</a:t>
            </a:r>
            <a:endParaRPr sz="844">
              <a:latin typeface="Calibri" panose="020F0502020204030204" pitchFamily="34" charset="0"/>
              <a:cs typeface="Calibri" panose="020F0502020204030204" pitchFamily="34" charset="0"/>
            </a:endParaRPr>
          </a:p>
        </p:txBody>
      </p:sp>
      <p:sp>
        <p:nvSpPr>
          <p:cNvPr id="70" name="Shape 70"/>
          <p:cNvSpPr>
            <a:spLocks noGrp="1"/>
          </p:cNvSpPr>
          <p:nvPr>
            <p:ph type="sldNum" sz="quarter" idx="2"/>
          </p:nvPr>
        </p:nvSpPr>
        <p:spPr>
          <a:xfrm>
            <a:off x="11677594" y="6500813"/>
            <a:ext cx="270908" cy="275717"/>
          </a:xfrm>
          <a:prstGeom prst="rect">
            <a:avLst/>
          </a:prstGeom>
        </p:spPr>
        <p:txBody>
          <a:bodyPr/>
          <a:lstStyle>
            <a:lvl1pPr>
              <a:defRPr>
                <a:solidFill>
                  <a:srgbClr val="677F9F"/>
                </a:solidFill>
              </a:defRPr>
            </a:lvl1pPr>
          </a:lstStyle>
          <a:p>
            <a:fld id="{86CB4B4D-7CA3-9044-876B-883B54F8677D}" type="slidenum">
              <a:rPr/>
              <a:t>‹#›</a:t>
            </a:fld>
            <a:endParaRPr/>
          </a:p>
        </p:txBody>
      </p:sp>
      <p:sp>
        <p:nvSpPr>
          <p:cNvPr id="72" name="Shape 72"/>
          <p:cNvSpPr/>
          <p:nvPr/>
        </p:nvSpPr>
        <p:spPr>
          <a:xfrm flipV="1">
            <a:off x="729445" y="6500812"/>
            <a:ext cx="1" cy="214313"/>
          </a:xfrm>
          <a:prstGeom prst="line">
            <a:avLst/>
          </a:prstGeom>
          <a:ln>
            <a:solidFill>
              <a:srgbClr val="DCDEE0"/>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75" name="Shape 75"/>
          <p:cNvSpPr>
            <a:spLocks noGrp="1"/>
          </p:cNvSpPr>
          <p:nvPr>
            <p:ph type="body" sz="quarter" idx="15"/>
          </p:nvPr>
        </p:nvSpPr>
        <p:spPr>
          <a:xfrm>
            <a:off x="1029262" y="1671309"/>
            <a:ext cx="2753959" cy="362215"/>
          </a:xfrm>
          <a:prstGeom prst="rect">
            <a:avLst/>
          </a:prstGeom>
        </p:spPr>
        <p:txBody>
          <a:bodyPr wrap="none">
            <a:spAutoFit/>
          </a:bodyPr>
          <a:lstStyle>
            <a:lvl1pPr marL="0" indent="0">
              <a:spcBef>
                <a:spcPts val="0"/>
              </a:spcBef>
              <a:buSzTx/>
              <a:buNone/>
              <a:defRPr sz="1687">
                <a:latin typeface="Calibri" panose="020F0502020204030204" pitchFamily="34" charset="0"/>
                <a:ea typeface="Calibri" panose="020F0502020204030204" pitchFamily="34" charset="0"/>
                <a:cs typeface="Calibri" panose="020F0502020204030204" pitchFamily="34" charset="0"/>
                <a:sym typeface="Avenir Heavy"/>
              </a:defRPr>
            </a:lvl1pPr>
          </a:lstStyle>
          <a:p>
            <a:pPr lvl="0"/>
            <a:r>
              <a:rPr lang="en-US"/>
              <a:t>Click to edit Master text styles</a:t>
            </a:r>
          </a:p>
        </p:txBody>
      </p:sp>
      <p:sp>
        <p:nvSpPr>
          <p:cNvPr id="76" name="Shape 76"/>
          <p:cNvSpPr>
            <a:spLocks noGrp="1"/>
          </p:cNvSpPr>
          <p:nvPr>
            <p:ph type="body" sz="quarter" idx="1"/>
          </p:nvPr>
        </p:nvSpPr>
        <p:spPr>
          <a:xfrm>
            <a:off x="1060434" y="2079187"/>
            <a:ext cx="4853652" cy="3069406"/>
          </a:xfrm>
          <a:prstGeom prst="rect">
            <a:avLst/>
          </a:prstGeom>
        </p:spPr>
        <p:txBody>
          <a:bodyPr anchor="t">
            <a:normAutofit/>
          </a:bodyPr>
          <a:lstStyle>
            <a:lvl1pPr marL="238127" indent="-238127">
              <a:spcBef>
                <a:spcPts val="1406"/>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1pPr>
            <a:lvl2pPr marL="654853" indent="-238129">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2pPr>
            <a:lvl3pPr marL="1131110" indent="-297661">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3pPr>
            <a:lvl4pPr marL="1488303"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4pPr>
            <a:lvl5pPr marL="1905028"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Shape 56">
            <a:extLst>
              <a:ext uri="{FF2B5EF4-FFF2-40B4-BE49-F238E27FC236}">
                <a16:creationId xmlns:a16="http://schemas.microsoft.com/office/drawing/2014/main" id="{B41ED6E9-C809-4B00-9109-DB31334DE413}"/>
              </a:ext>
            </a:extLst>
          </p:cNvPr>
          <p:cNvSpPr>
            <a:spLocks noGrp="1"/>
          </p:cNvSpPr>
          <p:nvPr>
            <p:ph type="body" sz="quarter" idx="14" hasCustomPrompt="1"/>
          </p:nvPr>
        </p:nvSpPr>
        <p:spPr>
          <a:xfrm>
            <a:off x="841199" y="343238"/>
            <a:ext cx="7610492" cy="391133"/>
          </a:xfrm>
          <a:prstGeom prst="rect">
            <a:avLst/>
          </a:prstGeom>
        </p:spPr>
        <p:txBody>
          <a:bodyPr wrap="square">
            <a:spAutoFit/>
          </a:bodyPr>
          <a:lstStyle>
            <a:lvl1pPr marL="0" indent="0">
              <a:spcBef>
                <a:spcPts val="0"/>
              </a:spcBef>
              <a:buSzTx/>
              <a:buNone/>
              <a:defRPr sz="1875" b="1">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Slide title</a:t>
            </a:r>
          </a:p>
        </p:txBody>
      </p:sp>
      <p:sp>
        <p:nvSpPr>
          <p:cNvPr id="14" name="Shape 45">
            <a:extLst>
              <a:ext uri="{FF2B5EF4-FFF2-40B4-BE49-F238E27FC236}">
                <a16:creationId xmlns:a16="http://schemas.microsoft.com/office/drawing/2014/main" id="{78CFE139-0FE2-4EFC-AB17-46E209FF11A1}"/>
              </a:ext>
            </a:extLst>
          </p:cNvPr>
          <p:cNvSpPr/>
          <p:nvPr userDrawn="1"/>
        </p:nvSpPr>
        <p:spPr>
          <a:xfrm>
            <a:off x="616149" y="394534"/>
            <a:ext cx="113295" cy="288541"/>
          </a:xfrm>
          <a:prstGeom prst="rect">
            <a:avLst/>
          </a:prstGeom>
          <a:solidFill>
            <a:srgbClr val="F9BF3B"/>
          </a:solidFill>
          <a:ln w="12700">
            <a:miter lim="400000"/>
          </a:ln>
        </p:spPr>
        <p:txBody>
          <a:bodyPr lIns="47625" tIns="47625" rIns="47625" bIns="47625" anchor="ctr"/>
          <a:lstStyle/>
          <a:p>
            <a:pPr>
              <a:defRPr sz="2400">
                <a:solidFill>
                  <a:srgbClr val="FFFFFF"/>
                </a:solidFill>
              </a:defRPr>
            </a:pPr>
            <a:endParaRPr sz="225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80C7EA7F-C8A5-4014-A0A1-EE370F4CF2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
        <p:nvSpPr>
          <p:cNvPr id="12" name="Shape 105">
            <a:extLst>
              <a:ext uri="{FF2B5EF4-FFF2-40B4-BE49-F238E27FC236}">
                <a16:creationId xmlns:a16="http://schemas.microsoft.com/office/drawing/2014/main" id="{544DD525-4216-6BBE-757E-FBE04EDFCC79}"/>
              </a:ext>
            </a:extLst>
          </p:cNvPr>
          <p:cNvSpPr/>
          <p:nvPr userDrawn="1"/>
        </p:nvSpPr>
        <p:spPr>
          <a:xfrm>
            <a:off x="701" y="6802207"/>
            <a:ext cx="12190599" cy="61726"/>
          </a:xfrm>
          <a:prstGeom prst="rect">
            <a:avLst/>
          </a:prstGeom>
          <a:gradFill>
            <a:gsLst>
              <a:gs pos="0">
                <a:srgbClr val="151D24"/>
              </a:gs>
              <a:gs pos="41352">
                <a:srgbClr val="677F9D"/>
              </a:gs>
              <a:gs pos="99772">
                <a:srgbClr val="7497CA"/>
              </a:gs>
            </a:gsLst>
          </a:gradFill>
          <a:ln w="12700">
            <a:miter lim="400000"/>
          </a:ln>
        </p:spPr>
        <p:txBody>
          <a:bodyPr lIns="35718" tIns="35718" rIns="35718" bIns="35718" anchor="ctr"/>
          <a:lstStyle/>
          <a:p>
            <a:pPr>
              <a:defRPr sz="2400">
                <a:solidFill>
                  <a:srgbClr val="FFFFFF"/>
                </a:solidFill>
              </a:defRPr>
            </a:pPr>
            <a:endParaRPr sz="1687"/>
          </a:p>
        </p:txBody>
      </p:sp>
    </p:spTree>
    <p:extLst>
      <p:ext uri="{BB962C8B-B14F-4D97-AF65-F5344CB8AC3E}">
        <p14:creationId xmlns:p14="http://schemas.microsoft.com/office/powerpoint/2010/main" val="3790223446"/>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2_Cover Page">
    <p:bg>
      <p:bgPr>
        <a:solidFill>
          <a:srgbClr val="151D24"/>
        </a:solidFill>
        <a:effectLst/>
      </p:bgPr>
    </p:bg>
    <p:spTree>
      <p:nvGrpSpPr>
        <p:cNvPr id="1" name=""/>
        <p:cNvGrpSpPr/>
        <p:nvPr/>
      </p:nvGrpSpPr>
      <p:grpSpPr>
        <a:xfrm>
          <a:off x="0" y="0"/>
          <a:ext cx="0" cy="0"/>
          <a:chOff x="0" y="0"/>
          <a:chExt cx="0" cy="0"/>
        </a:xfrm>
      </p:grpSpPr>
      <p:sp>
        <p:nvSpPr>
          <p:cNvPr id="15" name="Shape 15"/>
          <p:cNvSpPr>
            <a:spLocks noGrp="1"/>
          </p:cNvSpPr>
          <p:nvPr>
            <p:ph type="body" sz="quarter" idx="14" hasCustomPrompt="1"/>
          </p:nvPr>
        </p:nvSpPr>
        <p:spPr>
          <a:xfrm>
            <a:off x="5000118" y="3162078"/>
            <a:ext cx="1840119" cy="461665"/>
          </a:xfrm>
          <a:prstGeom prst="rect">
            <a:avLst/>
          </a:prstGeom>
        </p:spPr>
        <p:txBody>
          <a:bodyPr wrap="none">
            <a:spAutoFit/>
          </a:bodyPr>
          <a:lstStyle>
            <a:lvl1pPr marL="0" indent="0">
              <a:spcBef>
                <a:spcPts val="0"/>
              </a:spcBef>
              <a:buSzTx/>
              <a:buNone/>
              <a:defRPr sz="3000">
                <a:solidFill>
                  <a:srgbClr val="FFFFFF"/>
                </a:solidFill>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Questions?</a:t>
            </a:r>
            <a:endParaRPr/>
          </a:p>
        </p:txBody>
      </p:sp>
      <p:sp>
        <p:nvSpPr>
          <p:cNvPr id="16" name="Shape 16"/>
          <p:cNvSpPr/>
          <p:nvPr/>
        </p:nvSpPr>
        <p:spPr>
          <a:xfrm flipV="1">
            <a:off x="4394022" y="2756970"/>
            <a:ext cx="1" cy="1344060"/>
          </a:xfrm>
          <a:prstGeom prst="line">
            <a:avLst/>
          </a:prstGeom>
          <a:ln w="25400">
            <a:solidFill>
              <a:srgbClr val="151D24"/>
            </a:solidFill>
            <a:miter lim="400000"/>
          </a:ln>
          <a:effectLst>
            <a:outerShdw blurRad="25400" dist="27131" rotWithShape="0">
              <a:srgbClr val="000000">
                <a:alpha val="18863"/>
              </a:srgbClr>
            </a:outerShdw>
          </a:effectLst>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17" name="Shape 17"/>
          <p:cNvSpPr/>
          <p:nvPr/>
        </p:nvSpPr>
        <p:spPr>
          <a:xfrm flipV="1">
            <a:off x="4405928" y="2730913"/>
            <a:ext cx="1" cy="1396174"/>
          </a:xfrm>
          <a:prstGeom prst="line">
            <a:avLst/>
          </a:prstGeom>
          <a:ln w="12700">
            <a:solidFill>
              <a:srgbClr val="10171D"/>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20" name="Shape 20"/>
          <p:cNvSpPr>
            <a:spLocks noGrp="1"/>
          </p:cNvSpPr>
          <p:nvPr>
            <p:ph type="sldNum" sz="quarter" idx="2"/>
          </p:nvPr>
        </p:nvSpPr>
        <p:spPr>
          <a:xfrm>
            <a:off x="11696651" y="6496348"/>
            <a:ext cx="241195" cy="245259"/>
          </a:xfrm>
          <a:prstGeom prst="rect">
            <a:avLst/>
          </a:prstGeom>
        </p:spPr>
        <p:txBody>
          <a:bodyPr/>
          <a:lstStyle>
            <a:lvl1pPr>
              <a:defRPr>
                <a:solidFill>
                  <a:srgbClr val="677F9F"/>
                </a:solidFill>
              </a:defRPr>
            </a:lvl1pPr>
          </a:lstStyle>
          <a:p>
            <a:fld id="{86CB4B4D-7CA3-9044-876B-883B54F8677D}" type="slidenum">
              <a:t>‹#›</a:t>
            </a:fld>
            <a:endParaRPr/>
          </a:p>
        </p:txBody>
      </p:sp>
      <p:pic>
        <p:nvPicPr>
          <p:cNvPr id="4" name="Picture 3"/>
          <p:cNvPicPr>
            <a:picLocks noChangeAspect="1"/>
          </p:cNvPicPr>
          <p:nvPr userDrawn="1"/>
        </p:nvPicPr>
        <p:blipFill>
          <a:blip r:embed="rId2">
            <a:clrChange>
              <a:clrFrom>
                <a:srgbClr val="FFFFFF"/>
              </a:clrFrom>
              <a:clrTo>
                <a:srgbClr val="FFFFFF">
                  <a:alpha val="0"/>
                </a:srgbClr>
              </a:clrTo>
            </a:clrChange>
            <a:lum bright="70000" contrast="-70000"/>
            <a:alphaModFix amt="5000"/>
            <a:extLst>
              <a:ext uri="{28A0092B-C50C-407E-A947-70E740481C1C}">
                <a14:useLocalDpi xmlns:a14="http://schemas.microsoft.com/office/drawing/2010/main" val="0"/>
              </a:ext>
            </a:extLst>
          </a:blip>
          <a:stretch>
            <a:fillRect/>
          </a:stretch>
        </p:blipFill>
        <p:spPr>
          <a:xfrm>
            <a:off x="638078" y="1279944"/>
            <a:ext cx="10915845" cy="4298114"/>
          </a:xfrm>
          <a:prstGeom prst="rect">
            <a:avLst/>
          </a:prstGeom>
          <a:noFill/>
        </p:spPr>
      </p:pic>
      <p:sp>
        <p:nvSpPr>
          <p:cNvPr id="10" name="Shape 131"/>
          <p:cNvSpPr/>
          <p:nvPr userDrawn="1"/>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2021</a:t>
            </a:r>
            <a:endParaRPr sz="844">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29269044-FF29-49FB-8747-1CD18D97E7E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Tree>
    <p:extLst>
      <p:ext uri="{BB962C8B-B14F-4D97-AF65-F5344CB8AC3E}">
        <p14:creationId xmlns:p14="http://schemas.microsoft.com/office/powerpoint/2010/main" val="1318209495"/>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reak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1716137"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1716137"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
        <p:nvSpPr>
          <p:cNvPr id="13" name="Slide Number Placeholder 5">
            <a:extLst>
              <a:ext uri="{FF2B5EF4-FFF2-40B4-BE49-F238E27FC236}">
                <a16:creationId xmlns:a16="http://schemas.microsoft.com/office/drawing/2014/main" id="{FCB720B0-4D32-63D7-FDF3-6CE86534FFE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41166816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5 Columns Text and Callou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02" name="Text Placeholder 47">
            <a:extLst>
              <a:ext uri="{FF2B5EF4-FFF2-40B4-BE49-F238E27FC236}">
                <a16:creationId xmlns:a16="http://schemas.microsoft.com/office/drawing/2014/main" id="{77A3C413-88E4-48DB-8F69-7E2EBB771256}"/>
              </a:ext>
            </a:extLst>
          </p:cNvPr>
          <p:cNvSpPr>
            <a:spLocks noGrp="1"/>
          </p:cNvSpPr>
          <p:nvPr>
            <p:ph type="body" sz="quarter" idx="34" hasCustomPrompt="1"/>
          </p:nvPr>
        </p:nvSpPr>
        <p:spPr>
          <a:xfrm>
            <a:off x="454025"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3" name="Straight Connector 102">
            <a:extLst>
              <a:ext uri="{FF2B5EF4-FFF2-40B4-BE49-F238E27FC236}">
                <a16:creationId xmlns:a16="http://schemas.microsoft.com/office/drawing/2014/main" id="{D3E7E475-B09E-1A57-3694-25843A619F98}"/>
              </a:ext>
            </a:extLst>
          </p:cNvPr>
          <p:cNvCxnSpPr>
            <a:cxnSpLocks/>
          </p:cNvCxnSpPr>
          <p:nvPr userDrawn="1"/>
        </p:nvCxnSpPr>
        <p:spPr>
          <a:xfrm>
            <a:off x="450047"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4" name="Text Placeholder 47">
            <a:extLst>
              <a:ext uri="{FF2B5EF4-FFF2-40B4-BE49-F238E27FC236}">
                <a16:creationId xmlns:a16="http://schemas.microsoft.com/office/drawing/2014/main" id="{47C95425-7608-C8C8-B471-2816B2DE33ED}"/>
              </a:ext>
            </a:extLst>
          </p:cNvPr>
          <p:cNvSpPr>
            <a:spLocks noGrp="1"/>
          </p:cNvSpPr>
          <p:nvPr>
            <p:ph type="body" sz="quarter" idx="35" hasCustomPrompt="1"/>
          </p:nvPr>
        </p:nvSpPr>
        <p:spPr>
          <a:xfrm>
            <a:off x="2802478"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5" name="Straight Connector 104">
            <a:extLst>
              <a:ext uri="{FF2B5EF4-FFF2-40B4-BE49-F238E27FC236}">
                <a16:creationId xmlns:a16="http://schemas.microsoft.com/office/drawing/2014/main" id="{E296C9D3-3A76-DF05-0449-2F624FC740F6}"/>
              </a:ext>
            </a:extLst>
          </p:cNvPr>
          <p:cNvCxnSpPr>
            <a:cxnSpLocks/>
          </p:cNvCxnSpPr>
          <p:nvPr userDrawn="1"/>
        </p:nvCxnSpPr>
        <p:spPr>
          <a:xfrm>
            <a:off x="2802478"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6" name="Text Placeholder 47">
            <a:extLst>
              <a:ext uri="{FF2B5EF4-FFF2-40B4-BE49-F238E27FC236}">
                <a16:creationId xmlns:a16="http://schemas.microsoft.com/office/drawing/2014/main" id="{368AE8CD-0763-4691-3D50-D0B5E0C7AA74}"/>
              </a:ext>
            </a:extLst>
          </p:cNvPr>
          <p:cNvSpPr>
            <a:spLocks noGrp="1"/>
          </p:cNvSpPr>
          <p:nvPr>
            <p:ph type="body" sz="quarter" idx="36" hasCustomPrompt="1"/>
          </p:nvPr>
        </p:nvSpPr>
        <p:spPr>
          <a:xfrm>
            <a:off x="5147073"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7" name="Straight Connector 106">
            <a:extLst>
              <a:ext uri="{FF2B5EF4-FFF2-40B4-BE49-F238E27FC236}">
                <a16:creationId xmlns:a16="http://schemas.microsoft.com/office/drawing/2014/main" id="{BC71509E-AC2E-5E3C-4145-59F709E5DE9A}"/>
              </a:ext>
            </a:extLst>
          </p:cNvPr>
          <p:cNvCxnSpPr>
            <a:cxnSpLocks/>
          </p:cNvCxnSpPr>
          <p:nvPr userDrawn="1"/>
        </p:nvCxnSpPr>
        <p:spPr>
          <a:xfrm>
            <a:off x="5147073"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8" name="Text Placeholder 47">
            <a:extLst>
              <a:ext uri="{FF2B5EF4-FFF2-40B4-BE49-F238E27FC236}">
                <a16:creationId xmlns:a16="http://schemas.microsoft.com/office/drawing/2014/main" id="{0B74EE8A-9EBE-68DA-6D9B-00EAB643490A}"/>
              </a:ext>
            </a:extLst>
          </p:cNvPr>
          <p:cNvSpPr>
            <a:spLocks noGrp="1"/>
          </p:cNvSpPr>
          <p:nvPr>
            <p:ph type="body" sz="quarter" idx="37" hasCustomPrompt="1"/>
          </p:nvPr>
        </p:nvSpPr>
        <p:spPr>
          <a:xfrm>
            <a:off x="750492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9" name="Straight Connector 108">
            <a:extLst>
              <a:ext uri="{FF2B5EF4-FFF2-40B4-BE49-F238E27FC236}">
                <a16:creationId xmlns:a16="http://schemas.microsoft.com/office/drawing/2014/main" id="{AF79A18C-D982-0A08-CA45-60726B1CDE15}"/>
              </a:ext>
            </a:extLst>
          </p:cNvPr>
          <p:cNvCxnSpPr>
            <a:cxnSpLocks/>
          </p:cNvCxnSpPr>
          <p:nvPr userDrawn="1"/>
        </p:nvCxnSpPr>
        <p:spPr>
          <a:xfrm>
            <a:off x="750492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0" name="Text Placeholder 47">
            <a:extLst>
              <a:ext uri="{FF2B5EF4-FFF2-40B4-BE49-F238E27FC236}">
                <a16:creationId xmlns:a16="http://schemas.microsoft.com/office/drawing/2014/main" id="{8A65A85B-ED2E-BC8F-9304-96D2CD7A4859}"/>
              </a:ext>
            </a:extLst>
          </p:cNvPr>
          <p:cNvSpPr>
            <a:spLocks noGrp="1"/>
          </p:cNvSpPr>
          <p:nvPr>
            <p:ph type="body" sz="quarter" idx="38" hasCustomPrompt="1"/>
          </p:nvPr>
        </p:nvSpPr>
        <p:spPr>
          <a:xfrm>
            <a:off x="982008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11" name="Straight Connector 110">
            <a:extLst>
              <a:ext uri="{FF2B5EF4-FFF2-40B4-BE49-F238E27FC236}">
                <a16:creationId xmlns:a16="http://schemas.microsoft.com/office/drawing/2014/main" id="{D0BD0B8C-9639-5DD5-A1F1-69CA87DFC43A}"/>
              </a:ext>
            </a:extLst>
          </p:cNvPr>
          <p:cNvCxnSpPr>
            <a:cxnSpLocks/>
          </p:cNvCxnSpPr>
          <p:nvPr userDrawn="1"/>
        </p:nvCxnSpPr>
        <p:spPr>
          <a:xfrm>
            <a:off x="982008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2" name="Text Placeholder 47">
            <a:extLst>
              <a:ext uri="{FF2B5EF4-FFF2-40B4-BE49-F238E27FC236}">
                <a16:creationId xmlns:a16="http://schemas.microsoft.com/office/drawing/2014/main" id="{B496DB47-268E-5F3E-9EC8-188C48F839F8}"/>
              </a:ext>
            </a:extLst>
          </p:cNvPr>
          <p:cNvSpPr>
            <a:spLocks noGrp="1"/>
          </p:cNvSpPr>
          <p:nvPr>
            <p:ph type="body" sz="quarter" idx="39" hasCustomPrompt="1"/>
          </p:nvPr>
        </p:nvSpPr>
        <p:spPr>
          <a:xfrm>
            <a:off x="454025"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3" name="Text Placeholder 47">
            <a:extLst>
              <a:ext uri="{FF2B5EF4-FFF2-40B4-BE49-F238E27FC236}">
                <a16:creationId xmlns:a16="http://schemas.microsoft.com/office/drawing/2014/main" id="{A364A0D9-AF76-B956-E350-5D4F092FDB52}"/>
              </a:ext>
            </a:extLst>
          </p:cNvPr>
          <p:cNvSpPr>
            <a:spLocks noGrp="1"/>
          </p:cNvSpPr>
          <p:nvPr>
            <p:ph type="body" sz="quarter" idx="40" hasCustomPrompt="1"/>
          </p:nvPr>
        </p:nvSpPr>
        <p:spPr>
          <a:xfrm>
            <a:off x="2802478"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4" name="Text Placeholder 47">
            <a:extLst>
              <a:ext uri="{FF2B5EF4-FFF2-40B4-BE49-F238E27FC236}">
                <a16:creationId xmlns:a16="http://schemas.microsoft.com/office/drawing/2014/main" id="{D2A7F475-6FCC-EB9A-626F-E09EE06ABC55}"/>
              </a:ext>
            </a:extLst>
          </p:cNvPr>
          <p:cNvSpPr>
            <a:spLocks noGrp="1"/>
          </p:cNvSpPr>
          <p:nvPr>
            <p:ph type="body" sz="quarter" idx="41" hasCustomPrompt="1"/>
          </p:nvPr>
        </p:nvSpPr>
        <p:spPr>
          <a:xfrm>
            <a:off x="5147073"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5" name="Text Placeholder 47">
            <a:extLst>
              <a:ext uri="{FF2B5EF4-FFF2-40B4-BE49-F238E27FC236}">
                <a16:creationId xmlns:a16="http://schemas.microsoft.com/office/drawing/2014/main" id="{81315714-9440-9028-5FDE-83E73D209AD1}"/>
              </a:ext>
            </a:extLst>
          </p:cNvPr>
          <p:cNvSpPr>
            <a:spLocks noGrp="1"/>
          </p:cNvSpPr>
          <p:nvPr>
            <p:ph type="body" sz="quarter" idx="42" hasCustomPrompt="1"/>
          </p:nvPr>
        </p:nvSpPr>
        <p:spPr>
          <a:xfrm>
            <a:off x="750492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6" name="Text Placeholder 47">
            <a:extLst>
              <a:ext uri="{FF2B5EF4-FFF2-40B4-BE49-F238E27FC236}">
                <a16:creationId xmlns:a16="http://schemas.microsoft.com/office/drawing/2014/main" id="{13FC437A-4663-9FBB-06E1-32DBF3506E1A}"/>
              </a:ext>
            </a:extLst>
          </p:cNvPr>
          <p:cNvSpPr>
            <a:spLocks noGrp="1"/>
          </p:cNvSpPr>
          <p:nvPr>
            <p:ph type="body" sz="quarter" idx="43" hasCustomPrompt="1"/>
          </p:nvPr>
        </p:nvSpPr>
        <p:spPr>
          <a:xfrm>
            <a:off x="982008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43" name="Text Placeholder 13">
            <a:extLst>
              <a:ext uri="{FF2B5EF4-FFF2-40B4-BE49-F238E27FC236}">
                <a16:creationId xmlns:a16="http://schemas.microsoft.com/office/drawing/2014/main" id="{0FC30368-2E8C-002D-7753-7BFB3DB5F654}"/>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41" name="Straight Connector 40">
            <a:extLst>
              <a:ext uri="{FF2B5EF4-FFF2-40B4-BE49-F238E27FC236}">
                <a16:creationId xmlns:a16="http://schemas.microsoft.com/office/drawing/2014/main" id="{415A7676-FB5F-4162-DB80-8F8C1322EB9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C7890AC5-5B3C-8CE6-C9F5-F70CB5D281AD}"/>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lide Number Placeholder 5">
            <a:extLst>
              <a:ext uri="{FF2B5EF4-FFF2-40B4-BE49-F238E27FC236}">
                <a16:creationId xmlns:a16="http://schemas.microsoft.com/office/drawing/2014/main" id="{D6717BD2-7BCB-437B-7E68-D46F525E5A7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01004311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6 Columns Text and Callout + Icons">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47" name="Straight Connector 46">
            <a:extLst>
              <a:ext uri="{FF2B5EF4-FFF2-40B4-BE49-F238E27FC236}">
                <a16:creationId xmlns:a16="http://schemas.microsoft.com/office/drawing/2014/main" id="{6125D7B6-9E41-3C32-2DD6-C4120DAC5F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1" name="Rounded Rectangle 50">
            <a:extLst>
              <a:ext uri="{FF2B5EF4-FFF2-40B4-BE49-F238E27FC236}">
                <a16:creationId xmlns:a16="http://schemas.microsoft.com/office/drawing/2014/main" id="{BD0084D5-6EE8-A1A8-6C66-E370F0DACD4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Slide Number Placeholder 5">
            <a:extLst>
              <a:ext uri="{FF2B5EF4-FFF2-40B4-BE49-F238E27FC236}">
                <a16:creationId xmlns:a16="http://schemas.microsoft.com/office/drawing/2014/main" id="{DE13CFDF-7DD8-423B-B2FC-86F8DEFF2B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9" name="Text Placeholder 47">
            <a:extLst>
              <a:ext uri="{FF2B5EF4-FFF2-40B4-BE49-F238E27FC236}">
                <a16:creationId xmlns:a16="http://schemas.microsoft.com/office/drawing/2014/main" id="{073ACF33-D7AB-89C2-F712-8D5CE4B39E2E}"/>
              </a:ext>
            </a:extLst>
          </p:cNvPr>
          <p:cNvSpPr>
            <a:spLocks noGrp="1"/>
          </p:cNvSpPr>
          <p:nvPr>
            <p:ph type="body" sz="quarter" idx="22" hasCustomPrompt="1"/>
          </p:nvPr>
        </p:nvSpPr>
        <p:spPr>
          <a:xfrm>
            <a:off x="454025"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EC4E3A3A-C61E-82D0-7BE2-693F61547649}"/>
              </a:ext>
            </a:extLst>
          </p:cNvPr>
          <p:cNvSpPr>
            <a:spLocks noGrp="1"/>
          </p:cNvSpPr>
          <p:nvPr>
            <p:ph type="body" sz="quarter" idx="25" hasCustomPrompt="1"/>
          </p:nvPr>
        </p:nvSpPr>
        <p:spPr>
          <a:xfrm>
            <a:off x="454025"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3" name="Text Placeholder 47">
            <a:extLst>
              <a:ext uri="{FF2B5EF4-FFF2-40B4-BE49-F238E27FC236}">
                <a16:creationId xmlns:a16="http://schemas.microsoft.com/office/drawing/2014/main" id="{D78563C8-185D-2B94-0C4A-331873FE4C9D}"/>
              </a:ext>
            </a:extLst>
          </p:cNvPr>
          <p:cNvSpPr>
            <a:spLocks noGrp="1"/>
          </p:cNvSpPr>
          <p:nvPr>
            <p:ph type="body" sz="quarter" idx="26" hasCustomPrompt="1"/>
          </p:nvPr>
        </p:nvSpPr>
        <p:spPr>
          <a:xfrm>
            <a:off x="2365641"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4" name="Text Placeholder 47">
            <a:extLst>
              <a:ext uri="{FF2B5EF4-FFF2-40B4-BE49-F238E27FC236}">
                <a16:creationId xmlns:a16="http://schemas.microsoft.com/office/drawing/2014/main" id="{5F3953BC-2405-5BD6-A60C-69BBC29A71F2}"/>
              </a:ext>
            </a:extLst>
          </p:cNvPr>
          <p:cNvSpPr>
            <a:spLocks noGrp="1"/>
          </p:cNvSpPr>
          <p:nvPr>
            <p:ph type="body" sz="quarter" idx="27" hasCustomPrompt="1"/>
          </p:nvPr>
        </p:nvSpPr>
        <p:spPr>
          <a:xfrm>
            <a:off x="2365641"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5" name="Text Placeholder 47">
            <a:extLst>
              <a:ext uri="{FF2B5EF4-FFF2-40B4-BE49-F238E27FC236}">
                <a16:creationId xmlns:a16="http://schemas.microsoft.com/office/drawing/2014/main" id="{5DFE29AF-D7F0-F3E9-A336-126DA67AC54B}"/>
              </a:ext>
            </a:extLst>
          </p:cNvPr>
          <p:cNvSpPr>
            <a:spLocks noGrp="1"/>
          </p:cNvSpPr>
          <p:nvPr>
            <p:ph type="body" sz="quarter" idx="28" hasCustomPrompt="1"/>
          </p:nvPr>
        </p:nvSpPr>
        <p:spPr>
          <a:xfrm>
            <a:off x="4277257"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6" name="Text Placeholder 47">
            <a:extLst>
              <a:ext uri="{FF2B5EF4-FFF2-40B4-BE49-F238E27FC236}">
                <a16:creationId xmlns:a16="http://schemas.microsoft.com/office/drawing/2014/main" id="{8A38848B-684F-EC64-5F0D-DCBCB116839E}"/>
              </a:ext>
            </a:extLst>
          </p:cNvPr>
          <p:cNvSpPr>
            <a:spLocks noGrp="1"/>
          </p:cNvSpPr>
          <p:nvPr>
            <p:ph type="body" sz="quarter" idx="29" hasCustomPrompt="1"/>
          </p:nvPr>
        </p:nvSpPr>
        <p:spPr>
          <a:xfrm>
            <a:off x="4277257"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D587F1C3-10D7-33AE-F4B2-ABC0139803C0}"/>
              </a:ext>
            </a:extLst>
          </p:cNvPr>
          <p:cNvSpPr>
            <a:spLocks noGrp="1"/>
          </p:cNvSpPr>
          <p:nvPr>
            <p:ph type="body" sz="quarter" idx="30" hasCustomPrompt="1"/>
          </p:nvPr>
        </p:nvSpPr>
        <p:spPr>
          <a:xfrm>
            <a:off x="6188873"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9" name="Text Placeholder 47">
            <a:extLst>
              <a:ext uri="{FF2B5EF4-FFF2-40B4-BE49-F238E27FC236}">
                <a16:creationId xmlns:a16="http://schemas.microsoft.com/office/drawing/2014/main" id="{6D77EEED-C405-2C27-5BF2-DF0249334EAC}"/>
              </a:ext>
            </a:extLst>
          </p:cNvPr>
          <p:cNvSpPr>
            <a:spLocks noGrp="1"/>
          </p:cNvSpPr>
          <p:nvPr>
            <p:ph type="body" sz="quarter" idx="31" hasCustomPrompt="1"/>
          </p:nvPr>
        </p:nvSpPr>
        <p:spPr>
          <a:xfrm>
            <a:off x="6188873"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1E250F37-AABF-7B2B-1696-7E91EE457B5A}"/>
              </a:ext>
            </a:extLst>
          </p:cNvPr>
          <p:cNvSpPr>
            <a:spLocks noGrp="1"/>
          </p:cNvSpPr>
          <p:nvPr>
            <p:ph type="body" sz="quarter" idx="32" hasCustomPrompt="1"/>
          </p:nvPr>
        </p:nvSpPr>
        <p:spPr>
          <a:xfrm>
            <a:off x="10012104"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1" name="Text Placeholder 47">
            <a:extLst>
              <a:ext uri="{FF2B5EF4-FFF2-40B4-BE49-F238E27FC236}">
                <a16:creationId xmlns:a16="http://schemas.microsoft.com/office/drawing/2014/main" id="{C9722A19-3E6E-A6A8-3323-125CAAE9C953}"/>
              </a:ext>
            </a:extLst>
          </p:cNvPr>
          <p:cNvSpPr>
            <a:spLocks noGrp="1"/>
          </p:cNvSpPr>
          <p:nvPr>
            <p:ph type="body" sz="quarter" idx="33" hasCustomPrompt="1"/>
          </p:nvPr>
        </p:nvSpPr>
        <p:spPr>
          <a:xfrm>
            <a:off x="10012104"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802498F-36A3-F27A-B661-7E09978CF2B3}"/>
              </a:ext>
            </a:extLst>
          </p:cNvPr>
          <p:cNvSpPr>
            <a:spLocks noGrp="1"/>
          </p:cNvSpPr>
          <p:nvPr>
            <p:ph type="body" sz="quarter" idx="34" hasCustomPrompt="1"/>
          </p:nvPr>
        </p:nvSpPr>
        <p:spPr>
          <a:xfrm>
            <a:off x="454025"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69" name="Straight Connector 68">
            <a:extLst>
              <a:ext uri="{FF2B5EF4-FFF2-40B4-BE49-F238E27FC236}">
                <a16:creationId xmlns:a16="http://schemas.microsoft.com/office/drawing/2014/main" id="{884C7F53-9959-0E56-CA4D-34F9F6F6494C}"/>
              </a:ext>
            </a:extLst>
          </p:cNvPr>
          <p:cNvCxnSpPr>
            <a:cxnSpLocks/>
          </p:cNvCxnSpPr>
          <p:nvPr userDrawn="1"/>
        </p:nvCxnSpPr>
        <p:spPr>
          <a:xfrm>
            <a:off x="450047"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0" name="Text Placeholder 47">
            <a:extLst>
              <a:ext uri="{FF2B5EF4-FFF2-40B4-BE49-F238E27FC236}">
                <a16:creationId xmlns:a16="http://schemas.microsoft.com/office/drawing/2014/main" id="{30BB044D-B604-1FA9-698C-DCF5DEF13B97}"/>
              </a:ext>
            </a:extLst>
          </p:cNvPr>
          <p:cNvSpPr>
            <a:spLocks noGrp="1"/>
          </p:cNvSpPr>
          <p:nvPr>
            <p:ph type="body" sz="quarter" idx="35" hasCustomPrompt="1"/>
          </p:nvPr>
        </p:nvSpPr>
        <p:spPr>
          <a:xfrm>
            <a:off x="2365641"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1" name="Straight Connector 70">
            <a:extLst>
              <a:ext uri="{FF2B5EF4-FFF2-40B4-BE49-F238E27FC236}">
                <a16:creationId xmlns:a16="http://schemas.microsoft.com/office/drawing/2014/main" id="{DAD2D07C-E2E4-969C-8788-3E3FF722EFBA}"/>
              </a:ext>
            </a:extLst>
          </p:cNvPr>
          <p:cNvCxnSpPr>
            <a:cxnSpLocks/>
          </p:cNvCxnSpPr>
          <p:nvPr userDrawn="1"/>
        </p:nvCxnSpPr>
        <p:spPr>
          <a:xfrm>
            <a:off x="2362458"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2" name="Text Placeholder 47">
            <a:extLst>
              <a:ext uri="{FF2B5EF4-FFF2-40B4-BE49-F238E27FC236}">
                <a16:creationId xmlns:a16="http://schemas.microsoft.com/office/drawing/2014/main" id="{37DA81C9-3BC7-84A9-DDDE-9C46258D6E97}"/>
              </a:ext>
            </a:extLst>
          </p:cNvPr>
          <p:cNvSpPr>
            <a:spLocks noGrp="1"/>
          </p:cNvSpPr>
          <p:nvPr>
            <p:ph type="body" sz="quarter" idx="36" hasCustomPrompt="1"/>
          </p:nvPr>
        </p:nvSpPr>
        <p:spPr>
          <a:xfrm>
            <a:off x="4277257"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3" name="Straight Connector 72">
            <a:extLst>
              <a:ext uri="{FF2B5EF4-FFF2-40B4-BE49-F238E27FC236}">
                <a16:creationId xmlns:a16="http://schemas.microsoft.com/office/drawing/2014/main" id="{5316139C-991E-2F8A-38FE-5C470DC1DF8D}"/>
              </a:ext>
            </a:extLst>
          </p:cNvPr>
          <p:cNvCxnSpPr>
            <a:cxnSpLocks/>
          </p:cNvCxnSpPr>
          <p:nvPr userDrawn="1"/>
        </p:nvCxnSpPr>
        <p:spPr>
          <a:xfrm>
            <a:off x="4274869"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4" name="Text Placeholder 47">
            <a:extLst>
              <a:ext uri="{FF2B5EF4-FFF2-40B4-BE49-F238E27FC236}">
                <a16:creationId xmlns:a16="http://schemas.microsoft.com/office/drawing/2014/main" id="{1BEB3EFE-0FC0-9E5C-69D3-D462C28D5704}"/>
              </a:ext>
            </a:extLst>
          </p:cNvPr>
          <p:cNvSpPr>
            <a:spLocks noGrp="1"/>
          </p:cNvSpPr>
          <p:nvPr>
            <p:ph type="body" sz="quarter" idx="37" hasCustomPrompt="1"/>
          </p:nvPr>
        </p:nvSpPr>
        <p:spPr>
          <a:xfrm>
            <a:off x="6188873"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5" name="Straight Connector 74">
            <a:extLst>
              <a:ext uri="{FF2B5EF4-FFF2-40B4-BE49-F238E27FC236}">
                <a16:creationId xmlns:a16="http://schemas.microsoft.com/office/drawing/2014/main" id="{8A66B3A1-CF66-D857-6266-D2C27886D3D7}"/>
              </a:ext>
            </a:extLst>
          </p:cNvPr>
          <p:cNvCxnSpPr>
            <a:cxnSpLocks/>
          </p:cNvCxnSpPr>
          <p:nvPr userDrawn="1"/>
        </p:nvCxnSpPr>
        <p:spPr>
          <a:xfrm>
            <a:off x="6187280"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6" name="Text Placeholder 47">
            <a:extLst>
              <a:ext uri="{FF2B5EF4-FFF2-40B4-BE49-F238E27FC236}">
                <a16:creationId xmlns:a16="http://schemas.microsoft.com/office/drawing/2014/main" id="{59ABA37D-4CE7-A30A-3DE3-0E4CAF97C9D5}"/>
              </a:ext>
            </a:extLst>
          </p:cNvPr>
          <p:cNvSpPr>
            <a:spLocks noGrp="1"/>
          </p:cNvSpPr>
          <p:nvPr>
            <p:ph type="body" sz="quarter" idx="38" hasCustomPrompt="1"/>
          </p:nvPr>
        </p:nvSpPr>
        <p:spPr>
          <a:xfrm>
            <a:off x="10012104"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7" name="Straight Connector 76">
            <a:extLst>
              <a:ext uri="{FF2B5EF4-FFF2-40B4-BE49-F238E27FC236}">
                <a16:creationId xmlns:a16="http://schemas.microsoft.com/office/drawing/2014/main" id="{58000490-376A-E725-B89A-5E18510C06E5}"/>
              </a:ext>
            </a:extLst>
          </p:cNvPr>
          <p:cNvCxnSpPr>
            <a:cxnSpLocks/>
          </p:cNvCxnSpPr>
          <p:nvPr userDrawn="1"/>
        </p:nvCxnSpPr>
        <p:spPr>
          <a:xfrm>
            <a:off x="10012104"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8" name="Text Placeholder 47">
            <a:extLst>
              <a:ext uri="{FF2B5EF4-FFF2-40B4-BE49-F238E27FC236}">
                <a16:creationId xmlns:a16="http://schemas.microsoft.com/office/drawing/2014/main" id="{C3ECA2BD-5234-0C0A-C5A7-94F35E49D93D}"/>
              </a:ext>
            </a:extLst>
          </p:cNvPr>
          <p:cNvSpPr>
            <a:spLocks noGrp="1"/>
          </p:cNvSpPr>
          <p:nvPr>
            <p:ph type="body" sz="quarter" idx="39" hasCustomPrompt="1"/>
          </p:nvPr>
        </p:nvSpPr>
        <p:spPr>
          <a:xfrm>
            <a:off x="454025"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79" name="Text Placeholder 47">
            <a:extLst>
              <a:ext uri="{FF2B5EF4-FFF2-40B4-BE49-F238E27FC236}">
                <a16:creationId xmlns:a16="http://schemas.microsoft.com/office/drawing/2014/main" id="{8D85C570-E674-3766-494B-6CCAC42305FD}"/>
              </a:ext>
            </a:extLst>
          </p:cNvPr>
          <p:cNvSpPr>
            <a:spLocks noGrp="1"/>
          </p:cNvSpPr>
          <p:nvPr>
            <p:ph type="body" sz="quarter" idx="40" hasCustomPrompt="1"/>
          </p:nvPr>
        </p:nvSpPr>
        <p:spPr>
          <a:xfrm>
            <a:off x="2365641"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2" name="Text Placeholder 47">
            <a:extLst>
              <a:ext uri="{FF2B5EF4-FFF2-40B4-BE49-F238E27FC236}">
                <a16:creationId xmlns:a16="http://schemas.microsoft.com/office/drawing/2014/main" id="{4D97850D-5858-4E2F-0F54-1D8E108E58D2}"/>
              </a:ext>
            </a:extLst>
          </p:cNvPr>
          <p:cNvSpPr>
            <a:spLocks noGrp="1"/>
          </p:cNvSpPr>
          <p:nvPr>
            <p:ph type="body" sz="quarter" idx="41" hasCustomPrompt="1"/>
          </p:nvPr>
        </p:nvSpPr>
        <p:spPr>
          <a:xfrm>
            <a:off x="4277257"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5" name="Text Placeholder 47">
            <a:extLst>
              <a:ext uri="{FF2B5EF4-FFF2-40B4-BE49-F238E27FC236}">
                <a16:creationId xmlns:a16="http://schemas.microsoft.com/office/drawing/2014/main" id="{03D0AA13-AE70-298E-4DD4-2201730C50FD}"/>
              </a:ext>
            </a:extLst>
          </p:cNvPr>
          <p:cNvSpPr>
            <a:spLocks noGrp="1"/>
          </p:cNvSpPr>
          <p:nvPr>
            <p:ph type="body" sz="quarter" idx="42" hasCustomPrompt="1"/>
          </p:nvPr>
        </p:nvSpPr>
        <p:spPr>
          <a:xfrm>
            <a:off x="6188873"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8" name="Text Placeholder 47">
            <a:extLst>
              <a:ext uri="{FF2B5EF4-FFF2-40B4-BE49-F238E27FC236}">
                <a16:creationId xmlns:a16="http://schemas.microsoft.com/office/drawing/2014/main" id="{7A5A6286-274A-59C4-9552-3B4BC9D486FC}"/>
              </a:ext>
            </a:extLst>
          </p:cNvPr>
          <p:cNvSpPr>
            <a:spLocks noGrp="1"/>
          </p:cNvSpPr>
          <p:nvPr>
            <p:ph type="body" sz="quarter" idx="43" hasCustomPrompt="1"/>
          </p:nvPr>
        </p:nvSpPr>
        <p:spPr>
          <a:xfrm>
            <a:off x="10012104"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1" name="Text Placeholder 47">
            <a:extLst>
              <a:ext uri="{FF2B5EF4-FFF2-40B4-BE49-F238E27FC236}">
                <a16:creationId xmlns:a16="http://schemas.microsoft.com/office/drawing/2014/main" id="{04C8390B-36EA-AAE6-FDD0-14F954C67CD1}"/>
              </a:ext>
            </a:extLst>
          </p:cNvPr>
          <p:cNvSpPr>
            <a:spLocks noGrp="1"/>
          </p:cNvSpPr>
          <p:nvPr>
            <p:ph type="body" sz="quarter" idx="44" hasCustomPrompt="1"/>
          </p:nvPr>
        </p:nvSpPr>
        <p:spPr>
          <a:xfrm>
            <a:off x="8100489"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2" name="Text Placeholder 47">
            <a:extLst>
              <a:ext uri="{FF2B5EF4-FFF2-40B4-BE49-F238E27FC236}">
                <a16:creationId xmlns:a16="http://schemas.microsoft.com/office/drawing/2014/main" id="{C78BB892-E673-9D50-4F09-E632EA08FDEE}"/>
              </a:ext>
            </a:extLst>
          </p:cNvPr>
          <p:cNvSpPr>
            <a:spLocks noGrp="1"/>
          </p:cNvSpPr>
          <p:nvPr>
            <p:ph type="body" sz="quarter" idx="45" hasCustomPrompt="1"/>
          </p:nvPr>
        </p:nvSpPr>
        <p:spPr>
          <a:xfrm>
            <a:off x="8100489"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3" name="Text Placeholder 47">
            <a:extLst>
              <a:ext uri="{FF2B5EF4-FFF2-40B4-BE49-F238E27FC236}">
                <a16:creationId xmlns:a16="http://schemas.microsoft.com/office/drawing/2014/main" id="{B5DA56F8-68CA-AF5A-F7A2-D774BDFE412F}"/>
              </a:ext>
            </a:extLst>
          </p:cNvPr>
          <p:cNvSpPr>
            <a:spLocks noGrp="1"/>
          </p:cNvSpPr>
          <p:nvPr>
            <p:ph type="body" sz="quarter" idx="46" hasCustomPrompt="1"/>
          </p:nvPr>
        </p:nvSpPr>
        <p:spPr>
          <a:xfrm>
            <a:off x="8100489"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94" name="Straight Connector 93">
            <a:extLst>
              <a:ext uri="{FF2B5EF4-FFF2-40B4-BE49-F238E27FC236}">
                <a16:creationId xmlns:a16="http://schemas.microsoft.com/office/drawing/2014/main" id="{B780C00B-6BB0-5D47-57C1-F9202B9E0C55}"/>
              </a:ext>
            </a:extLst>
          </p:cNvPr>
          <p:cNvCxnSpPr>
            <a:cxnSpLocks/>
          </p:cNvCxnSpPr>
          <p:nvPr userDrawn="1"/>
        </p:nvCxnSpPr>
        <p:spPr>
          <a:xfrm>
            <a:off x="8099691"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5" name="Text Placeholder 47">
            <a:extLst>
              <a:ext uri="{FF2B5EF4-FFF2-40B4-BE49-F238E27FC236}">
                <a16:creationId xmlns:a16="http://schemas.microsoft.com/office/drawing/2014/main" id="{46753789-ED39-0848-E314-80DC73AF2C95}"/>
              </a:ext>
            </a:extLst>
          </p:cNvPr>
          <p:cNvSpPr>
            <a:spLocks noGrp="1"/>
          </p:cNvSpPr>
          <p:nvPr>
            <p:ph type="body" sz="quarter" idx="47" hasCustomPrompt="1"/>
          </p:nvPr>
        </p:nvSpPr>
        <p:spPr>
          <a:xfrm>
            <a:off x="8100489"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4939413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 Section Ico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29C95DA-6D2F-088A-E659-E0012C88089B}"/>
              </a:ext>
            </a:extLst>
          </p:cNvPr>
          <p:cNvSpPr/>
          <p:nvPr userDrawn="1"/>
        </p:nvSpPr>
        <p:spPr>
          <a:xfrm>
            <a:off x="452582" y="1450110"/>
            <a:ext cx="5421745" cy="942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E33AF4-8395-34D5-509F-452D4243DEE7}"/>
              </a:ext>
            </a:extLst>
          </p:cNvPr>
          <p:cNvSpPr/>
          <p:nvPr userDrawn="1"/>
        </p:nvSpPr>
        <p:spPr>
          <a:xfrm>
            <a:off x="6315364" y="1450110"/>
            <a:ext cx="5421745" cy="942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2EBE849-FE9E-11AE-F97A-D10C5187E84A}"/>
              </a:ext>
            </a:extLst>
          </p:cNvPr>
          <p:cNvSpPr/>
          <p:nvPr userDrawn="1"/>
        </p:nvSpPr>
        <p:spPr>
          <a:xfrm>
            <a:off x="452582" y="4038600"/>
            <a:ext cx="5421745" cy="94210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3413C3A-EC8E-6928-B727-7908B2ABB308}"/>
              </a:ext>
            </a:extLst>
          </p:cNvPr>
          <p:cNvSpPr/>
          <p:nvPr userDrawn="1"/>
        </p:nvSpPr>
        <p:spPr>
          <a:xfrm>
            <a:off x="6315364" y="4038600"/>
            <a:ext cx="5421745" cy="9421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5EF7BFE4-A8F6-5E6A-CAF9-FF500749EE52}"/>
              </a:ext>
            </a:extLst>
          </p:cNvPr>
          <p:cNvGrpSpPr/>
          <p:nvPr userDrawn="1"/>
        </p:nvGrpSpPr>
        <p:grpSpPr>
          <a:xfrm>
            <a:off x="1173735" y="1900046"/>
            <a:ext cx="3979438" cy="969736"/>
            <a:chOff x="1181298" y="1881574"/>
            <a:chExt cx="3979438" cy="969736"/>
          </a:xfrm>
        </p:grpSpPr>
        <p:sp>
          <p:nvSpPr>
            <p:cNvPr id="33" name="Rounded Rectangle 32">
              <a:extLst>
                <a:ext uri="{FF2B5EF4-FFF2-40B4-BE49-F238E27FC236}">
                  <a16:creationId xmlns:a16="http://schemas.microsoft.com/office/drawing/2014/main" id="{7D3F72EC-4D14-BFE7-9582-715E022E217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ounded Rectangle 35">
              <a:extLst>
                <a:ext uri="{FF2B5EF4-FFF2-40B4-BE49-F238E27FC236}">
                  <a16:creationId xmlns:a16="http://schemas.microsoft.com/office/drawing/2014/main" id="{EFB15C83-41D0-854F-661D-2B95F9095280}"/>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ounded Rectangle 46">
              <a:extLst>
                <a:ext uri="{FF2B5EF4-FFF2-40B4-BE49-F238E27FC236}">
                  <a16:creationId xmlns:a16="http://schemas.microsoft.com/office/drawing/2014/main" id="{0FFDA20D-EAE8-91A1-754D-1E4CBA88157D}"/>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B5F10930-BD2F-933C-F8B4-5242A49F4A13}"/>
              </a:ext>
            </a:extLst>
          </p:cNvPr>
          <p:cNvGrpSpPr/>
          <p:nvPr userDrawn="1"/>
        </p:nvGrpSpPr>
        <p:grpSpPr>
          <a:xfrm>
            <a:off x="7036517" y="1900046"/>
            <a:ext cx="3979438" cy="969736"/>
            <a:chOff x="1181298" y="1881574"/>
            <a:chExt cx="3979438" cy="969736"/>
          </a:xfrm>
        </p:grpSpPr>
        <p:sp>
          <p:nvSpPr>
            <p:cNvPr id="49" name="Rounded Rectangle 48">
              <a:extLst>
                <a:ext uri="{FF2B5EF4-FFF2-40B4-BE49-F238E27FC236}">
                  <a16:creationId xmlns:a16="http://schemas.microsoft.com/office/drawing/2014/main" id="{DFDD1143-55D2-DA60-057D-9839174E0B9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a:extLst>
                <a:ext uri="{FF2B5EF4-FFF2-40B4-BE49-F238E27FC236}">
                  <a16:creationId xmlns:a16="http://schemas.microsoft.com/office/drawing/2014/main" id="{695F0687-D46F-19CF-EEFC-57FCA2D4F2E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ounded Rectangle 50">
              <a:extLst>
                <a:ext uri="{FF2B5EF4-FFF2-40B4-BE49-F238E27FC236}">
                  <a16:creationId xmlns:a16="http://schemas.microsoft.com/office/drawing/2014/main" id="{5DC3B8E6-FFCB-2242-1264-A698BBBC6832}"/>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141CC35A-007F-113F-A2BE-8754BF86B112}"/>
              </a:ext>
            </a:extLst>
          </p:cNvPr>
          <p:cNvGrpSpPr/>
          <p:nvPr userDrawn="1"/>
        </p:nvGrpSpPr>
        <p:grpSpPr>
          <a:xfrm>
            <a:off x="1173735" y="4488536"/>
            <a:ext cx="3979438" cy="969736"/>
            <a:chOff x="1181298" y="1881574"/>
            <a:chExt cx="3979438" cy="969736"/>
          </a:xfrm>
        </p:grpSpPr>
        <p:sp>
          <p:nvSpPr>
            <p:cNvPr id="54" name="Rounded Rectangle 53">
              <a:extLst>
                <a:ext uri="{FF2B5EF4-FFF2-40B4-BE49-F238E27FC236}">
                  <a16:creationId xmlns:a16="http://schemas.microsoft.com/office/drawing/2014/main" id="{0B688187-5F19-DA2D-E9A3-5776F18A4835}"/>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ounded Rectangle 54">
              <a:extLst>
                <a:ext uri="{FF2B5EF4-FFF2-40B4-BE49-F238E27FC236}">
                  <a16:creationId xmlns:a16="http://schemas.microsoft.com/office/drawing/2014/main" id="{2AAF3578-BF0D-4CFC-2383-B003C7AD65ED}"/>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ounded Rectangle 55">
              <a:extLst>
                <a:ext uri="{FF2B5EF4-FFF2-40B4-BE49-F238E27FC236}">
                  <a16:creationId xmlns:a16="http://schemas.microsoft.com/office/drawing/2014/main" id="{B03DFD6A-351F-F03A-9C7E-CCFCF881C7D5}"/>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Group 56">
            <a:extLst>
              <a:ext uri="{FF2B5EF4-FFF2-40B4-BE49-F238E27FC236}">
                <a16:creationId xmlns:a16="http://schemas.microsoft.com/office/drawing/2014/main" id="{B76899D2-74A5-633D-D0CC-DE47FED8084D}"/>
              </a:ext>
            </a:extLst>
          </p:cNvPr>
          <p:cNvGrpSpPr/>
          <p:nvPr userDrawn="1"/>
        </p:nvGrpSpPr>
        <p:grpSpPr>
          <a:xfrm>
            <a:off x="7036517" y="4488536"/>
            <a:ext cx="3979438" cy="969736"/>
            <a:chOff x="1181298" y="1881574"/>
            <a:chExt cx="3979438" cy="969736"/>
          </a:xfrm>
        </p:grpSpPr>
        <p:sp>
          <p:nvSpPr>
            <p:cNvPr id="58" name="Rounded Rectangle 57">
              <a:extLst>
                <a:ext uri="{FF2B5EF4-FFF2-40B4-BE49-F238E27FC236}">
                  <a16:creationId xmlns:a16="http://schemas.microsoft.com/office/drawing/2014/main" id="{895DE74B-17F4-504B-08C1-89774782BB13}"/>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4ED71690-0980-8F06-7F9B-AF674F59953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4B9FF4FC-85A7-B4BE-3438-AF04F8862F4A}"/>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1" name="Text Placeholder 47">
            <a:extLst>
              <a:ext uri="{FF2B5EF4-FFF2-40B4-BE49-F238E27FC236}">
                <a16:creationId xmlns:a16="http://schemas.microsoft.com/office/drawing/2014/main" id="{1291A37F-B1C9-E988-0429-04B301FAE502}"/>
              </a:ext>
            </a:extLst>
          </p:cNvPr>
          <p:cNvSpPr>
            <a:spLocks noGrp="1"/>
          </p:cNvSpPr>
          <p:nvPr>
            <p:ph type="body" sz="quarter" idx="25" hasCustomPrompt="1"/>
          </p:nvPr>
        </p:nvSpPr>
        <p:spPr>
          <a:xfrm>
            <a:off x="9840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055AE0B4-BF0B-B8F1-987C-CF7D7BB90555}"/>
              </a:ext>
            </a:extLst>
          </p:cNvPr>
          <p:cNvSpPr>
            <a:spLocks noGrp="1"/>
          </p:cNvSpPr>
          <p:nvPr>
            <p:ph type="body" sz="quarter" idx="26" hasCustomPrompt="1"/>
          </p:nvPr>
        </p:nvSpPr>
        <p:spPr>
          <a:xfrm>
            <a:off x="25067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9D414C50-C232-0C0A-5108-4EA197CA0E9E}"/>
              </a:ext>
            </a:extLst>
          </p:cNvPr>
          <p:cNvSpPr>
            <a:spLocks noGrp="1"/>
          </p:cNvSpPr>
          <p:nvPr>
            <p:ph type="body" sz="quarter" idx="27" hasCustomPrompt="1"/>
          </p:nvPr>
        </p:nvSpPr>
        <p:spPr>
          <a:xfrm>
            <a:off x="40293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A81737DE-97B0-B2C2-A419-91EBE7D8226E}"/>
              </a:ext>
            </a:extLst>
          </p:cNvPr>
          <p:cNvSpPr>
            <a:spLocks noGrp="1"/>
          </p:cNvSpPr>
          <p:nvPr>
            <p:ph type="body" sz="quarter" idx="28" hasCustomPrompt="1"/>
          </p:nvPr>
        </p:nvSpPr>
        <p:spPr>
          <a:xfrm>
            <a:off x="9840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5" name="Text Placeholder 47">
            <a:extLst>
              <a:ext uri="{FF2B5EF4-FFF2-40B4-BE49-F238E27FC236}">
                <a16:creationId xmlns:a16="http://schemas.microsoft.com/office/drawing/2014/main" id="{4366AA90-6795-DEE3-1569-C5E511B8B6BD}"/>
              </a:ext>
            </a:extLst>
          </p:cNvPr>
          <p:cNvSpPr>
            <a:spLocks noGrp="1"/>
          </p:cNvSpPr>
          <p:nvPr>
            <p:ph type="body" sz="quarter" idx="29" hasCustomPrompt="1"/>
          </p:nvPr>
        </p:nvSpPr>
        <p:spPr>
          <a:xfrm>
            <a:off x="25067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6" name="Text Placeholder 47">
            <a:extLst>
              <a:ext uri="{FF2B5EF4-FFF2-40B4-BE49-F238E27FC236}">
                <a16:creationId xmlns:a16="http://schemas.microsoft.com/office/drawing/2014/main" id="{6D26B3A5-2F90-0727-078A-50A1114C17EE}"/>
              </a:ext>
            </a:extLst>
          </p:cNvPr>
          <p:cNvSpPr>
            <a:spLocks noGrp="1"/>
          </p:cNvSpPr>
          <p:nvPr>
            <p:ph type="body" sz="quarter" idx="30" hasCustomPrompt="1"/>
          </p:nvPr>
        </p:nvSpPr>
        <p:spPr>
          <a:xfrm>
            <a:off x="40293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7" name="Text Placeholder 47">
            <a:extLst>
              <a:ext uri="{FF2B5EF4-FFF2-40B4-BE49-F238E27FC236}">
                <a16:creationId xmlns:a16="http://schemas.microsoft.com/office/drawing/2014/main" id="{DFB23C7F-A71D-104D-1937-246091888BBE}"/>
              </a:ext>
            </a:extLst>
          </p:cNvPr>
          <p:cNvSpPr>
            <a:spLocks noGrp="1"/>
          </p:cNvSpPr>
          <p:nvPr>
            <p:ph type="body" sz="quarter" idx="31" hasCustomPrompt="1"/>
          </p:nvPr>
        </p:nvSpPr>
        <p:spPr>
          <a:xfrm>
            <a:off x="68514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8" name="Text Placeholder 47">
            <a:extLst>
              <a:ext uri="{FF2B5EF4-FFF2-40B4-BE49-F238E27FC236}">
                <a16:creationId xmlns:a16="http://schemas.microsoft.com/office/drawing/2014/main" id="{CAA3A87C-364C-F74B-82F6-1AE88BFC4937}"/>
              </a:ext>
            </a:extLst>
          </p:cNvPr>
          <p:cNvSpPr>
            <a:spLocks noGrp="1"/>
          </p:cNvSpPr>
          <p:nvPr>
            <p:ph type="body" sz="quarter" idx="32" hasCustomPrompt="1"/>
          </p:nvPr>
        </p:nvSpPr>
        <p:spPr>
          <a:xfrm>
            <a:off x="83741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9" name="Text Placeholder 47">
            <a:extLst>
              <a:ext uri="{FF2B5EF4-FFF2-40B4-BE49-F238E27FC236}">
                <a16:creationId xmlns:a16="http://schemas.microsoft.com/office/drawing/2014/main" id="{F1D18461-B937-FB69-39A2-3DC6BE0BE5F8}"/>
              </a:ext>
            </a:extLst>
          </p:cNvPr>
          <p:cNvSpPr>
            <a:spLocks noGrp="1"/>
          </p:cNvSpPr>
          <p:nvPr>
            <p:ph type="body" sz="quarter" idx="33" hasCustomPrompt="1"/>
          </p:nvPr>
        </p:nvSpPr>
        <p:spPr>
          <a:xfrm>
            <a:off x="98967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0" name="Text Placeholder 47">
            <a:extLst>
              <a:ext uri="{FF2B5EF4-FFF2-40B4-BE49-F238E27FC236}">
                <a16:creationId xmlns:a16="http://schemas.microsoft.com/office/drawing/2014/main" id="{EBD656C6-7CEB-2B0A-E374-38C80068ED9E}"/>
              </a:ext>
            </a:extLst>
          </p:cNvPr>
          <p:cNvSpPr>
            <a:spLocks noGrp="1"/>
          </p:cNvSpPr>
          <p:nvPr>
            <p:ph type="body" sz="quarter" idx="34" hasCustomPrompt="1"/>
          </p:nvPr>
        </p:nvSpPr>
        <p:spPr>
          <a:xfrm>
            <a:off x="68514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1" name="Text Placeholder 47">
            <a:extLst>
              <a:ext uri="{FF2B5EF4-FFF2-40B4-BE49-F238E27FC236}">
                <a16:creationId xmlns:a16="http://schemas.microsoft.com/office/drawing/2014/main" id="{8348C0DD-7EC9-9A7D-B722-1D0B49AEBA81}"/>
              </a:ext>
            </a:extLst>
          </p:cNvPr>
          <p:cNvSpPr>
            <a:spLocks noGrp="1"/>
          </p:cNvSpPr>
          <p:nvPr>
            <p:ph type="body" sz="quarter" idx="35" hasCustomPrompt="1"/>
          </p:nvPr>
        </p:nvSpPr>
        <p:spPr>
          <a:xfrm>
            <a:off x="83741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2" name="Text Placeholder 47">
            <a:extLst>
              <a:ext uri="{FF2B5EF4-FFF2-40B4-BE49-F238E27FC236}">
                <a16:creationId xmlns:a16="http://schemas.microsoft.com/office/drawing/2014/main" id="{A09086DD-9B86-7C7E-E761-C7DAD49FEDE5}"/>
              </a:ext>
            </a:extLst>
          </p:cNvPr>
          <p:cNvSpPr>
            <a:spLocks noGrp="1"/>
          </p:cNvSpPr>
          <p:nvPr>
            <p:ph type="body" sz="quarter" idx="36" hasCustomPrompt="1"/>
          </p:nvPr>
        </p:nvSpPr>
        <p:spPr>
          <a:xfrm>
            <a:off x="98967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cxnSp>
        <p:nvCxnSpPr>
          <p:cNvPr id="52" name="Straight Connector 51">
            <a:extLst>
              <a:ext uri="{FF2B5EF4-FFF2-40B4-BE49-F238E27FC236}">
                <a16:creationId xmlns:a16="http://schemas.microsoft.com/office/drawing/2014/main" id="{4A59914B-319C-7674-C290-50747FD074B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73" name="Rounded Rectangle 72">
            <a:extLst>
              <a:ext uri="{FF2B5EF4-FFF2-40B4-BE49-F238E27FC236}">
                <a16:creationId xmlns:a16="http://schemas.microsoft.com/office/drawing/2014/main" id="{9C109D29-E6BD-99CE-B932-BF9207263CA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aphic 62">
            <a:extLst>
              <a:ext uri="{FF2B5EF4-FFF2-40B4-BE49-F238E27FC236}">
                <a16:creationId xmlns:a16="http://schemas.microsoft.com/office/drawing/2014/main" id="{1EC79FF0-4551-BDB5-3156-C499F4812DB4}"/>
              </a:ext>
            </a:extLst>
          </p:cNvPr>
          <p:cNvGrpSpPr/>
          <p:nvPr userDrawn="1"/>
        </p:nvGrpSpPr>
        <p:grpSpPr>
          <a:xfrm>
            <a:off x="11389259" y="459884"/>
            <a:ext cx="352694" cy="349203"/>
            <a:chOff x="10767269" y="208371"/>
            <a:chExt cx="182844" cy="181034"/>
          </a:xfrm>
        </p:grpSpPr>
        <p:sp>
          <p:nvSpPr>
            <p:cNvPr id="82" name="Freeform 81">
              <a:extLst>
                <a:ext uri="{FF2B5EF4-FFF2-40B4-BE49-F238E27FC236}">
                  <a16:creationId xmlns:a16="http://schemas.microsoft.com/office/drawing/2014/main" id="{4A884087-4B5E-60A2-65F8-B2E7865D577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D8B7DABB-B630-FBCD-3D00-54CC30B8A1D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06F15D6F-7193-B0E4-38E1-3BE7EB437F3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6B677A8A-1E5D-8AD9-8876-A56085A50197}"/>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C57C0746-B15E-05C1-3C47-12F65022D78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6" name="Slide Number Placeholder 5">
            <a:extLst>
              <a:ext uri="{FF2B5EF4-FFF2-40B4-BE49-F238E27FC236}">
                <a16:creationId xmlns:a16="http://schemas.microsoft.com/office/drawing/2014/main" id="{A308D49B-1DC1-CEDA-888D-C5575652F6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4159992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29" name="Straight Connector 28">
            <a:extLst>
              <a:ext uri="{FF2B5EF4-FFF2-40B4-BE49-F238E27FC236}">
                <a16:creationId xmlns:a16="http://schemas.microsoft.com/office/drawing/2014/main" id="{725CABC6-B70A-1CCD-3E9B-C6A9B29B3399}"/>
              </a:ext>
            </a:extLst>
          </p:cNvPr>
          <p:cNvCxnSpPr>
            <a:cxnSpLocks/>
          </p:cNvCxnSpPr>
          <p:nvPr userDrawn="1"/>
        </p:nvCxnSpPr>
        <p:spPr>
          <a:xfrm>
            <a:off x="7402284" y="1952580"/>
            <a:ext cx="0" cy="4184148"/>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715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71343363-B34A-5380-F039-A69DF0D3EFF1}"/>
              </a:ext>
            </a:extLst>
          </p:cNvPr>
          <p:cNvGrpSpPr/>
          <p:nvPr userDrawn="1"/>
        </p:nvGrpSpPr>
        <p:grpSpPr>
          <a:xfrm>
            <a:off x="7576456" y="3318432"/>
            <a:ext cx="4164693" cy="1397000"/>
            <a:chOff x="6235700" y="3413432"/>
            <a:chExt cx="5505450" cy="1397000"/>
          </a:xfrm>
        </p:grpSpPr>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6235700" y="3413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6235700" y="4810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318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573801"/>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916701"/>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669DFE8-ED58-9FBC-B593-6E740EA0190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144A2FD-F01C-958C-FDE6-A4D5B6DB0C3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aphic 62">
            <a:extLst>
              <a:ext uri="{FF2B5EF4-FFF2-40B4-BE49-F238E27FC236}">
                <a16:creationId xmlns:a16="http://schemas.microsoft.com/office/drawing/2014/main" id="{C8823CD0-E621-A352-B41A-E2263B9D131F}"/>
              </a:ext>
            </a:extLst>
          </p:cNvPr>
          <p:cNvGrpSpPr/>
          <p:nvPr userDrawn="1"/>
        </p:nvGrpSpPr>
        <p:grpSpPr>
          <a:xfrm>
            <a:off x="11389259" y="459884"/>
            <a:ext cx="352694" cy="349203"/>
            <a:chOff x="10767269" y="208371"/>
            <a:chExt cx="182844" cy="181034"/>
          </a:xfrm>
        </p:grpSpPr>
        <p:sp>
          <p:nvSpPr>
            <p:cNvPr id="63" name="Freeform 62">
              <a:extLst>
                <a:ext uri="{FF2B5EF4-FFF2-40B4-BE49-F238E27FC236}">
                  <a16:creationId xmlns:a16="http://schemas.microsoft.com/office/drawing/2014/main" id="{151085E5-093B-9008-0A02-50B8F58EA78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26C3A35F-DE91-1C0C-AB95-89DD01EA3C3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5BE2DF28-9F05-6B31-48E1-4F757B65CF7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5ED8DEB0-5590-CF2F-66AC-1FA78F0012C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7" name="Freeform 66">
              <a:extLst>
                <a:ext uri="{FF2B5EF4-FFF2-40B4-BE49-F238E27FC236}">
                  <a16:creationId xmlns:a16="http://schemas.microsoft.com/office/drawing/2014/main" id="{446A2350-F6A5-697E-4780-A398A53E58F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E14CF06B-3CD6-F38D-7BB2-3F9808919C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4" name="Text Placeholder 47">
            <a:extLst>
              <a:ext uri="{FF2B5EF4-FFF2-40B4-BE49-F238E27FC236}">
                <a16:creationId xmlns:a16="http://schemas.microsoft.com/office/drawing/2014/main" id="{BD4E8EE7-B1A8-DA6E-F10D-BAEFE7195A52}"/>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5" name="Text Placeholder 47">
            <a:extLst>
              <a:ext uri="{FF2B5EF4-FFF2-40B4-BE49-F238E27FC236}">
                <a16:creationId xmlns:a16="http://schemas.microsoft.com/office/drawing/2014/main" id="{DCCF77D9-02A6-646B-2B6A-028FBD47A79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52187560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Break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6238875"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pic>
        <p:nvPicPr>
          <p:cNvPr id="39" name="Image Container">
            <a:extLst>
              <a:ext uri="{FF2B5EF4-FFF2-40B4-BE49-F238E27FC236}">
                <a16:creationId xmlns:a16="http://schemas.microsoft.com/office/drawing/2014/main" id="{994C64B0-6844-F14C-9A96-84F575FFD2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Picture Placeholder 3">
            <a:extLst>
              <a:ext uri="{FF2B5EF4-FFF2-40B4-BE49-F238E27FC236}">
                <a16:creationId xmlns:a16="http://schemas.microsoft.com/office/drawing/2014/main" id="{50414987-E602-D247-B27C-47B0956233F2}"/>
              </a:ext>
            </a:extLst>
          </p:cNvPr>
          <p:cNvSpPr>
            <a:spLocks noGrp="1"/>
          </p:cNvSpPr>
          <p:nvPr>
            <p:ph type="pic" sz="quarter" idx="10"/>
          </p:nvPr>
        </p:nvSpPr>
        <p:spPr>
          <a:xfrm>
            <a:off x="714637" y="1552526"/>
            <a:ext cx="4945415" cy="4663464"/>
          </a:xfrm>
          <a:prstGeom prst="roundRect">
            <a:avLst>
              <a:gd name="adj" fmla="val 12153"/>
            </a:avLst>
          </a:prstGeom>
          <a:solidFill>
            <a:schemeClr val="bg1">
              <a:lumMod val="95000"/>
            </a:schemeClr>
          </a:solidFill>
          <a:effectLst>
            <a:outerShdw blurRad="63500" dist="38100" dir="2700000" algn="tl" rotWithShape="0">
              <a:schemeClr val="accent5">
                <a:alpha val="20000"/>
              </a:schemeClr>
            </a:outerShdw>
          </a:effectLst>
        </p:spPr>
        <p:txBody>
          <a:bodyPr/>
          <a:lstStyle>
            <a:lvl1pPr marL="0" indent="0">
              <a:buNone/>
              <a:defRPr/>
            </a:lvl1pPr>
          </a:lstStyle>
          <a:p>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6238874"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Slide Number Placeholder 5">
            <a:extLst>
              <a:ext uri="{FF2B5EF4-FFF2-40B4-BE49-F238E27FC236}">
                <a16:creationId xmlns:a16="http://schemas.microsoft.com/office/drawing/2014/main" id="{E1329AC4-6902-154A-8790-5D60AF160FE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pic>
        <p:nvPicPr>
          <p:cNvPr id="13" name="Graphic 12">
            <a:extLst>
              <a:ext uri="{FF2B5EF4-FFF2-40B4-BE49-F238E27FC236}">
                <a16:creationId xmlns:a16="http://schemas.microsoft.com/office/drawing/2014/main" id="{8792B437-03D9-4ADB-247E-E56A9F54A89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68280" y="454025"/>
            <a:ext cx="1644683" cy="326325"/>
          </a:xfrm>
          <a:prstGeom prst="rect">
            <a:avLst/>
          </a:prstGeom>
        </p:spPr>
      </p:pic>
    </p:spTree>
    <p:extLst>
      <p:ext uri="{BB962C8B-B14F-4D97-AF65-F5344CB8AC3E}">
        <p14:creationId xmlns:p14="http://schemas.microsoft.com/office/powerpoint/2010/main" val="30660160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slideLayout" Target="../slideLayouts/slideLayout82.xml"/><Relationship Id="rId27" Type="http://schemas.openxmlformats.org/officeDocument/2006/relationships/slideLayout" Target="../slideLayouts/slideLayout83.xml"/><Relationship Id="rId28" Type="http://schemas.openxmlformats.org/officeDocument/2006/relationships/slideLayout" Target="../slideLayouts/slideLayout84.xml"/><Relationship Id="rId29" Type="http://schemas.openxmlformats.org/officeDocument/2006/relationships/slideLayout" Target="../slideLayouts/slideLayout85.xml"/><Relationship Id="rId30" Type="http://schemas.openxmlformats.org/officeDocument/2006/relationships/slideLayout" Target="../slideLayouts/slideLayout86.xml"/><Relationship Id="rId31" Type="http://schemas.openxmlformats.org/officeDocument/2006/relationships/slideLayout" Target="../slideLayouts/slideLayout87.xml"/><Relationship Id="rId32" Type="http://schemas.openxmlformats.org/officeDocument/2006/relationships/slideLayout" Target="../slideLayouts/slideLayout88.xml"/><Relationship Id="rId33" Type="http://schemas.openxmlformats.org/officeDocument/2006/relationships/slideLayout" Target="../slideLayouts/slideLayout89.xml"/><Relationship Id="rId34" Type="http://schemas.openxmlformats.org/officeDocument/2006/relationships/slideLayout" Target="../slideLayouts/slideLayout90.xml"/><Relationship Id="rId35" Type="http://schemas.openxmlformats.org/officeDocument/2006/relationships/slideLayout" Target="../slideLayouts/slideLayout91.xml"/><Relationship Id="rId36" Type="http://schemas.openxmlformats.org/officeDocument/2006/relationships/slideLayout" Target="../slideLayouts/slideLayout92.xml"/><Relationship Id="rId37" Type="http://schemas.openxmlformats.org/officeDocument/2006/relationships/slideLayout" Target="../slideLayouts/slideLayout93.xml"/><Relationship Id="rId38" Type="http://schemas.openxmlformats.org/officeDocument/2006/relationships/slideLayout" Target="../slideLayouts/slideLayout94.xml"/><Relationship Id="rId39" Type="http://schemas.openxmlformats.org/officeDocument/2006/relationships/slideLayout" Target="../slideLayouts/slideLayout95.xml"/><Relationship Id="rId40" Type="http://schemas.openxmlformats.org/officeDocument/2006/relationships/slideLayout" Target="../slideLayouts/slideLayout96.xml"/><Relationship Id="rId41" Type="http://schemas.openxmlformats.org/officeDocument/2006/relationships/slideLayout" Target="../slideLayouts/slideLayout97.xml"/><Relationship Id="rId42" Type="http://schemas.openxmlformats.org/officeDocument/2006/relationships/slideLayout" Target="../slideLayouts/slideLayout98.xml"/><Relationship Id="rId43" Type="http://schemas.openxmlformats.org/officeDocument/2006/relationships/slideLayout" Target="../slideLayouts/slideLayout99.xml"/><Relationship Id="rId44" Type="http://schemas.openxmlformats.org/officeDocument/2006/relationships/slideLayout" Target="../slideLayouts/slideLayout100.xml"/><Relationship Id="rId45" Type="http://schemas.openxmlformats.org/officeDocument/2006/relationships/slideLayout" Target="../slideLayouts/slideLayout101.xml"/><Relationship Id="rId46" Type="http://schemas.openxmlformats.org/officeDocument/2006/relationships/slideLayout" Target="../slideLayouts/slideLayout102.xml"/><Relationship Id="rId47" Type="http://schemas.openxmlformats.org/officeDocument/2006/relationships/slideLayout" Target="../slideLayouts/slideLayout103.xml"/><Relationship Id="rId48" Type="http://schemas.openxmlformats.org/officeDocument/2006/relationships/slideLayout" Target="../slideLayouts/slideLayout104.xml"/><Relationship Id="rId49" Type="http://schemas.openxmlformats.org/officeDocument/2006/relationships/slideLayout" Target="../slideLayouts/slideLayout105.xml"/><Relationship Id="rId50" Type="http://schemas.openxmlformats.org/officeDocument/2006/relationships/slideLayout" Target="../slideLayouts/slideLayout106.xml"/><Relationship Id="rId51" Type="http://schemas.openxmlformats.org/officeDocument/2006/relationships/slideLayout" Target="../slideLayouts/slideLayout107.xml"/><Relationship Id="rId52" Type="http://schemas.openxmlformats.org/officeDocument/2006/relationships/slideLayout" Target="../slideLayouts/slideLayout108.xml"/><Relationship Id="rId53" Type="http://schemas.openxmlformats.org/officeDocument/2006/relationships/slideLayout" Target="../slideLayouts/slideLayout109.xml"/><Relationship Id="rId54" Type="http://schemas.openxmlformats.org/officeDocument/2006/relationships/slideLayout" Target="../slideLayouts/slideLayout110.xml"/><Relationship Id="rId55" Type="http://schemas.openxmlformats.org/officeDocument/2006/relationships/slideLayout" Target="../slideLayouts/slideLayout111.xml"/><Relationship Id="rId5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F261C-7E9A-A54E-95BB-84B1ABAB96E6}"/>
              </a:ext>
            </a:extLst>
          </p:cNvPr>
          <p:cNvSpPr>
            <a:spLocks noGrp="1"/>
          </p:cNvSpPr>
          <p:nvPr>
            <p:ph type="body" idx="1"/>
          </p:nvPr>
        </p:nvSpPr>
        <p:spPr>
          <a:xfrm>
            <a:off x="457200" y="1521911"/>
            <a:ext cx="5517671" cy="382869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p:txBody>
      </p:sp>
      <p:grpSp>
        <p:nvGrpSpPr>
          <p:cNvPr id="7" name="MARGINS" hidden="1">
            <a:extLst>
              <a:ext uri="{FF2B5EF4-FFF2-40B4-BE49-F238E27FC236}">
                <a16:creationId xmlns:a16="http://schemas.microsoft.com/office/drawing/2014/main" id="{F97F8C87-B458-E24A-B1DF-D1CDD0993413}"/>
              </a:ext>
            </a:extLst>
          </p:cNvPr>
          <p:cNvGrpSpPr/>
          <p:nvPr userDrawn="1"/>
        </p:nvGrpSpPr>
        <p:grpSpPr>
          <a:xfrm>
            <a:off x="-2" y="0"/>
            <a:ext cx="12192003" cy="6858000"/>
            <a:chOff x="-2" y="0"/>
            <a:chExt cx="12192003" cy="6858000"/>
          </a:xfrm>
        </p:grpSpPr>
        <p:sp>
          <p:nvSpPr>
            <p:cNvPr id="8" name=".5 Margin Left">
              <a:extLst>
                <a:ext uri="{FF2B5EF4-FFF2-40B4-BE49-F238E27FC236}">
                  <a16:creationId xmlns:a16="http://schemas.microsoft.com/office/drawing/2014/main" id="{601FC56E-3ED1-C84A-ACDE-BEE6450AD3A2}"/>
                </a:ext>
              </a:extLst>
            </p:cNvPr>
            <p:cNvSpPr/>
            <p:nvPr userDrawn="1"/>
          </p:nvSpPr>
          <p:spPr>
            <a:xfrm>
              <a:off x="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5 Margin Right">
              <a:extLst>
                <a:ext uri="{FF2B5EF4-FFF2-40B4-BE49-F238E27FC236}">
                  <a16:creationId xmlns:a16="http://schemas.microsoft.com/office/drawing/2014/main" id="{C1E2D324-E45E-F447-BF36-52EB89B841A7}"/>
                </a:ext>
              </a:extLst>
            </p:cNvPr>
            <p:cNvSpPr/>
            <p:nvPr userDrawn="1"/>
          </p:nvSpPr>
          <p:spPr>
            <a:xfrm>
              <a:off x="1173480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5 Margin Left">
              <a:extLst>
                <a:ext uri="{FF2B5EF4-FFF2-40B4-BE49-F238E27FC236}">
                  <a16:creationId xmlns:a16="http://schemas.microsoft.com/office/drawing/2014/main" id="{AEF53A4F-65B4-F24F-9C9C-19CEB17584BD}"/>
                </a:ext>
              </a:extLst>
            </p:cNvPr>
            <p:cNvSpPr/>
            <p:nvPr userDrawn="1"/>
          </p:nvSpPr>
          <p:spPr>
            <a:xfrm rot="5400000">
              <a:off x="5867400" y="-5867402"/>
              <a:ext cx="457200" cy="12192003"/>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5 Margin Left">
              <a:extLst>
                <a:ext uri="{FF2B5EF4-FFF2-40B4-BE49-F238E27FC236}">
                  <a16:creationId xmlns:a16="http://schemas.microsoft.com/office/drawing/2014/main" id="{3C4F678A-AC94-1740-88B4-FCD250E94DF3}"/>
                </a:ext>
              </a:extLst>
            </p:cNvPr>
            <p:cNvSpPr/>
            <p:nvPr userDrawn="1"/>
          </p:nvSpPr>
          <p:spPr>
            <a:xfrm rot="5400000">
              <a:off x="5867399" y="533399"/>
              <a:ext cx="457200" cy="12192002"/>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UIDES" hidden="1">
            <a:extLst>
              <a:ext uri="{FF2B5EF4-FFF2-40B4-BE49-F238E27FC236}">
                <a16:creationId xmlns:a16="http://schemas.microsoft.com/office/drawing/2014/main" id="{1F38FB7A-11BB-A747-9754-997B154E168D}"/>
              </a:ext>
            </a:extLst>
          </p:cNvPr>
          <p:cNvGrpSpPr/>
          <p:nvPr userDrawn="1"/>
        </p:nvGrpSpPr>
        <p:grpSpPr>
          <a:xfrm>
            <a:off x="452435" y="457200"/>
            <a:ext cx="11282368" cy="5943600"/>
            <a:chOff x="452435" y="457200"/>
            <a:chExt cx="11282368" cy="5943600"/>
          </a:xfrm>
        </p:grpSpPr>
        <p:sp>
          <p:nvSpPr>
            <p:cNvPr id="13" name="Vertical">
              <a:extLst>
                <a:ext uri="{FF2B5EF4-FFF2-40B4-BE49-F238E27FC236}">
                  <a16:creationId xmlns:a16="http://schemas.microsoft.com/office/drawing/2014/main" id="{6F6DBE52-CC67-A844-AC2A-DA286A3C0F51}"/>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Vertical">
              <a:extLst>
                <a:ext uri="{FF2B5EF4-FFF2-40B4-BE49-F238E27FC236}">
                  <a16:creationId xmlns:a16="http://schemas.microsoft.com/office/drawing/2014/main" id="{85E0B4C1-18B9-AB47-8A30-060A4D948ED3}"/>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ertical">
              <a:extLst>
                <a:ext uri="{FF2B5EF4-FFF2-40B4-BE49-F238E27FC236}">
                  <a16:creationId xmlns:a16="http://schemas.microsoft.com/office/drawing/2014/main" id="{5992B7DD-7417-C843-A67F-E17A10140024}"/>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Vertical">
              <a:extLst>
                <a:ext uri="{FF2B5EF4-FFF2-40B4-BE49-F238E27FC236}">
                  <a16:creationId xmlns:a16="http://schemas.microsoft.com/office/drawing/2014/main" id="{73AA93DE-18EC-8C44-9EED-B9DF2F93767C}"/>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Vertical">
              <a:extLst>
                <a:ext uri="{FF2B5EF4-FFF2-40B4-BE49-F238E27FC236}">
                  <a16:creationId xmlns:a16="http://schemas.microsoft.com/office/drawing/2014/main" id="{7654F67B-5597-AC48-8292-767362280C1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Vertical">
              <a:extLst>
                <a:ext uri="{FF2B5EF4-FFF2-40B4-BE49-F238E27FC236}">
                  <a16:creationId xmlns:a16="http://schemas.microsoft.com/office/drawing/2014/main" id="{83D8A10E-B6C8-3743-8B1C-64510E64DAA0}"/>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Vertical">
              <a:extLst>
                <a:ext uri="{FF2B5EF4-FFF2-40B4-BE49-F238E27FC236}">
                  <a16:creationId xmlns:a16="http://schemas.microsoft.com/office/drawing/2014/main" id="{B30C9B96-79B2-A74A-9A34-4CBAFC7B069D}"/>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Vertical">
              <a:extLst>
                <a:ext uri="{FF2B5EF4-FFF2-40B4-BE49-F238E27FC236}">
                  <a16:creationId xmlns:a16="http://schemas.microsoft.com/office/drawing/2014/main" id="{472CAF3D-7E3A-7446-A892-C21F1A4A4E96}"/>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Vertical">
              <a:extLst>
                <a:ext uri="{FF2B5EF4-FFF2-40B4-BE49-F238E27FC236}">
                  <a16:creationId xmlns:a16="http://schemas.microsoft.com/office/drawing/2014/main" id="{206DB99F-7229-B74B-9EEF-74E26BBA28C0}"/>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Vertical">
              <a:extLst>
                <a:ext uri="{FF2B5EF4-FFF2-40B4-BE49-F238E27FC236}">
                  <a16:creationId xmlns:a16="http://schemas.microsoft.com/office/drawing/2014/main" id="{B8319E2D-E334-8A41-B788-55FC5FC8468E}"/>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Vertical">
              <a:extLst>
                <a:ext uri="{FF2B5EF4-FFF2-40B4-BE49-F238E27FC236}">
                  <a16:creationId xmlns:a16="http://schemas.microsoft.com/office/drawing/2014/main" id="{8DFE1C8D-970F-C54F-A83D-A56013E67C9E}"/>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Vertical">
              <a:extLst>
                <a:ext uri="{FF2B5EF4-FFF2-40B4-BE49-F238E27FC236}">
                  <a16:creationId xmlns:a16="http://schemas.microsoft.com/office/drawing/2014/main" id="{3ED0410F-4029-974C-9BFE-B86B36C287EC}"/>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Horizontal">
              <a:extLst>
                <a:ext uri="{FF2B5EF4-FFF2-40B4-BE49-F238E27FC236}">
                  <a16:creationId xmlns:a16="http://schemas.microsoft.com/office/drawing/2014/main" id="{494BF6FE-0B3E-C344-8723-FA7EC7FBA20E}"/>
                </a:ext>
              </a:extLst>
            </p:cNvPr>
            <p:cNvSpPr/>
            <p:nvPr userDrawn="1"/>
          </p:nvSpPr>
          <p:spPr>
            <a:xfrm rot="5400000">
              <a:off x="5636418" y="-471916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Horizontal">
              <a:extLst>
                <a:ext uri="{FF2B5EF4-FFF2-40B4-BE49-F238E27FC236}">
                  <a16:creationId xmlns:a16="http://schemas.microsoft.com/office/drawing/2014/main" id="{97FB98F8-D35C-6C44-87E1-3FC472889165}"/>
                </a:ext>
              </a:extLst>
            </p:cNvPr>
            <p:cNvSpPr/>
            <p:nvPr userDrawn="1"/>
          </p:nvSpPr>
          <p:spPr>
            <a:xfrm rot="5400000">
              <a:off x="5636418" y="294798"/>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Horizontal">
              <a:extLst>
                <a:ext uri="{FF2B5EF4-FFF2-40B4-BE49-F238E27FC236}">
                  <a16:creationId xmlns:a16="http://schemas.microsoft.com/office/drawing/2014/main" id="{A4C816D6-64D0-9F47-B6E0-DCAFD77164EB}"/>
                </a:ext>
              </a:extLst>
            </p:cNvPr>
            <p:cNvSpPr/>
            <p:nvPr userDrawn="1"/>
          </p:nvSpPr>
          <p:spPr>
            <a:xfrm rot="5400000">
              <a:off x="5636420" y="-346567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Horizontal">
              <a:extLst>
                <a:ext uri="{FF2B5EF4-FFF2-40B4-BE49-F238E27FC236}">
                  <a16:creationId xmlns:a16="http://schemas.microsoft.com/office/drawing/2014/main" id="{7223F443-0F5B-5243-846C-3F4634566A5F}"/>
                </a:ext>
              </a:extLst>
            </p:cNvPr>
            <p:cNvSpPr/>
            <p:nvPr userDrawn="1"/>
          </p:nvSpPr>
          <p:spPr>
            <a:xfrm rot="5400000">
              <a:off x="5636421" y="-221218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Horizontal">
              <a:extLst>
                <a:ext uri="{FF2B5EF4-FFF2-40B4-BE49-F238E27FC236}">
                  <a16:creationId xmlns:a16="http://schemas.microsoft.com/office/drawing/2014/main" id="{95B73864-022F-6C41-A616-E7092CD75DB1}"/>
                </a:ext>
              </a:extLst>
            </p:cNvPr>
            <p:cNvSpPr/>
            <p:nvPr userDrawn="1"/>
          </p:nvSpPr>
          <p:spPr>
            <a:xfrm rot="5400000">
              <a:off x="5636418" y="-95869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UIDES" hidden="1">
            <a:extLst>
              <a:ext uri="{FF2B5EF4-FFF2-40B4-BE49-F238E27FC236}">
                <a16:creationId xmlns:a16="http://schemas.microsoft.com/office/drawing/2014/main" id="{DEF3DEDB-B417-8A4A-990F-9ECA3A8D92D3}"/>
              </a:ext>
            </a:extLst>
          </p:cNvPr>
          <p:cNvGrpSpPr/>
          <p:nvPr userDrawn="1"/>
        </p:nvGrpSpPr>
        <p:grpSpPr>
          <a:xfrm>
            <a:off x="462303" y="452296"/>
            <a:ext cx="11282368" cy="5943600"/>
            <a:chOff x="452435" y="457200"/>
            <a:chExt cx="11282368" cy="5943600"/>
          </a:xfrm>
        </p:grpSpPr>
        <p:sp>
          <p:nvSpPr>
            <p:cNvPr id="31" name="Vertical">
              <a:extLst>
                <a:ext uri="{FF2B5EF4-FFF2-40B4-BE49-F238E27FC236}">
                  <a16:creationId xmlns:a16="http://schemas.microsoft.com/office/drawing/2014/main" id="{56E9CB93-386F-8943-8F94-E067DC3D2207}"/>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Vertical">
              <a:extLst>
                <a:ext uri="{FF2B5EF4-FFF2-40B4-BE49-F238E27FC236}">
                  <a16:creationId xmlns:a16="http://schemas.microsoft.com/office/drawing/2014/main" id="{8EA4F0F1-1D31-0343-BE4C-35AC7F4D5C9A}"/>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Vertical">
              <a:extLst>
                <a:ext uri="{FF2B5EF4-FFF2-40B4-BE49-F238E27FC236}">
                  <a16:creationId xmlns:a16="http://schemas.microsoft.com/office/drawing/2014/main" id="{4B20E45E-6C43-A748-A067-99F1D1742B5C}"/>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ertical">
              <a:extLst>
                <a:ext uri="{FF2B5EF4-FFF2-40B4-BE49-F238E27FC236}">
                  <a16:creationId xmlns:a16="http://schemas.microsoft.com/office/drawing/2014/main" id="{BE42DA74-B259-C641-A428-FEE879B3126E}"/>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Vertical">
              <a:extLst>
                <a:ext uri="{FF2B5EF4-FFF2-40B4-BE49-F238E27FC236}">
                  <a16:creationId xmlns:a16="http://schemas.microsoft.com/office/drawing/2014/main" id="{EDD86A3B-C0C1-214B-B364-AE1B133FB9F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Vertical">
              <a:extLst>
                <a:ext uri="{FF2B5EF4-FFF2-40B4-BE49-F238E27FC236}">
                  <a16:creationId xmlns:a16="http://schemas.microsoft.com/office/drawing/2014/main" id="{18A7C85F-E830-2C46-BDEA-043930544B28}"/>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Vertical">
              <a:extLst>
                <a:ext uri="{FF2B5EF4-FFF2-40B4-BE49-F238E27FC236}">
                  <a16:creationId xmlns:a16="http://schemas.microsoft.com/office/drawing/2014/main" id="{6806ED67-F596-E045-B277-7980EC3602F2}"/>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Vertical">
              <a:extLst>
                <a:ext uri="{FF2B5EF4-FFF2-40B4-BE49-F238E27FC236}">
                  <a16:creationId xmlns:a16="http://schemas.microsoft.com/office/drawing/2014/main" id="{9BE60CBC-932A-7940-9094-11D98E0D6FFC}"/>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Vertical">
              <a:extLst>
                <a:ext uri="{FF2B5EF4-FFF2-40B4-BE49-F238E27FC236}">
                  <a16:creationId xmlns:a16="http://schemas.microsoft.com/office/drawing/2014/main" id="{7B354DD2-B04F-CB45-A6B1-E25192964808}"/>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Vertical">
              <a:extLst>
                <a:ext uri="{FF2B5EF4-FFF2-40B4-BE49-F238E27FC236}">
                  <a16:creationId xmlns:a16="http://schemas.microsoft.com/office/drawing/2014/main" id="{04FB5108-600F-FE44-8ADB-3B9B3FE473AF}"/>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Vertical">
              <a:extLst>
                <a:ext uri="{FF2B5EF4-FFF2-40B4-BE49-F238E27FC236}">
                  <a16:creationId xmlns:a16="http://schemas.microsoft.com/office/drawing/2014/main" id="{DE32E3B2-B0B3-3C46-B95F-FE7D3AE35A16}"/>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Vertical">
              <a:extLst>
                <a:ext uri="{FF2B5EF4-FFF2-40B4-BE49-F238E27FC236}">
                  <a16:creationId xmlns:a16="http://schemas.microsoft.com/office/drawing/2014/main" id="{EF1378F1-08A0-024F-A478-63A108CD8854}"/>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Horizontal">
              <a:extLst>
                <a:ext uri="{FF2B5EF4-FFF2-40B4-BE49-F238E27FC236}">
                  <a16:creationId xmlns:a16="http://schemas.microsoft.com/office/drawing/2014/main" id="{6382A304-ED86-FA46-9150-CECDFB8A3D82}"/>
                </a:ext>
              </a:extLst>
            </p:cNvPr>
            <p:cNvSpPr/>
            <p:nvPr userDrawn="1"/>
          </p:nvSpPr>
          <p:spPr>
            <a:xfrm rot="5400000">
              <a:off x="5750718" y="-483346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Horizontal">
              <a:extLst>
                <a:ext uri="{FF2B5EF4-FFF2-40B4-BE49-F238E27FC236}">
                  <a16:creationId xmlns:a16="http://schemas.microsoft.com/office/drawing/2014/main" id="{69671F19-D3AD-084F-9D11-67486D280915}"/>
                </a:ext>
              </a:extLst>
            </p:cNvPr>
            <p:cNvSpPr/>
            <p:nvPr userDrawn="1"/>
          </p:nvSpPr>
          <p:spPr>
            <a:xfrm rot="5400000">
              <a:off x="5750718" y="416513"/>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Horizontal">
              <a:extLst>
                <a:ext uri="{FF2B5EF4-FFF2-40B4-BE49-F238E27FC236}">
                  <a16:creationId xmlns:a16="http://schemas.microsoft.com/office/drawing/2014/main" id="{59529CC0-4889-0444-BC8F-6BAE51E7558F}"/>
                </a:ext>
              </a:extLst>
            </p:cNvPr>
            <p:cNvSpPr/>
            <p:nvPr userDrawn="1"/>
          </p:nvSpPr>
          <p:spPr>
            <a:xfrm rot="5400000">
              <a:off x="5750720" y="-378346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Horizontal">
              <a:extLst>
                <a:ext uri="{FF2B5EF4-FFF2-40B4-BE49-F238E27FC236}">
                  <a16:creationId xmlns:a16="http://schemas.microsoft.com/office/drawing/2014/main" id="{3BB80DB8-E8A5-FF4D-9091-B4AE03F5FB74}"/>
                </a:ext>
              </a:extLst>
            </p:cNvPr>
            <p:cNvSpPr/>
            <p:nvPr userDrawn="1"/>
          </p:nvSpPr>
          <p:spPr>
            <a:xfrm rot="5400000">
              <a:off x="5750721" y="-273347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Horizontal">
              <a:extLst>
                <a:ext uri="{FF2B5EF4-FFF2-40B4-BE49-F238E27FC236}">
                  <a16:creationId xmlns:a16="http://schemas.microsoft.com/office/drawing/2014/main" id="{8D89C0B6-DBC9-4A44-85EE-0BFB3A2DDE63}"/>
                </a:ext>
              </a:extLst>
            </p:cNvPr>
            <p:cNvSpPr/>
            <p:nvPr userDrawn="1"/>
          </p:nvSpPr>
          <p:spPr>
            <a:xfrm rot="5400000">
              <a:off x="5750719" y="-63348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Horizontal">
              <a:extLst>
                <a:ext uri="{FF2B5EF4-FFF2-40B4-BE49-F238E27FC236}">
                  <a16:creationId xmlns:a16="http://schemas.microsoft.com/office/drawing/2014/main" id="{3D4DF714-6874-F447-8391-5EF183284E94}"/>
                </a:ext>
              </a:extLst>
            </p:cNvPr>
            <p:cNvSpPr/>
            <p:nvPr userDrawn="1"/>
          </p:nvSpPr>
          <p:spPr>
            <a:xfrm rot="5400000">
              <a:off x="5750719" y="-168347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3" name="Title Placeholder 82">
            <a:extLst>
              <a:ext uri="{FF2B5EF4-FFF2-40B4-BE49-F238E27FC236}">
                <a16:creationId xmlns:a16="http://schemas.microsoft.com/office/drawing/2014/main" id="{25F76A5E-2EC1-9044-9D5A-70B8CD711163}"/>
              </a:ext>
            </a:extLst>
          </p:cNvPr>
          <p:cNvSpPr>
            <a:spLocks noGrp="1"/>
          </p:cNvSpPr>
          <p:nvPr>
            <p:ph type="title"/>
          </p:nvPr>
        </p:nvSpPr>
        <p:spPr>
          <a:xfrm>
            <a:off x="450047" y="447392"/>
            <a:ext cx="5500324" cy="695608"/>
          </a:xfrm>
          <a:prstGeom prst="rect">
            <a:avLst/>
          </a:prstGeom>
        </p:spPr>
        <p:txBody>
          <a:bodyPr vert="horz" lIns="0" tIns="0" rIns="0" bIns="0" rtlCol="0" anchor="t" anchorCtr="0">
            <a:noAutofit/>
          </a:bodyPr>
          <a:lstStyle/>
          <a:p>
            <a:r>
              <a:rPr lang="en-US"/>
              <a:t>Click To Edit Master Title Style</a:t>
            </a:r>
            <a:endParaRPr lang="en-GB"/>
          </a:p>
        </p:txBody>
      </p:sp>
      <p:sp>
        <p:nvSpPr>
          <p:cNvPr id="49" name="TextBox 48">
            <a:extLst>
              <a:ext uri="{FF2B5EF4-FFF2-40B4-BE49-F238E27FC236}">
                <a16:creationId xmlns:a16="http://schemas.microsoft.com/office/drawing/2014/main" id="{7F3A1240-6455-6B5D-0BF2-C8C1367397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Tree>
    <p:extLst>
      <p:ext uri="{BB962C8B-B14F-4D97-AF65-F5344CB8AC3E}">
        <p14:creationId xmlns:p14="http://schemas.microsoft.com/office/powerpoint/2010/main" val="3866497210"/>
      </p:ext>
    </p:extLst>
  </p:cSld>
  <p:clrMap bg1="lt1" tx1="dk1" bg2="lt2" tx2="dk2" accent1="accent1" accent2="accent2" accent3="accent3" accent4="accent4" accent5="accent5" accent6="accent6" hlink="hlink" folHlink="folHlink"/>
  <p:sldLayoutIdLst>
    <p:sldLayoutId id="2147483767" r:id="rId1"/>
    <p:sldLayoutId id="2147483796" r:id="rId2"/>
    <p:sldLayoutId id="2147483808" r:id="rId3"/>
    <p:sldLayoutId id="2147483809" r:id="rId4"/>
    <p:sldLayoutId id="2147483810" r:id="rId5"/>
    <p:sldLayoutId id="2147483811" r:id="rId6"/>
    <p:sldLayoutId id="2147483696" r:id="rId7"/>
    <p:sldLayoutId id="2147483685" r:id="rId8"/>
    <p:sldLayoutId id="2147483676" r:id="rId9"/>
    <p:sldLayoutId id="2147483816" r:id="rId10"/>
    <p:sldLayoutId id="2147483817" r:id="rId11"/>
    <p:sldLayoutId id="2147483707" r:id="rId12"/>
    <p:sldLayoutId id="2147483732" r:id="rId13"/>
    <p:sldLayoutId id="2147483733" r:id="rId14"/>
    <p:sldLayoutId id="2147483735" r:id="rId15"/>
    <p:sldLayoutId id="2147483797" r:id="rId16"/>
    <p:sldLayoutId id="2147483799" r:id="rId17"/>
    <p:sldLayoutId id="2147483649" r:id="rId18"/>
    <p:sldLayoutId id="2147483798" r:id="rId19"/>
    <p:sldLayoutId id="2147483824" r:id="rId20"/>
    <p:sldLayoutId id="2147483668" r:id="rId21"/>
    <p:sldLayoutId id="2147483728" r:id="rId22"/>
    <p:sldLayoutId id="2147483714" r:id="rId23"/>
    <p:sldLayoutId id="2147483725" r:id="rId24"/>
    <p:sldLayoutId id="2147483726" r:id="rId25"/>
    <p:sldLayoutId id="2147483667" r:id="rId26"/>
    <p:sldLayoutId id="2147483713" r:id="rId27"/>
    <p:sldLayoutId id="2147483711" r:id="rId28"/>
    <p:sldLayoutId id="2147483712" r:id="rId29"/>
    <p:sldLayoutId id="2147483722" r:id="rId30"/>
    <p:sldLayoutId id="2147483739" r:id="rId31"/>
    <p:sldLayoutId id="2147483740" r:id="rId32"/>
    <p:sldLayoutId id="2147483715" r:id="rId33"/>
    <p:sldLayoutId id="2147483716" r:id="rId34"/>
    <p:sldLayoutId id="2147483825" r:id="rId35"/>
    <p:sldLayoutId id="2147483719" r:id="rId36"/>
    <p:sldLayoutId id="2147483700" r:id="rId37"/>
    <p:sldLayoutId id="2147483746" r:id="rId38"/>
    <p:sldLayoutId id="2147483695" r:id="rId39"/>
    <p:sldLayoutId id="2147483721" r:id="rId40"/>
    <p:sldLayoutId id="2147483749" r:id="rId41"/>
    <p:sldLayoutId id="2147483750" r:id="rId42"/>
    <p:sldLayoutId id="2147483751" r:id="rId43"/>
    <p:sldLayoutId id="2147483723" r:id="rId44"/>
    <p:sldLayoutId id="2147483828" r:id="rId45"/>
    <p:sldLayoutId id="2147483829" r:id="rId46"/>
    <p:sldLayoutId id="2147483753" r:id="rId47"/>
    <p:sldLayoutId id="2147483763" r:id="rId48"/>
    <p:sldLayoutId id="2147483764" r:id="rId49"/>
    <p:sldLayoutId id="2147483762" r:id="rId50"/>
    <p:sldLayoutId id="2147483727" r:id="rId51"/>
    <p:sldLayoutId id="2147483709" r:id="rId52"/>
    <p:sldLayoutId id="2147483710" r:id="rId53"/>
    <p:sldLayoutId id="2147483730" r:id="rId54"/>
    <p:sldLayoutId id="2147483708" r:id="rId55"/>
    <p:sldLayoutId id="2147483832" r:id="rId56"/>
  </p:sldLayoutIdLst>
  <p:hf hdr="0" ftr="0" dt="0"/>
  <p:txStyles>
    <p:titleStyle>
      <a:lvl1pPr algn="l" defTabSz="914400" rtl="0" eaLnBrk="1" latinLnBrk="0" hangingPunct="1">
        <a:lnSpc>
          <a:spcPts val="3000"/>
        </a:lnSpc>
        <a:spcBef>
          <a:spcPct val="0"/>
        </a:spcBef>
        <a:buNone/>
        <a:defRPr sz="3200" kern="1200">
          <a:solidFill>
            <a:schemeClr val="accent1"/>
          </a:solidFill>
          <a:latin typeface="+mj-lt"/>
          <a:ea typeface="+mj-ea"/>
          <a:cs typeface="+mj-cs"/>
        </a:defRPr>
      </a:lvl1pPr>
    </p:titleStyle>
    <p:bodyStyle>
      <a:lvl1pPr marL="279400" indent="-279400" algn="l" defTabSz="914400" rtl="0" eaLnBrk="1" latinLnBrk="0" hangingPunct="1">
        <a:lnSpc>
          <a:spcPct val="100000"/>
        </a:lnSpc>
        <a:spcBef>
          <a:spcPts val="0"/>
        </a:spcBef>
        <a:spcAft>
          <a:spcPts val="500"/>
        </a:spcAft>
        <a:buClr>
          <a:schemeClr val="accent2"/>
        </a:buClr>
        <a:buFont typeface="Wingdings" pitchFamily="2" charset="2"/>
        <a:buChar char="§"/>
        <a:tabLst/>
        <a:defRPr sz="1600" kern="1200">
          <a:solidFill>
            <a:schemeClr val="accent1"/>
          </a:solidFill>
          <a:latin typeface="+mn-lt"/>
          <a:ea typeface="+mn-ea"/>
          <a:cs typeface="+mn-cs"/>
        </a:defRPr>
      </a:lvl1pPr>
      <a:lvl2pPr marL="508000" indent="-228600" algn="l" defTabSz="914400" rtl="0" eaLnBrk="1" latinLnBrk="0" hangingPunct="1">
        <a:lnSpc>
          <a:spcPct val="100000"/>
        </a:lnSpc>
        <a:spcBef>
          <a:spcPts val="0"/>
        </a:spcBef>
        <a:spcAft>
          <a:spcPts val="600"/>
        </a:spcAft>
        <a:buClr>
          <a:schemeClr val="accent3"/>
        </a:buClr>
        <a:buFont typeface="Wingdings" pitchFamily="2" charset="2"/>
        <a:buChar char="§"/>
        <a:tabLst/>
        <a:defRPr sz="1400" kern="1200">
          <a:solidFill>
            <a:schemeClr val="accent1"/>
          </a:solidFill>
          <a:latin typeface="+mn-lt"/>
          <a:ea typeface="+mn-ea"/>
          <a:cs typeface="+mn-cs"/>
        </a:defRPr>
      </a:lvl2pPr>
      <a:lvl3pPr marL="736600" indent="-228600" algn="l" defTabSz="914400" rtl="0" eaLnBrk="1" latinLnBrk="0" hangingPunct="1">
        <a:lnSpc>
          <a:spcPct val="100000"/>
        </a:lnSpc>
        <a:spcBef>
          <a:spcPts val="0"/>
        </a:spcBef>
        <a:spcAft>
          <a:spcPts val="600"/>
        </a:spcAft>
        <a:buFont typeface="Wingdings" pitchFamily="2" charset="2"/>
        <a:buChar char="§"/>
        <a:tabLst/>
        <a:defRPr sz="12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6">
          <p15:clr>
            <a:srgbClr val="F26B43"/>
          </p15:clr>
        </p15:guide>
        <p15:guide id="2" pos="7389">
          <p15:clr>
            <a:srgbClr val="F26B43"/>
          </p15:clr>
        </p15:guide>
        <p15:guide id="3" pos="286">
          <p15:clr>
            <a:srgbClr val="F26B43"/>
          </p15:clr>
        </p15:guide>
        <p15:guide id="4" orient="horz" pos="4032">
          <p15:clr>
            <a:srgbClr val="F26B43"/>
          </p15:clr>
        </p15:guide>
        <p15:guide id="5" orient="horz" pos="3591">
          <p15:clr>
            <a:srgbClr val="9FCC3B"/>
          </p15:clr>
        </p15:guide>
        <p15:guide id="6" orient="horz" pos="3366">
          <p15:clr>
            <a:srgbClr val="9FCC3B"/>
          </p15:clr>
        </p15:guide>
        <p15:guide id="7" orient="horz" pos="2928">
          <p15:clr>
            <a:srgbClr val="9FCC3B"/>
          </p15:clr>
        </p15:guide>
        <p15:guide id="8" orient="horz" pos="2705">
          <p15:clr>
            <a:srgbClr val="9FCC3B"/>
          </p15:clr>
        </p15:guide>
        <p15:guide id="9" orient="horz" pos="2268">
          <p15:clr>
            <a:srgbClr val="9FCC3B"/>
          </p15:clr>
        </p15:guide>
        <p15:guide id="10" orient="horz" pos="2048">
          <p15:clr>
            <a:srgbClr val="9FCC3B"/>
          </p15:clr>
        </p15:guide>
        <p15:guide id="11" orient="horz" pos="1607">
          <p15:clr>
            <a:srgbClr val="9FCC3B"/>
          </p15:clr>
        </p15:guide>
        <p15:guide id="12" orient="horz" pos="1386">
          <p15:clr>
            <a:srgbClr val="9FCC3B"/>
          </p15:clr>
        </p15:guide>
        <p15:guide id="13" orient="horz" pos="948">
          <p15:clr>
            <a:srgbClr val="9FCC3B"/>
          </p15:clr>
        </p15:guide>
        <p15:guide id="14" orient="horz" pos="720">
          <p15:clr>
            <a:srgbClr val="9FCC3B"/>
          </p15:clr>
        </p15:guide>
        <p15:guide id="15" pos="730">
          <p15:clr>
            <a:srgbClr val="5ACBF0"/>
          </p15:clr>
        </p15:guide>
        <p15:guide id="16" pos="894">
          <p15:clr>
            <a:srgbClr val="5ACBF0"/>
          </p15:clr>
        </p15:guide>
        <p15:guide id="17" pos="1331">
          <p15:clr>
            <a:srgbClr val="5ACBF0"/>
          </p15:clr>
        </p15:guide>
        <p15:guide id="18" pos="1505">
          <p15:clr>
            <a:srgbClr val="5ACBF0"/>
          </p15:clr>
        </p15:guide>
        <p15:guide id="19" pos="1937">
          <p15:clr>
            <a:srgbClr val="5ACBF0"/>
          </p15:clr>
        </p15:guide>
        <p15:guide id="20" pos="2110">
          <p15:clr>
            <a:srgbClr val="5ACBF0"/>
          </p15:clr>
        </p15:guide>
        <p15:guide id="21" pos="2542">
          <p15:clr>
            <a:srgbClr val="5ACBF0"/>
          </p15:clr>
        </p15:guide>
        <p15:guide id="22" pos="2712">
          <p15:clr>
            <a:srgbClr val="5ACBF0"/>
          </p15:clr>
        </p15:guide>
        <p15:guide id="23" pos="3148">
          <p15:clr>
            <a:srgbClr val="5ACBF0"/>
          </p15:clr>
        </p15:guide>
        <p15:guide id="24" pos="3322">
          <p15:clr>
            <a:srgbClr val="5ACBF0"/>
          </p15:clr>
        </p15:guide>
        <p15:guide id="25" pos="3754">
          <p15:clr>
            <a:srgbClr val="5ACBF0"/>
          </p15:clr>
        </p15:guide>
        <p15:guide id="26" pos="3928">
          <p15:clr>
            <a:srgbClr val="5ACBF0"/>
          </p15:clr>
        </p15:guide>
        <p15:guide id="27" pos="4360">
          <p15:clr>
            <a:srgbClr val="5ACBF0"/>
          </p15:clr>
        </p15:guide>
        <p15:guide id="28" pos="4538">
          <p15:clr>
            <a:srgbClr val="5ACBF0"/>
          </p15:clr>
        </p15:guide>
        <p15:guide id="29" pos="4966">
          <p15:clr>
            <a:srgbClr val="5ACBF0"/>
          </p15:clr>
        </p15:guide>
        <p15:guide id="30" pos="5144">
          <p15:clr>
            <a:srgbClr val="5ACBF0"/>
          </p15:clr>
        </p15:guide>
        <p15:guide id="31" pos="5576">
          <p15:clr>
            <a:srgbClr val="5ACBF0"/>
          </p15:clr>
        </p15:guide>
        <p15:guide id="32" pos="5750">
          <p15:clr>
            <a:srgbClr val="5ACBF0"/>
          </p15:clr>
        </p15:guide>
        <p15:guide id="33" pos="6177">
          <p15:clr>
            <a:srgbClr val="5ACBF0"/>
          </p15:clr>
        </p15:guide>
        <p15:guide id="34" pos="6356">
          <p15:clr>
            <a:srgbClr val="5ACBF0"/>
          </p15:clr>
        </p15:guide>
        <p15:guide id="35" pos="6783">
          <p15:clr>
            <a:srgbClr val="5ACBF0"/>
          </p15:clr>
        </p15:guide>
        <p15:guide id="36" pos="6962">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F261C-7E9A-A54E-95BB-84B1ABAB96E6}"/>
              </a:ext>
            </a:extLst>
          </p:cNvPr>
          <p:cNvSpPr>
            <a:spLocks noGrp="1"/>
          </p:cNvSpPr>
          <p:nvPr>
            <p:ph type="body" idx="1"/>
          </p:nvPr>
        </p:nvSpPr>
        <p:spPr>
          <a:xfrm>
            <a:off x="457200" y="1521911"/>
            <a:ext cx="5517671" cy="382869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p:txBody>
      </p:sp>
      <p:grpSp>
        <p:nvGrpSpPr>
          <p:cNvPr id="7" name="MARGINS" hidden="1">
            <a:extLst>
              <a:ext uri="{FF2B5EF4-FFF2-40B4-BE49-F238E27FC236}">
                <a16:creationId xmlns:a16="http://schemas.microsoft.com/office/drawing/2014/main" id="{F97F8C87-B458-E24A-B1DF-D1CDD0993413}"/>
              </a:ext>
            </a:extLst>
          </p:cNvPr>
          <p:cNvGrpSpPr/>
          <p:nvPr userDrawn="1"/>
        </p:nvGrpSpPr>
        <p:grpSpPr>
          <a:xfrm>
            <a:off x="-2" y="0"/>
            <a:ext cx="12192003" cy="6858000"/>
            <a:chOff x="-2" y="0"/>
            <a:chExt cx="12192003" cy="6858000"/>
          </a:xfrm>
        </p:grpSpPr>
        <p:sp>
          <p:nvSpPr>
            <p:cNvPr id="8" name=".5 Margin Left">
              <a:extLst>
                <a:ext uri="{FF2B5EF4-FFF2-40B4-BE49-F238E27FC236}">
                  <a16:creationId xmlns:a16="http://schemas.microsoft.com/office/drawing/2014/main" id="{601FC56E-3ED1-C84A-ACDE-BEE6450AD3A2}"/>
                </a:ext>
              </a:extLst>
            </p:cNvPr>
            <p:cNvSpPr/>
            <p:nvPr userDrawn="1"/>
          </p:nvSpPr>
          <p:spPr>
            <a:xfrm>
              <a:off x="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5 Margin Right">
              <a:extLst>
                <a:ext uri="{FF2B5EF4-FFF2-40B4-BE49-F238E27FC236}">
                  <a16:creationId xmlns:a16="http://schemas.microsoft.com/office/drawing/2014/main" id="{C1E2D324-E45E-F447-BF36-52EB89B841A7}"/>
                </a:ext>
              </a:extLst>
            </p:cNvPr>
            <p:cNvSpPr/>
            <p:nvPr userDrawn="1"/>
          </p:nvSpPr>
          <p:spPr>
            <a:xfrm>
              <a:off x="1173480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5 Margin Left">
              <a:extLst>
                <a:ext uri="{FF2B5EF4-FFF2-40B4-BE49-F238E27FC236}">
                  <a16:creationId xmlns:a16="http://schemas.microsoft.com/office/drawing/2014/main" id="{AEF53A4F-65B4-F24F-9C9C-19CEB17584BD}"/>
                </a:ext>
              </a:extLst>
            </p:cNvPr>
            <p:cNvSpPr/>
            <p:nvPr userDrawn="1"/>
          </p:nvSpPr>
          <p:spPr>
            <a:xfrm rot="5400000">
              <a:off x="5867400" y="-5867402"/>
              <a:ext cx="457200" cy="12192003"/>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5 Margin Left">
              <a:extLst>
                <a:ext uri="{FF2B5EF4-FFF2-40B4-BE49-F238E27FC236}">
                  <a16:creationId xmlns:a16="http://schemas.microsoft.com/office/drawing/2014/main" id="{3C4F678A-AC94-1740-88B4-FCD250E94DF3}"/>
                </a:ext>
              </a:extLst>
            </p:cNvPr>
            <p:cNvSpPr/>
            <p:nvPr userDrawn="1"/>
          </p:nvSpPr>
          <p:spPr>
            <a:xfrm rot="5400000">
              <a:off x="5867399" y="533399"/>
              <a:ext cx="457200" cy="12192002"/>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UIDES" hidden="1">
            <a:extLst>
              <a:ext uri="{FF2B5EF4-FFF2-40B4-BE49-F238E27FC236}">
                <a16:creationId xmlns:a16="http://schemas.microsoft.com/office/drawing/2014/main" id="{1F38FB7A-11BB-A747-9754-997B154E168D}"/>
              </a:ext>
            </a:extLst>
          </p:cNvPr>
          <p:cNvGrpSpPr/>
          <p:nvPr userDrawn="1"/>
        </p:nvGrpSpPr>
        <p:grpSpPr>
          <a:xfrm>
            <a:off x="452435" y="457200"/>
            <a:ext cx="11282368" cy="5943600"/>
            <a:chOff x="452435" y="457200"/>
            <a:chExt cx="11282368" cy="5943600"/>
          </a:xfrm>
        </p:grpSpPr>
        <p:sp>
          <p:nvSpPr>
            <p:cNvPr id="13" name="Vertical">
              <a:extLst>
                <a:ext uri="{FF2B5EF4-FFF2-40B4-BE49-F238E27FC236}">
                  <a16:creationId xmlns:a16="http://schemas.microsoft.com/office/drawing/2014/main" id="{6F6DBE52-CC67-A844-AC2A-DA286A3C0F51}"/>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Vertical">
              <a:extLst>
                <a:ext uri="{FF2B5EF4-FFF2-40B4-BE49-F238E27FC236}">
                  <a16:creationId xmlns:a16="http://schemas.microsoft.com/office/drawing/2014/main" id="{85E0B4C1-18B9-AB47-8A30-060A4D948ED3}"/>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ertical">
              <a:extLst>
                <a:ext uri="{FF2B5EF4-FFF2-40B4-BE49-F238E27FC236}">
                  <a16:creationId xmlns:a16="http://schemas.microsoft.com/office/drawing/2014/main" id="{5992B7DD-7417-C843-A67F-E17A10140024}"/>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Vertical">
              <a:extLst>
                <a:ext uri="{FF2B5EF4-FFF2-40B4-BE49-F238E27FC236}">
                  <a16:creationId xmlns:a16="http://schemas.microsoft.com/office/drawing/2014/main" id="{73AA93DE-18EC-8C44-9EED-B9DF2F93767C}"/>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Vertical">
              <a:extLst>
                <a:ext uri="{FF2B5EF4-FFF2-40B4-BE49-F238E27FC236}">
                  <a16:creationId xmlns:a16="http://schemas.microsoft.com/office/drawing/2014/main" id="{7654F67B-5597-AC48-8292-767362280C1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Vertical">
              <a:extLst>
                <a:ext uri="{FF2B5EF4-FFF2-40B4-BE49-F238E27FC236}">
                  <a16:creationId xmlns:a16="http://schemas.microsoft.com/office/drawing/2014/main" id="{83D8A10E-B6C8-3743-8B1C-64510E64DAA0}"/>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Vertical">
              <a:extLst>
                <a:ext uri="{FF2B5EF4-FFF2-40B4-BE49-F238E27FC236}">
                  <a16:creationId xmlns:a16="http://schemas.microsoft.com/office/drawing/2014/main" id="{B30C9B96-79B2-A74A-9A34-4CBAFC7B069D}"/>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Vertical">
              <a:extLst>
                <a:ext uri="{FF2B5EF4-FFF2-40B4-BE49-F238E27FC236}">
                  <a16:creationId xmlns:a16="http://schemas.microsoft.com/office/drawing/2014/main" id="{472CAF3D-7E3A-7446-A892-C21F1A4A4E96}"/>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Vertical">
              <a:extLst>
                <a:ext uri="{FF2B5EF4-FFF2-40B4-BE49-F238E27FC236}">
                  <a16:creationId xmlns:a16="http://schemas.microsoft.com/office/drawing/2014/main" id="{206DB99F-7229-B74B-9EEF-74E26BBA28C0}"/>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Vertical">
              <a:extLst>
                <a:ext uri="{FF2B5EF4-FFF2-40B4-BE49-F238E27FC236}">
                  <a16:creationId xmlns:a16="http://schemas.microsoft.com/office/drawing/2014/main" id="{B8319E2D-E334-8A41-B788-55FC5FC8468E}"/>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Vertical">
              <a:extLst>
                <a:ext uri="{FF2B5EF4-FFF2-40B4-BE49-F238E27FC236}">
                  <a16:creationId xmlns:a16="http://schemas.microsoft.com/office/drawing/2014/main" id="{8DFE1C8D-970F-C54F-A83D-A56013E67C9E}"/>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Vertical">
              <a:extLst>
                <a:ext uri="{FF2B5EF4-FFF2-40B4-BE49-F238E27FC236}">
                  <a16:creationId xmlns:a16="http://schemas.microsoft.com/office/drawing/2014/main" id="{3ED0410F-4029-974C-9BFE-B86B36C287EC}"/>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Horizontal">
              <a:extLst>
                <a:ext uri="{FF2B5EF4-FFF2-40B4-BE49-F238E27FC236}">
                  <a16:creationId xmlns:a16="http://schemas.microsoft.com/office/drawing/2014/main" id="{494BF6FE-0B3E-C344-8723-FA7EC7FBA20E}"/>
                </a:ext>
              </a:extLst>
            </p:cNvPr>
            <p:cNvSpPr/>
            <p:nvPr userDrawn="1"/>
          </p:nvSpPr>
          <p:spPr>
            <a:xfrm rot="5400000">
              <a:off x="5636418" y="-471916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Horizontal">
              <a:extLst>
                <a:ext uri="{FF2B5EF4-FFF2-40B4-BE49-F238E27FC236}">
                  <a16:creationId xmlns:a16="http://schemas.microsoft.com/office/drawing/2014/main" id="{97FB98F8-D35C-6C44-87E1-3FC472889165}"/>
                </a:ext>
              </a:extLst>
            </p:cNvPr>
            <p:cNvSpPr/>
            <p:nvPr userDrawn="1"/>
          </p:nvSpPr>
          <p:spPr>
            <a:xfrm rot="5400000">
              <a:off x="5636418" y="294798"/>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Horizontal">
              <a:extLst>
                <a:ext uri="{FF2B5EF4-FFF2-40B4-BE49-F238E27FC236}">
                  <a16:creationId xmlns:a16="http://schemas.microsoft.com/office/drawing/2014/main" id="{A4C816D6-64D0-9F47-B6E0-DCAFD77164EB}"/>
                </a:ext>
              </a:extLst>
            </p:cNvPr>
            <p:cNvSpPr/>
            <p:nvPr userDrawn="1"/>
          </p:nvSpPr>
          <p:spPr>
            <a:xfrm rot="5400000">
              <a:off x="5636420" y="-346567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Horizontal">
              <a:extLst>
                <a:ext uri="{FF2B5EF4-FFF2-40B4-BE49-F238E27FC236}">
                  <a16:creationId xmlns:a16="http://schemas.microsoft.com/office/drawing/2014/main" id="{7223F443-0F5B-5243-846C-3F4634566A5F}"/>
                </a:ext>
              </a:extLst>
            </p:cNvPr>
            <p:cNvSpPr/>
            <p:nvPr userDrawn="1"/>
          </p:nvSpPr>
          <p:spPr>
            <a:xfrm rot="5400000">
              <a:off x="5636421" y="-221218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Horizontal">
              <a:extLst>
                <a:ext uri="{FF2B5EF4-FFF2-40B4-BE49-F238E27FC236}">
                  <a16:creationId xmlns:a16="http://schemas.microsoft.com/office/drawing/2014/main" id="{95B73864-022F-6C41-A616-E7092CD75DB1}"/>
                </a:ext>
              </a:extLst>
            </p:cNvPr>
            <p:cNvSpPr/>
            <p:nvPr userDrawn="1"/>
          </p:nvSpPr>
          <p:spPr>
            <a:xfrm rot="5400000">
              <a:off x="5636418" y="-95869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UIDES" hidden="1">
            <a:extLst>
              <a:ext uri="{FF2B5EF4-FFF2-40B4-BE49-F238E27FC236}">
                <a16:creationId xmlns:a16="http://schemas.microsoft.com/office/drawing/2014/main" id="{DEF3DEDB-B417-8A4A-990F-9ECA3A8D92D3}"/>
              </a:ext>
            </a:extLst>
          </p:cNvPr>
          <p:cNvGrpSpPr/>
          <p:nvPr userDrawn="1"/>
        </p:nvGrpSpPr>
        <p:grpSpPr>
          <a:xfrm>
            <a:off x="462303" y="452296"/>
            <a:ext cx="11282368" cy="5943600"/>
            <a:chOff x="452435" y="457200"/>
            <a:chExt cx="11282368" cy="5943600"/>
          </a:xfrm>
        </p:grpSpPr>
        <p:sp>
          <p:nvSpPr>
            <p:cNvPr id="31" name="Vertical">
              <a:extLst>
                <a:ext uri="{FF2B5EF4-FFF2-40B4-BE49-F238E27FC236}">
                  <a16:creationId xmlns:a16="http://schemas.microsoft.com/office/drawing/2014/main" id="{56E9CB93-386F-8943-8F94-E067DC3D2207}"/>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Vertical">
              <a:extLst>
                <a:ext uri="{FF2B5EF4-FFF2-40B4-BE49-F238E27FC236}">
                  <a16:creationId xmlns:a16="http://schemas.microsoft.com/office/drawing/2014/main" id="{8EA4F0F1-1D31-0343-BE4C-35AC7F4D5C9A}"/>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Vertical">
              <a:extLst>
                <a:ext uri="{FF2B5EF4-FFF2-40B4-BE49-F238E27FC236}">
                  <a16:creationId xmlns:a16="http://schemas.microsoft.com/office/drawing/2014/main" id="{4B20E45E-6C43-A748-A067-99F1D1742B5C}"/>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ertical">
              <a:extLst>
                <a:ext uri="{FF2B5EF4-FFF2-40B4-BE49-F238E27FC236}">
                  <a16:creationId xmlns:a16="http://schemas.microsoft.com/office/drawing/2014/main" id="{BE42DA74-B259-C641-A428-FEE879B3126E}"/>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Vertical">
              <a:extLst>
                <a:ext uri="{FF2B5EF4-FFF2-40B4-BE49-F238E27FC236}">
                  <a16:creationId xmlns:a16="http://schemas.microsoft.com/office/drawing/2014/main" id="{EDD86A3B-C0C1-214B-B364-AE1B133FB9F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Vertical">
              <a:extLst>
                <a:ext uri="{FF2B5EF4-FFF2-40B4-BE49-F238E27FC236}">
                  <a16:creationId xmlns:a16="http://schemas.microsoft.com/office/drawing/2014/main" id="{18A7C85F-E830-2C46-BDEA-043930544B28}"/>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Vertical">
              <a:extLst>
                <a:ext uri="{FF2B5EF4-FFF2-40B4-BE49-F238E27FC236}">
                  <a16:creationId xmlns:a16="http://schemas.microsoft.com/office/drawing/2014/main" id="{6806ED67-F596-E045-B277-7980EC3602F2}"/>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Vertical">
              <a:extLst>
                <a:ext uri="{FF2B5EF4-FFF2-40B4-BE49-F238E27FC236}">
                  <a16:creationId xmlns:a16="http://schemas.microsoft.com/office/drawing/2014/main" id="{9BE60CBC-932A-7940-9094-11D98E0D6FFC}"/>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Vertical">
              <a:extLst>
                <a:ext uri="{FF2B5EF4-FFF2-40B4-BE49-F238E27FC236}">
                  <a16:creationId xmlns:a16="http://schemas.microsoft.com/office/drawing/2014/main" id="{7B354DD2-B04F-CB45-A6B1-E25192964808}"/>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Vertical">
              <a:extLst>
                <a:ext uri="{FF2B5EF4-FFF2-40B4-BE49-F238E27FC236}">
                  <a16:creationId xmlns:a16="http://schemas.microsoft.com/office/drawing/2014/main" id="{04FB5108-600F-FE44-8ADB-3B9B3FE473AF}"/>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Vertical">
              <a:extLst>
                <a:ext uri="{FF2B5EF4-FFF2-40B4-BE49-F238E27FC236}">
                  <a16:creationId xmlns:a16="http://schemas.microsoft.com/office/drawing/2014/main" id="{DE32E3B2-B0B3-3C46-B95F-FE7D3AE35A16}"/>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Vertical">
              <a:extLst>
                <a:ext uri="{FF2B5EF4-FFF2-40B4-BE49-F238E27FC236}">
                  <a16:creationId xmlns:a16="http://schemas.microsoft.com/office/drawing/2014/main" id="{EF1378F1-08A0-024F-A478-63A108CD8854}"/>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Horizontal">
              <a:extLst>
                <a:ext uri="{FF2B5EF4-FFF2-40B4-BE49-F238E27FC236}">
                  <a16:creationId xmlns:a16="http://schemas.microsoft.com/office/drawing/2014/main" id="{6382A304-ED86-FA46-9150-CECDFB8A3D82}"/>
                </a:ext>
              </a:extLst>
            </p:cNvPr>
            <p:cNvSpPr/>
            <p:nvPr userDrawn="1"/>
          </p:nvSpPr>
          <p:spPr>
            <a:xfrm rot="5400000">
              <a:off x="5750718" y="-483346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Horizontal">
              <a:extLst>
                <a:ext uri="{FF2B5EF4-FFF2-40B4-BE49-F238E27FC236}">
                  <a16:creationId xmlns:a16="http://schemas.microsoft.com/office/drawing/2014/main" id="{69671F19-D3AD-084F-9D11-67486D280915}"/>
                </a:ext>
              </a:extLst>
            </p:cNvPr>
            <p:cNvSpPr/>
            <p:nvPr userDrawn="1"/>
          </p:nvSpPr>
          <p:spPr>
            <a:xfrm rot="5400000">
              <a:off x="5750718" y="416513"/>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Horizontal">
              <a:extLst>
                <a:ext uri="{FF2B5EF4-FFF2-40B4-BE49-F238E27FC236}">
                  <a16:creationId xmlns:a16="http://schemas.microsoft.com/office/drawing/2014/main" id="{59529CC0-4889-0444-BC8F-6BAE51E7558F}"/>
                </a:ext>
              </a:extLst>
            </p:cNvPr>
            <p:cNvSpPr/>
            <p:nvPr userDrawn="1"/>
          </p:nvSpPr>
          <p:spPr>
            <a:xfrm rot="5400000">
              <a:off x="5750720" y="-378346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Horizontal">
              <a:extLst>
                <a:ext uri="{FF2B5EF4-FFF2-40B4-BE49-F238E27FC236}">
                  <a16:creationId xmlns:a16="http://schemas.microsoft.com/office/drawing/2014/main" id="{3BB80DB8-E8A5-FF4D-9091-B4AE03F5FB74}"/>
                </a:ext>
              </a:extLst>
            </p:cNvPr>
            <p:cNvSpPr/>
            <p:nvPr userDrawn="1"/>
          </p:nvSpPr>
          <p:spPr>
            <a:xfrm rot="5400000">
              <a:off x="5750721" y="-273347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Horizontal">
              <a:extLst>
                <a:ext uri="{FF2B5EF4-FFF2-40B4-BE49-F238E27FC236}">
                  <a16:creationId xmlns:a16="http://schemas.microsoft.com/office/drawing/2014/main" id="{8D89C0B6-DBC9-4A44-85EE-0BFB3A2DDE63}"/>
                </a:ext>
              </a:extLst>
            </p:cNvPr>
            <p:cNvSpPr/>
            <p:nvPr userDrawn="1"/>
          </p:nvSpPr>
          <p:spPr>
            <a:xfrm rot="5400000">
              <a:off x="5750719" y="-63348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Horizontal">
              <a:extLst>
                <a:ext uri="{FF2B5EF4-FFF2-40B4-BE49-F238E27FC236}">
                  <a16:creationId xmlns:a16="http://schemas.microsoft.com/office/drawing/2014/main" id="{3D4DF714-6874-F447-8391-5EF183284E94}"/>
                </a:ext>
              </a:extLst>
            </p:cNvPr>
            <p:cNvSpPr/>
            <p:nvPr userDrawn="1"/>
          </p:nvSpPr>
          <p:spPr>
            <a:xfrm rot="5400000">
              <a:off x="5750719" y="-168347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3" name="Title Placeholder 82">
            <a:extLst>
              <a:ext uri="{FF2B5EF4-FFF2-40B4-BE49-F238E27FC236}">
                <a16:creationId xmlns:a16="http://schemas.microsoft.com/office/drawing/2014/main" id="{25F76A5E-2EC1-9044-9D5A-70B8CD711163}"/>
              </a:ext>
            </a:extLst>
          </p:cNvPr>
          <p:cNvSpPr>
            <a:spLocks noGrp="1"/>
          </p:cNvSpPr>
          <p:nvPr>
            <p:ph type="title"/>
          </p:nvPr>
        </p:nvSpPr>
        <p:spPr>
          <a:xfrm>
            <a:off x="450047" y="447392"/>
            <a:ext cx="5500324" cy="695608"/>
          </a:xfrm>
          <a:prstGeom prst="rect">
            <a:avLst/>
          </a:prstGeom>
        </p:spPr>
        <p:txBody>
          <a:bodyPr vert="horz" lIns="0" tIns="0" rIns="0" bIns="0" rtlCol="0" anchor="t" anchorCtr="0">
            <a:noAutofit/>
          </a:bodyPr>
          <a:lstStyle/>
          <a:p>
            <a:r>
              <a:rPr lang="en-US"/>
              <a:t>Click To Edit Master Title Style</a:t>
            </a:r>
            <a:endParaRPr lang="en-GB"/>
          </a:p>
        </p:txBody>
      </p:sp>
      <p:sp>
        <p:nvSpPr>
          <p:cNvPr id="49" name="TextBox 48">
            <a:extLst>
              <a:ext uri="{FF2B5EF4-FFF2-40B4-BE49-F238E27FC236}">
                <a16:creationId xmlns:a16="http://schemas.microsoft.com/office/drawing/2014/main" id="{7F3A1240-6455-6B5D-0BF2-C8C1367397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Tree>
    <p:extLst>
      <p:ext uri="{BB962C8B-B14F-4D97-AF65-F5344CB8AC3E}">
        <p14:creationId xmlns:p14="http://schemas.microsoft.com/office/powerpoint/2010/main" val="614555109"/>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 id="2147483853" r:id="rId20"/>
    <p:sldLayoutId id="2147483854" r:id="rId21"/>
    <p:sldLayoutId id="2147483855" r:id="rId22"/>
    <p:sldLayoutId id="2147483856" r:id="rId23"/>
    <p:sldLayoutId id="2147483857" r:id="rId24"/>
    <p:sldLayoutId id="2147483858" r:id="rId25"/>
    <p:sldLayoutId id="2147483859" r:id="rId26"/>
    <p:sldLayoutId id="2147483860" r:id="rId27"/>
    <p:sldLayoutId id="2147483861" r:id="rId28"/>
    <p:sldLayoutId id="2147483862" r:id="rId29"/>
    <p:sldLayoutId id="2147483863" r:id="rId30"/>
    <p:sldLayoutId id="2147483864" r:id="rId31"/>
    <p:sldLayoutId id="2147483865" r:id="rId32"/>
    <p:sldLayoutId id="2147483866" r:id="rId33"/>
    <p:sldLayoutId id="2147483867" r:id="rId34"/>
    <p:sldLayoutId id="2147483868" r:id="rId35"/>
    <p:sldLayoutId id="2147483870" r:id="rId36"/>
    <p:sldLayoutId id="2147483871" r:id="rId37"/>
    <p:sldLayoutId id="2147483872" r:id="rId38"/>
    <p:sldLayoutId id="2147483873" r:id="rId39"/>
    <p:sldLayoutId id="2147483874" r:id="rId40"/>
    <p:sldLayoutId id="2147483875" r:id="rId41"/>
    <p:sldLayoutId id="2147483876" r:id="rId42"/>
    <p:sldLayoutId id="2147483877" r:id="rId43"/>
    <p:sldLayoutId id="2147483878" r:id="rId44"/>
    <p:sldLayoutId id="2147483879" r:id="rId45"/>
    <p:sldLayoutId id="2147483880" r:id="rId46"/>
    <p:sldLayoutId id="2147483883" r:id="rId47"/>
    <p:sldLayoutId id="2147483885" r:id="rId48"/>
    <p:sldLayoutId id="2147483886" r:id="rId49"/>
    <p:sldLayoutId id="2147483887" r:id="rId50"/>
    <p:sldLayoutId id="2147483888" r:id="rId51"/>
    <p:sldLayoutId id="2147483889" r:id="rId52"/>
    <p:sldLayoutId id="2147483890" r:id="rId53"/>
    <p:sldLayoutId id="2147483891" r:id="rId54"/>
    <p:sldLayoutId id="2147483892" r:id="rId55"/>
  </p:sldLayoutIdLst>
  <p:hf hdr="0" ftr="0" dt="0"/>
  <p:txStyles>
    <p:titleStyle>
      <a:lvl1pPr algn="l" defTabSz="914400" rtl="0" eaLnBrk="1" latinLnBrk="0" hangingPunct="1">
        <a:lnSpc>
          <a:spcPts val="3000"/>
        </a:lnSpc>
        <a:spcBef>
          <a:spcPct val="0"/>
        </a:spcBef>
        <a:buNone/>
        <a:defRPr sz="3200" kern="1200">
          <a:solidFill>
            <a:schemeClr val="accent1"/>
          </a:solidFill>
          <a:latin typeface="+mj-lt"/>
          <a:ea typeface="+mj-ea"/>
          <a:cs typeface="+mj-cs"/>
        </a:defRPr>
      </a:lvl1pPr>
    </p:titleStyle>
    <p:bodyStyle>
      <a:lvl1pPr marL="279400" indent="-279400" algn="l" defTabSz="914400" rtl="0" eaLnBrk="1" latinLnBrk="0" hangingPunct="1">
        <a:lnSpc>
          <a:spcPct val="100000"/>
        </a:lnSpc>
        <a:spcBef>
          <a:spcPts val="0"/>
        </a:spcBef>
        <a:spcAft>
          <a:spcPts val="500"/>
        </a:spcAft>
        <a:buClr>
          <a:schemeClr val="accent2"/>
        </a:buClr>
        <a:buFont typeface="Wingdings" pitchFamily="2" charset="2"/>
        <a:buChar char="§"/>
        <a:tabLst/>
        <a:defRPr sz="1600" kern="1200">
          <a:solidFill>
            <a:schemeClr val="accent1"/>
          </a:solidFill>
          <a:latin typeface="+mn-lt"/>
          <a:ea typeface="+mn-ea"/>
          <a:cs typeface="+mn-cs"/>
        </a:defRPr>
      </a:lvl1pPr>
      <a:lvl2pPr marL="508000" indent="-228600" algn="l" defTabSz="914400" rtl="0" eaLnBrk="1" latinLnBrk="0" hangingPunct="1">
        <a:lnSpc>
          <a:spcPct val="100000"/>
        </a:lnSpc>
        <a:spcBef>
          <a:spcPts val="0"/>
        </a:spcBef>
        <a:spcAft>
          <a:spcPts val="600"/>
        </a:spcAft>
        <a:buClr>
          <a:schemeClr val="accent3"/>
        </a:buClr>
        <a:buFont typeface="Wingdings" pitchFamily="2" charset="2"/>
        <a:buChar char="§"/>
        <a:tabLst/>
        <a:defRPr sz="1400" kern="1200">
          <a:solidFill>
            <a:schemeClr val="accent1"/>
          </a:solidFill>
          <a:latin typeface="+mn-lt"/>
          <a:ea typeface="+mn-ea"/>
          <a:cs typeface="+mn-cs"/>
        </a:defRPr>
      </a:lvl2pPr>
      <a:lvl3pPr marL="736600" indent="-228600" algn="l" defTabSz="914400" rtl="0" eaLnBrk="1" latinLnBrk="0" hangingPunct="1">
        <a:lnSpc>
          <a:spcPct val="100000"/>
        </a:lnSpc>
        <a:spcBef>
          <a:spcPts val="0"/>
        </a:spcBef>
        <a:spcAft>
          <a:spcPts val="600"/>
        </a:spcAft>
        <a:buFont typeface="Wingdings" pitchFamily="2" charset="2"/>
        <a:buChar char="§"/>
        <a:tabLst/>
        <a:defRPr sz="12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6">
          <p15:clr>
            <a:srgbClr val="F26B43"/>
          </p15:clr>
        </p15:guide>
        <p15:guide id="2" pos="7389">
          <p15:clr>
            <a:srgbClr val="F26B43"/>
          </p15:clr>
        </p15:guide>
        <p15:guide id="3" pos="286">
          <p15:clr>
            <a:srgbClr val="F26B43"/>
          </p15:clr>
        </p15:guide>
        <p15:guide id="4" orient="horz" pos="4032">
          <p15:clr>
            <a:srgbClr val="F26B43"/>
          </p15:clr>
        </p15:guide>
        <p15:guide id="5" orient="horz" pos="3591">
          <p15:clr>
            <a:srgbClr val="9FCC3B"/>
          </p15:clr>
        </p15:guide>
        <p15:guide id="6" orient="horz" pos="3366">
          <p15:clr>
            <a:srgbClr val="9FCC3B"/>
          </p15:clr>
        </p15:guide>
        <p15:guide id="7" orient="horz" pos="2928">
          <p15:clr>
            <a:srgbClr val="9FCC3B"/>
          </p15:clr>
        </p15:guide>
        <p15:guide id="8" orient="horz" pos="2705">
          <p15:clr>
            <a:srgbClr val="9FCC3B"/>
          </p15:clr>
        </p15:guide>
        <p15:guide id="9" orient="horz" pos="2268">
          <p15:clr>
            <a:srgbClr val="9FCC3B"/>
          </p15:clr>
        </p15:guide>
        <p15:guide id="10" orient="horz" pos="2048">
          <p15:clr>
            <a:srgbClr val="9FCC3B"/>
          </p15:clr>
        </p15:guide>
        <p15:guide id="11" orient="horz" pos="1607">
          <p15:clr>
            <a:srgbClr val="9FCC3B"/>
          </p15:clr>
        </p15:guide>
        <p15:guide id="12" orient="horz" pos="1386">
          <p15:clr>
            <a:srgbClr val="9FCC3B"/>
          </p15:clr>
        </p15:guide>
        <p15:guide id="13" orient="horz" pos="948">
          <p15:clr>
            <a:srgbClr val="9FCC3B"/>
          </p15:clr>
        </p15:guide>
        <p15:guide id="14" orient="horz" pos="720">
          <p15:clr>
            <a:srgbClr val="9FCC3B"/>
          </p15:clr>
        </p15:guide>
        <p15:guide id="15" pos="730">
          <p15:clr>
            <a:srgbClr val="5ACBF0"/>
          </p15:clr>
        </p15:guide>
        <p15:guide id="16" pos="894">
          <p15:clr>
            <a:srgbClr val="5ACBF0"/>
          </p15:clr>
        </p15:guide>
        <p15:guide id="17" pos="1331">
          <p15:clr>
            <a:srgbClr val="5ACBF0"/>
          </p15:clr>
        </p15:guide>
        <p15:guide id="18" pos="1505">
          <p15:clr>
            <a:srgbClr val="5ACBF0"/>
          </p15:clr>
        </p15:guide>
        <p15:guide id="19" pos="1937">
          <p15:clr>
            <a:srgbClr val="5ACBF0"/>
          </p15:clr>
        </p15:guide>
        <p15:guide id="20" pos="2110">
          <p15:clr>
            <a:srgbClr val="5ACBF0"/>
          </p15:clr>
        </p15:guide>
        <p15:guide id="21" pos="2542">
          <p15:clr>
            <a:srgbClr val="5ACBF0"/>
          </p15:clr>
        </p15:guide>
        <p15:guide id="22" pos="2712">
          <p15:clr>
            <a:srgbClr val="5ACBF0"/>
          </p15:clr>
        </p15:guide>
        <p15:guide id="23" pos="3148">
          <p15:clr>
            <a:srgbClr val="5ACBF0"/>
          </p15:clr>
        </p15:guide>
        <p15:guide id="24" pos="3322">
          <p15:clr>
            <a:srgbClr val="5ACBF0"/>
          </p15:clr>
        </p15:guide>
        <p15:guide id="25" pos="3754">
          <p15:clr>
            <a:srgbClr val="5ACBF0"/>
          </p15:clr>
        </p15:guide>
        <p15:guide id="26" pos="3928">
          <p15:clr>
            <a:srgbClr val="5ACBF0"/>
          </p15:clr>
        </p15:guide>
        <p15:guide id="27" pos="4360">
          <p15:clr>
            <a:srgbClr val="5ACBF0"/>
          </p15:clr>
        </p15:guide>
        <p15:guide id="28" pos="4538">
          <p15:clr>
            <a:srgbClr val="5ACBF0"/>
          </p15:clr>
        </p15:guide>
        <p15:guide id="29" pos="4966">
          <p15:clr>
            <a:srgbClr val="5ACBF0"/>
          </p15:clr>
        </p15:guide>
        <p15:guide id="30" pos="5144">
          <p15:clr>
            <a:srgbClr val="5ACBF0"/>
          </p15:clr>
        </p15:guide>
        <p15:guide id="31" pos="5576">
          <p15:clr>
            <a:srgbClr val="5ACBF0"/>
          </p15:clr>
        </p15:guide>
        <p15:guide id="32" pos="5750">
          <p15:clr>
            <a:srgbClr val="5ACBF0"/>
          </p15:clr>
        </p15:guide>
        <p15:guide id="33" pos="6177">
          <p15:clr>
            <a:srgbClr val="5ACBF0"/>
          </p15:clr>
        </p15:guide>
        <p15:guide id="34" pos="6356">
          <p15:clr>
            <a:srgbClr val="5ACBF0"/>
          </p15:clr>
        </p15:guide>
        <p15:guide id="35" pos="6783">
          <p15:clr>
            <a:srgbClr val="5ACBF0"/>
          </p15:clr>
        </p15:guide>
        <p15:guide id="36" pos="696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emf"/><Relationship Id="rId5" Type="http://schemas.openxmlformats.org/officeDocument/2006/relationships/image" Target="../media/image13.png"/><Relationship Id="rId6" Type="http://schemas.openxmlformats.org/officeDocument/2006/relationships/image" Target="../media/image2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0.png"/><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9C7D5AF-CF03-8B4A-B59E-7CD5AD0877F4}"/>
              </a:ext>
            </a:extLst>
          </p:cNvPr>
          <p:cNvSpPr>
            <a:spLocks noGrp="1"/>
          </p:cNvSpPr>
          <p:nvPr>
            <p:ph type="title"/>
          </p:nvPr>
        </p:nvSpPr>
        <p:spPr>
          <a:xfrm>
            <a:off x="450046" y="2578454"/>
            <a:ext cx="4342933" cy="1020623"/>
          </a:xfrm>
        </p:spPr>
        <p:txBody>
          <a:bodyPr/>
          <a:lstStyle/>
          <a:p>
            <a:pPr algn="ctr"/>
            <a:r>
              <a:rPr lang="en-US">
                <a:cs typeface="Times New Roman"/>
              </a:rPr>
              <a:t>A/R Executive Pulse</a:t>
            </a:r>
            <a:br>
              <a:rPr lang="en-US">
                <a:cs typeface="Times New Roman" panose="02020603050405020304" pitchFamily="18" charset="0"/>
              </a:rPr>
            </a:br>
            <a:r>
              <a:rPr lang="en-US" sz="2800">
                <a:cs typeface="Times New Roman"/>
              </a:rPr>
              <a:t> Week Ending {{WEEK_ENDING}}</a:t>
            </a:r>
            <a:endParaRPr lang="en-US">
              <a:cs typeface="Times New Roman" panose="02020603050405020304" pitchFamily="18" charset="0"/>
            </a:endParaRPr>
          </a:p>
        </p:txBody>
      </p:sp>
      <p:pic>
        <p:nvPicPr>
          <p:cNvPr id="27" name="Picture Placeholder 26" descr="A picture containing text, person, building, person&#10;&#10;Description automatically generated">
            <a:extLst>
              <a:ext uri="{FF2B5EF4-FFF2-40B4-BE49-F238E27FC236}">
                <a16:creationId xmlns:a16="http://schemas.microsoft.com/office/drawing/2014/main" id="{D9CCFFD7-2652-3940-5B74-F44EC367C01F}"/>
              </a:ext>
            </a:extLst>
          </p:cNvPr>
          <p:cNvPicPr>
            <a:picLocks noGrp="1" noChangeAspect="1"/>
          </p:cNvPicPr>
          <p:nvPr>
            <p:ph type="pic" sz="quarter" idx="12"/>
          </p:nvPr>
        </p:nvPicPr>
        <p:blipFill>
          <a:blip r:embed="rId3"/>
          <a:srcRect l="14486" r="14486"/>
          <a:stretch>
            <a:fillRect/>
          </a:stretch>
        </p:blipFill>
        <p:spPr>
          <a:xfrm>
            <a:off x="3050381" y="38100"/>
            <a:ext cx="8659019" cy="6858000"/>
          </a:xfrm>
        </p:spPr>
      </p:pic>
    </p:spTree>
    <p:extLst>
      <p:ext uri="{BB962C8B-B14F-4D97-AF65-F5344CB8AC3E}">
        <p14:creationId xmlns:p14="http://schemas.microsoft.com/office/powerpoint/2010/main" val="1900083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61AF7697-8C20-5E60-D0E3-655754CBB1AF}"/>
              </a:ext>
            </a:extLst>
          </p:cNvPr>
          <p:cNvSpPr txBox="1">
            <a:spLocks/>
          </p:cNvSpPr>
          <p:nvPr/>
        </p:nvSpPr>
        <p:spPr>
          <a:xfrm>
            <a:off x="4799364" y="3396548"/>
            <a:ext cx="5436080" cy="1240243"/>
          </a:xfrm>
          <a:prstGeom prst="rect">
            <a:avLst/>
          </a:prstGeom>
          <a:solidFill>
            <a:srgbClr val="F2F6FB"/>
          </a:solidFill>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a:solidFill>
                  <a:schemeClr val="tx1"/>
                </a:solidFill>
                <a:latin typeface="+mn-lt"/>
                <a:ea typeface="+mn-lt"/>
                <a:cs typeface="+mn-lt"/>
              </a:rPr>
              <a:t>Decisions/Asks</a:t>
            </a:r>
          </a:p>
          <a:p>
            <a:pPr marL="582295" lvl="1" indent="-342900">
              <a:buFont typeface="Arial" panose="020B0604020202020204" pitchFamily="34" charset="0"/>
              <a:buChar char="•"/>
            </a:pPr>
            <a:r>
              <a:rPr lang="en-US" b="1">
                <a:solidFill>
                  <a:srgbClr val="000000"/>
                </a:solidFill>
                <a:ea typeface="+mn-lt"/>
                <a:cs typeface="+mn-lt"/>
              </a:rPr>
              <a:t>Decision: </a:t>
            </a:r>
          </a:p>
          <a:p>
            <a:pPr marL="582295" lvl="1" indent="-342900">
              <a:buFont typeface="Arial" panose="020B0604020202020204" pitchFamily="34" charset="0"/>
              <a:buChar char="•"/>
            </a:pPr>
            <a:r>
              <a:rPr lang="en-US" b="1">
                <a:solidFill>
                  <a:srgbClr val="000000"/>
                </a:solidFill>
                <a:ea typeface="+mn-lt"/>
                <a:cs typeface="+mn-lt"/>
              </a:rPr>
              <a:t>Next Action</a:t>
            </a:r>
            <a:r>
              <a:rPr lang="en-US">
                <a:solidFill>
                  <a:srgbClr val="000000"/>
                </a:solidFill>
                <a:ea typeface="+mn-lt"/>
                <a:cs typeface="+mn-lt"/>
              </a:rPr>
              <a:t>: </a:t>
            </a:r>
            <a:endParaRPr lang="en-US">
              <a:solidFill>
                <a:srgbClr val="000000"/>
              </a:solidFill>
            </a:endParaRPr>
          </a:p>
        </p:txBody>
      </p:sp>
      <p:sp>
        <p:nvSpPr>
          <p:cNvPr id="6" name="Title 5">
            <a:extLst>
              <a:ext uri="{FF2B5EF4-FFF2-40B4-BE49-F238E27FC236}">
                <a16:creationId xmlns:a16="http://schemas.microsoft.com/office/drawing/2014/main" id="{72E56862-4C5A-5D0E-E27F-04C319EBE8F9}"/>
              </a:ext>
            </a:extLst>
          </p:cNvPr>
          <p:cNvSpPr>
            <a:spLocks noGrp="1"/>
          </p:cNvSpPr>
          <p:nvPr>
            <p:ph type="title"/>
          </p:nvPr>
        </p:nvSpPr>
        <p:spPr>
          <a:xfrm>
            <a:off x="93964" y="451509"/>
            <a:ext cx="8186518" cy="546100"/>
          </a:xfrm>
        </p:spPr>
        <p:txBody>
          <a:bodyPr/>
          <a:lstStyle/>
          <a:p>
            <a:r>
              <a:rPr lang="en-US"/>
              <a:t>Executive Summary – Week Ending {{WEEK_ENDING}}</a:t>
            </a:r>
          </a:p>
        </p:txBody>
      </p:sp>
      <p:sp>
        <p:nvSpPr>
          <p:cNvPr id="5" name="Slide Number Placeholder 4">
            <a:extLst>
              <a:ext uri="{FF2B5EF4-FFF2-40B4-BE49-F238E27FC236}">
                <a16:creationId xmlns:a16="http://schemas.microsoft.com/office/drawing/2014/main" id="{0BBD2C76-3320-E101-9F73-F6E47F3B41BF}"/>
              </a:ext>
            </a:extLst>
          </p:cNvPr>
          <p:cNvSpPr>
            <a:spLocks noGrp="1"/>
          </p:cNvSpPr>
          <p:nvPr>
            <p:ph type="sldNum" sz="quarter" idx="4"/>
          </p:nvPr>
        </p:nvSpPr>
        <p:spPr/>
        <p:txBody>
          <a:bodyPr/>
          <a:lstStyle/>
          <a:p>
            <a:fld id="{A2C81908-5748-4B49-BD68-6D330C2291A9}" type="slidenum">
              <a:rPr lang="en-GB" smtClean="0"/>
              <a:pPr/>
              <a:t>2</a:t>
            </a:fld>
            <a:endParaRPr lang="en-GB"/>
          </a:p>
        </p:txBody>
      </p:sp>
      <p:sp>
        <p:nvSpPr>
          <p:cNvPr id="57" name="Content Placeholder 3">
            <a:extLst>
              <a:ext uri="{FF2B5EF4-FFF2-40B4-BE49-F238E27FC236}">
                <a16:creationId xmlns:a16="http://schemas.microsoft.com/office/drawing/2014/main" id="{6F8E8003-3AA4-CB65-5F5D-833F56212B22}"/>
              </a:ext>
            </a:extLst>
          </p:cNvPr>
          <p:cNvSpPr txBox="1">
            <a:spLocks/>
          </p:cNvSpPr>
          <p:nvPr/>
        </p:nvSpPr>
        <p:spPr>
          <a:xfrm>
            <a:off x="2056678" y="1914197"/>
            <a:ext cx="3712661" cy="2304288"/>
          </a:xfrm>
          <a:prstGeom prst="rect">
            <a:avLst/>
          </a:prstGeom>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a:solidFill>
                  <a:schemeClr val="tx1"/>
                </a:solidFill>
                <a:latin typeface="+mn-lt"/>
                <a:ea typeface="+mn-lt"/>
                <a:cs typeface="+mn-lt"/>
              </a:rPr>
              <a:t>What Changed This Week?</a:t>
            </a:r>
          </a:p>
          <a:p>
            <a:pPr marL="239395">
              <a:lnSpc>
                <a:spcPct val="100000"/>
              </a:lnSpc>
              <a:buFont typeface="Arial" panose="020B0604020202020204" pitchFamily="34" charset="0"/>
              <a:buChar char="•"/>
            </a:pPr>
            <a:endParaRPr lang="en-US" sz="1200" b="0">
              <a:solidFill>
                <a:srgbClr val="FF0000"/>
              </a:solidFill>
              <a:latin typeface="+mn-lt"/>
              <a:ea typeface="+mn-lt"/>
              <a:cs typeface="+mn-lt"/>
            </a:endParaRPr>
          </a:p>
        </p:txBody>
      </p:sp>
      <p:graphicFrame>
        <p:nvGraphicFramePr>
          <p:cNvPr id="58" name="Table 57">
            <a:extLst>
              <a:ext uri="{FF2B5EF4-FFF2-40B4-BE49-F238E27FC236}">
                <a16:creationId xmlns:a16="http://schemas.microsoft.com/office/drawing/2014/main" id="{78B6E053-7935-B034-7395-517D1CA2B543}"/>
              </a:ext>
            </a:extLst>
          </p:cNvPr>
          <p:cNvGraphicFramePr>
            <a:graphicFrameLocks noGrp="1"/>
          </p:cNvGraphicFramePr>
          <p:nvPr>
            <p:extLst>
              <p:ext uri="{D42A27DB-BD31-4B8C-83A1-F6EECF244321}">
                <p14:modId xmlns:p14="http://schemas.microsoft.com/office/powerpoint/2010/main" val="2362949781"/>
              </p:ext>
            </p:extLst>
          </p:nvPr>
        </p:nvGraphicFramePr>
        <p:xfrm>
          <a:off x="93964" y="1103512"/>
          <a:ext cx="7152720" cy="3639861"/>
        </p:xfrm>
        <a:graphic>
          <a:graphicData uri="http://schemas.openxmlformats.org/drawingml/2006/table">
            <a:tbl>
              <a:tblPr firstRow="1" bandRow="1">
                <a:tableStyleId>{5C22544A-7EE6-4342-B048-85BDC9FD1C3A}</a:tableStyleId>
              </a:tblPr>
              <a:tblGrid>
                <a:gridCol w="3576360">
                  <a:extLst>
                    <a:ext uri="{9D8B030D-6E8A-4147-A177-3AD203B41FA5}">
                      <a16:colId xmlns:a16="http://schemas.microsoft.com/office/drawing/2014/main" val="2335624893"/>
                    </a:ext>
                  </a:extLst>
                </a:gridCol>
                <a:gridCol w="3576360">
                  <a:extLst>
                    <a:ext uri="{9D8B030D-6E8A-4147-A177-3AD203B41FA5}">
                      <a16:colId xmlns:a16="http://schemas.microsoft.com/office/drawing/2014/main" val="3234930283"/>
                    </a:ext>
                  </a:extLst>
                </a:gridCol>
              </a:tblGrid>
              <a:tr h="404429">
                <a:tc>
                  <a:txBody>
                    <a:bodyPr/>
                    <a:lstStyle/>
                    <a:p>
                      <a:endParaRPr lang="en-US" sz="1600"/>
                    </a:p>
                  </a:txBody>
                  <a:tcPr/>
                </a:tc>
                <a:tc>
                  <a:txBody>
                    <a:bodyPr/>
                    <a:lstStyle/>
                    <a:p>
                      <a:r>
                        <a:rPr lang="en-US" sz="1600"/>
                        <a:t>Result</a:t>
                      </a:r>
                    </a:p>
                  </a:txBody>
                  <a:tcPr/>
                </a:tc>
                <a:extLst>
                  <a:ext uri="{0D108BD9-81ED-4DB2-BD59-A6C34878D82A}">
                    <a16:rowId xmlns:a16="http://schemas.microsoft.com/office/drawing/2014/main" val="289108339"/>
                  </a:ext>
                </a:extLst>
              </a:tr>
              <a:tr h="404429">
                <a:tc>
                  <a:txBody>
                    <a:bodyPr/>
                    <a:lstStyle/>
                    <a:p>
                      <a:r>
                        <a:rPr lang="en-US" sz="1600"/>
                        <a:t>Cash (MTD)</a:t>
                      </a:r>
                    </a:p>
                  </a:txBody>
                  <a:tcPr/>
                </a:tc>
                <a:tc>
                  <a:txBody>
                    <a:bodyPr/>
                    <a:lstStyle/>
                    <a:p>
                      <a:pPr algn="r"/>
                      <a:r>
                        <a:rPr lang="en-US" sz="1600"/>
                        <a:t>{{CASH_MTD}} (</a:t>
                      </a:r>
                      <a:r>
                        <a:rPr lang="en-US" sz="1600">
                          <a:highlight>
                            <a:srgbClr val="FFCC00"/>
                          </a:highlight>
                        </a:rPr>
                        <a:t>{{CASH_MTD_PCT}} </a:t>
                      </a:r>
                      <a:r>
                        <a:rPr lang="en-US" sz="1600"/>
                        <a:t>to Target)</a:t>
                      </a:r>
                    </a:p>
                  </a:txBody>
                  <a:tcPr/>
                </a:tc>
                <a:extLst>
                  <a:ext uri="{0D108BD9-81ED-4DB2-BD59-A6C34878D82A}">
                    <a16:rowId xmlns:a16="http://schemas.microsoft.com/office/drawing/2014/main" val="1333448131"/>
                  </a:ext>
                </a:extLst>
              </a:tr>
              <a:tr h="404429">
                <a:tc>
                  <a:txBody>
                    <a:bodyPr/>
                    <a:lstStyle/>
                    <a:p>
                      <a:r>
                        <a:rPr lang="en-US" sz="1600"/>
                        <a:t>Cash (QTD)</a:t>
                      </a:r>
                    </a:p>
                  </a:txBody>
                  <a:tcPr/>
                </a:tc>
                <a:tc>
                  <a:txBody>
                    <a:bodyPr/>
                    <a:lstStyle/>
                    <a:p>
                      <a:pPr algn="r"/>
                      <a:r>
                        <a:rPr lang="en-US" sz="1600"/>
                        <a:t>{{CASH_QTD}} (</a:t>
                      </a:r>
                      <a:r>
                        <a:rPr lang="en-US" sz="1600">
                          <a:solidFill>
                            <a:schemeClr val="tx1"/>
                          </a:solidFill>
                          <a:highlight>
                            <a:srgbClr val="FF0000"/>
                          </a:highlight>
                        </a:rPr>
                        <a:t>{{CASH_QTD_PCT}}</a:t>
                      </a:r>
                      <a:r>
                        <a:rPr lang="en-US" sz="1600">
                          <a:solidFill>
                            <a:schemeClr val="tx1"/>
                          </a:solidFill>
                        </a:rPr>
                        <a:t> </a:t>
                      </a:r>
                      <a:r>
                        <a:rPr lang="en-US" sz="1600"/>
                        <a:t>to Target)</a:t>
                      </a:r>
                    </a:p>
                  </a:txBody>
                  <a:tcPr/>
                </a:tc>
                <a:extLst>
                  <a:ext uri="{0D108BD9-81ED-4DB2-BD59-A6C34878D82A}">
                    <a16:rowId xmlns:a16="http://schemas.microsoft.com/office/drawing/2014/main" val="3897188014"/>
                  </a:ext>
                </a:extLst>
              </a:tr>
              <a:tr h="404429">
                <a:tc>
                  <a:txBody>
                    <a:bodyPr/>
                    <a:lstStyle/>
                    <a:p>
                      <a:r>
                        <a:rPr lang="en-US" sz="1600"/>
                        <a:t>Days Sales Outstanding</a:t>
                      </a:r>
                    </a:p>
                  </a:txBody>
                  <a:tcPr/>
                </a:tc>
                <a:tc>
                  <a:txBody>
                    <a:bodyPr/>
                    <a:lstStyle/>
                    <a:p>
                      <a:pPr algn="r"/>
                      <a:r>
                        <a:rPr lang="en-US" sz="1600"/>
                        <a:t>{{DSO}}</a:t>
                      </a:r>
                    </a:p>
                  </a:txBody>
                  <a:tcPr/>
                </a:tc>
                <a:extLst>
                  <a:ext uri="{0D108BD9-81ED-4DB2-BD59-A6C34878D82A}">
                    <a16:rowId xmlns:a16="http://schemas.microsoft.com/office/drawing/2014/main" val="146542911"/>
                  </a:ext>
                </a:extLst>
              </a:tr>
              <a:tr h="404429">
                <a:tc>
                  <a:txBody>
                    <a:bodyPr/>
                    <a:lstStyle/>
                    <a:p>
                      <a:r>
                        <a:rPr lang="en-US" sz="1600"/>
                        <a:t>&gt;60 Balance</a:t>
                      </a:r>
                    </a:p>
                  </a:txBody>
                  <a:tcPr/>
                </a:tc>
                <a:tc>
                  <a:txBody>
                    <a:bodyPr/>
                    <a:lstStyle/>
                    <a:p>
                      <a:pPr algn="r"/>
                      <a:r>
                        <a:rPr lang="en-US" sz="1600"/>
                        <a:t>{{BAL_60}} </a:t>
                      </a:r>
                    </a:p>
                  </a:txBody>
                  <a:tcPr/>
                </a:tc>
                <a:extLst>
                  <a:ext uri="{0D108BD9-81ED-4DB2-BD59-A6C34878D82A}">
                    <a16:rowId xmlns:a16="http://schemas.microsoft.com/office/drawing/2014/main" val="2087218609"/>
                  </a:ext>
                </a:extLst>
              </a:tr>
              <a:tr h="404429">
                <a:tc>
                  <a:txBody>
                    <a:bodyPr/>
                    <a:lstStyle/>
                    <a:p>
                      <a:r>
                        <a:rPr lang="en-US" sz="1600"/>
                        <a:t>&gt;60 Collections This Week</a:t>
                      </a:r>
                    </a:p>
                  </a:txBody>
                  <a:tcPr/>
                </a:tc>
                <a:tc>
                  <a:txBody>
                    <a:bodyPr/>
                    <a:lstStyle/>
                    <a:p>
                      <a:pPr algn="r"/>
                      <a:r>
                        <a:rPr lang="en-US" sz="1600">
                          <a:solidFill>
                            <a:schemeClr val="tx1"/>
                          </a:solidFill>
                        </a:rPr>
                        <a:t>{{COLL_60_WEEK}}</a:t>
                      </a:r>
                    </a:p>
                  </a:txBody>
                  <a:tcPr/>
                </a:tc>
                <a:extLst>
                  <a:ext uri="{0D108BD9-81ED-4DB2-BD59-A6C34878D82A}">
                    <a16:rowId xmlns:a16="http://schemas.microsoft.com/office/drawing/2014/main" val="33354591"/>
                  </a:ext>
                </a:extLst>
              </a:tr>
              <a:tr h="404429">
                <a:tc>
                  <a:txBody>
                    <a:bodyPr/>
                    <a:lstStyle/>
                    <a:p>
                      <a:r>
                        <a:rPr lang="en-US" sz="1600"/>
                        <a:t>&gt;90 Balance</a:t>
                      </a:r>
                    </a:p>
                  </a:txBody>
                  <a:tcPr/>
                </a:tc>
                <a:tc>
                  <a:txBody>
                    <a:bodyPr/>
                    <a:lstStyle/>
                    <a:p>
                      <a:pPr algn="r"/>
                      <a:r>
                        <a:rPr lang="en-US" sz="1600"/>
                        <a:t>{{BAL_90}} (</a:t>
                      </a:r>
                      <a:r>
                        <a:rPr lang="en-US" sz="1600" b="0" i="0" u="none" strike="noStrike" noProof="0">
                          <a:solidFill>
                            <a:srgbClr val="020202"/>
                          </a:solidFill>
                          <a:latin typeface="Franklin Gothic Book"/>
                        </a:rPr>
                        <a:t>Ahead of Q2 target</a:t>
                      </a:r>
                      <a:r>
                        <a:rPr lang="en-US" sz="1600"/>
                        <a:t>)</a:t>
                      </a:r>
                    </a:p>
                  </a:txBody>
                  <a:tcPr/>
                </a:tc>
                <a:extLst>
                  <a:ext uri="{0D108BD9-81ED-4DB2-BD59-A6C34878D82A}">
                    <a16:rowId xmlns:a16="http://schemas.microsoft.com/office/drawing/2014/main" val="2700782766"/>
                  </a:ext>
                </a:extLst>
              </a:tr>
              <a:tr h="404429">
                <a:tc>
                  <a:txBody>
                    <a:bodyPr/>
                    <a:lstStyle/>
                    <a:p>
                      <a:r>
                        <a:rPr lang="en-US" sz="1600"/>
                        <a:t>&gt;90 Collections This Week</a:t>
                      </a:r>
                    </a:p>
                  </a:txBody>
                  <a:tcPr/>
                </a:tc>
                <a:tc>
                  <a:txBody>
                    <a:bodyPr/>
                    <a:lstStyle/>
                    <a:p>
                      <a:pPr algn="r"/>
                      <a:r>
                        <a:rPr lang="en-US" sz="1600">
                          <a:solidFill>
                            <a:schemeClr val="tx1"/>
                          </a:solidFill>
                        </a:rPr>
                        <a:t>{{COLL_90_WEEK}}</a:t>
                      </a:r>
                    </a:p>
                  </a:txBody>
                  <a:tcPr/>
                </a:tc>
                <a:extLst>
                  <a:ext uri="{0D108BD9-81ED-4DB2-BD59-A6C34878D82A}">
                    <a16:rowId xmlns:a16="http://schemas.microsoft.com/office/drawing/2014/main" val="1764195501"/>
                  </a:ext>
                </a:extLst>
              </a:tr>
              <a:tr h="404429">
                <a:tc>
                  <a:txBody>
                    <a:bodyPr/>
                    <a:lstStyle/>
                    <a:p>
                      <a:r>
                        <a:rPr lang="en-US" sz="1600"/>
                        <a:t>Forecast Confidence (Next 4 Weeks)</a:t>
                      </a:r>
                    </a:p>
                  </a:txBody>
                  <a:tcPr/>
                </a:tc>
                <a:tc>
                  <a:txBody>
                    <a:bodyPr/>
                    <a:lstStyle/>
                    <a:p>
                      <a:pPr algn="r"/>
                      <a:r>
                        <a:rPr lang="en-US" sz="1600"/>
                        <a:t>{{FORECAST_CONFIDENCE}}</a:t>
                      </a:r>
                    </a:p>
                  </a:txBody>
                  <a:tcPr/>
                </a:tc>
                <a:extLst>
                  <a:ext uri="{0D108BD9-81ED-4DB2-BD59-A6C34878D82A}">
                    <a16:rowId xmlns:a16="http://schemas.microsoft.com/office/drawing/2014/main" val="819915991"/>
                  </a:ext>
                </a:extLst>
              </a:tr>
            </a:tbl>
          </a:graphicData>
        </a:graphic>
      </p:graphicFrame>
      <p:sp>
        <p:nvSpPr>
          <p:cNvPr id="3" name="Content Placeholder 3">
            <a:extLst>
              <a:ext uri="{FF2B5EF4-FFF2-40B4-BE49-F238E27FC236}">
                <a16:creationId xmlns:a16="http://schemas.microsoft.com/office/drawing/2014/main" id="{270EBD8F-1305-EA6D-16C6-52224DDD3EFF}"/>
              </a:ext>
            </a:extLst>
          </p:cNvPr>
          <p:cNvSpPr txBox="1">
            <a:spLocks/>
          </p:cNvSpPr>
          <p:nvPr/>
        </p:nvSpPr>
        <p:spPr>
          <a:xfrm>
            <a:off x="7775957" y="2863845"/>
            <a:ext cx="4020936" cy="2709280"/>
          </a:xfrm>
          <a:prstGeom prst="rect">
            <a:avLst/>
          </a:prstGeom>
          <a:solidFill>
            <a:srgbClr val="F2F6FB"/>
          </a:solidFill>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a:solidFill>
                  <a:schemeClr val="tx1"/>
                </a:solidFill>
                <a:latin typeface="+mn-lt"/>
                <a:ea typeface="+mn-lt"/>
                <a:cs typeface="+mn-lt"/>
              </a:rPr>
              <a:t>Decisions / Updates</a:t>
            </a:r>
          </a:p>
          <a:p>
            <a:pPr marL="239395" lvl="1">
              <a:buFont typeface="Arial" panose="020B0604020202020204" pitchFamily="34" charset="0"/>
              <a:buChar char="•"/>
            </a:pPr>
            <a:r>
              <a:rPr lang="en-US">
                <a:solidFill>
                  <a:schemeClr val="tx1"/>
                </a:solidFill>
                <a:latin typeface="Franklin Gothic Book"/>
                <a:ea typeface="+mn-lt"/>
                <a:cs typeface="+mn-lt"/>
              </a:rPr>
              <a:t>[Update: decisions &amp; asks this week]</a:t>
            </a:r>
            <a:r>
              <a:rPr lang="en-US">
                <a:solidFill>
                  <a:schemeClr val="tx1"/>
                </a:solidFill>
                <a:ea typeface="+mn-lt"/>
                <a:cs typeface="+mn-lt"/>
              </a:rPr>
              <a:t/>
            </a:r>
            <a:endParaRPr lang="en-US">
              <a:solidFill>
                <a:schemeClr val="tx1"/>
              </a:solidFill>
              <a:latin typeface="Franklin Gothic Book"/>
              <a:ea typeface="+mn-lt"/>
              <a:cs typeface="+mn-lt"/>
            </a:endParaRPr>
          </a:p>
        </p:txBody>
      </p:sp>
      <p:sp>
        <p:nvSpPr>
          <p:cNvPr id="4" name="Content Placeholder 3">
            <a:extLst>
              <a:ext uri="{FF2B5EF4-FFF2-40B4-BE49-F238E27FC236}">
                <a16:creationId xmlns:a16="http://schemas.microsoft.com/office/drawing/2014/main" id="{754A6417-0E54-3B5E-7208-BC9B6AEAAD3F}"/>
              </a:ext>
            </a:extLst>
          </p:cNvPr>
          <p:cNvSpPr txBox="1">
            <a:spLocks/>
          </p:cNvSpPr>
          <p:nvPr/>
        </p:nvSpPr>
        <p:spPr>
          <a:xfrm>
            <a:off x="7775957" y="1151502"/>
            <a:ext cx="3840175" cy="6143284"/>
          </a:xfrm>
          <a:prstGeom prst="rect">
            <a:avLst/>
          </a:prstGeom>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a:solidFill>
                  <a:schemeClr val="tx1"/>
                </a:solidFill>
                <a:latin typeface="+mn-lt"/>
                <a:ea typeface="+mn-lt"/>
                <a:cs typeface="+mn-lt"/>
              </a:rPr>
              <a:t>Risks to Cash / Forecast</a:t>
            </a:r>
          </a:p>
          <a:p>
            <a:pPr marL="410845" indent="-171450">
              <a:lnSpc>
                <a:spcPct val="100000"/>
              </a:lnSpc>
              <a:buClr>
                <a:srgbClr val="FF5F00"/>
              </a:buClr>
              <a:buFont typeface="Arial" panose="020B0604020202020204" pitchFamily="34" charset="0"/>
              <a:buChar char="•"/>
            </a:pPr>
            <a:r>
              <a:rPr lang="en-US" sz="1400" b="0">
                <a:solidFill>
                  <a:schemeClr val="tx1"/>
                </a:solidFill>
                <a:latin typeface="Franklin Gothic Book"/>
                <a:ea typeface="+mn-lt"/>
                <a:cs typeface="+mn-lt"/>
              </a:rPr>
              <a:t>[Update: risks to cash / forecast this week]</a:t>
            </a:r>
          </a:p>
        </p:txBody>
      </p:sp>
      <p:pic>
        <p:nvPicPr>
          <p:cNvPr id="9" name="chart_cash_target_vs_actual">
            <a:extLst>
              <a:ext uri="{FF2B5EF4-FFF2-40B4-BE49-F238E27FC236}">
                <a16:creationId xmlns:a16="http://schemas.microsoft.com/office/drawing/2014/main" id="{91C0B880-0F38-1916-D3BB-0DBCDBF47011}"/>
              </a:ext>
            </a:extLst>
          </p:cNvPr>
          <p:cNvPicPr>
            <a:picLocks noChangeAspect="1"/>
          </p:cNvPicPr>
          <p:nvPr/>
        </p:nvPicPr>
        <p:blipFill>
          <a:blip r:embed="rId2"/>
          <a:stretch>
            <a:fillRect/>
          </a:stretch>
        </p:blipFill>
        <p:spPr>
          <a:xfrm>
            <a:off x="93964" y="4751188"/>
            <a:ext cx="7152720" cy="2073406"/>
          </a:xfrm>
          <a:prstGeom prst="rect">
            <a:avLst/>
          </a:prstGeom>
        </p:spPr>
      </p:pic>
    </p:spTree>
    <p:extLst>
      <p:ext uri="{BB962C8B-B14F-4D97-AF65-F5344CB8AC3E}">
        <p14:creationId xmlns:p14="http://schemas.microsoft.com/office/powerpoint/2010/main" val="1471518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FB073-08D7-A7CD-A370-9AFBB75FF488}"/>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D5C978AC-E76C-DD6B-3DD9-8A2E76AC81C0}"/>
              </a:ext>
            </a:extLst>
          </p:cNvPr>
          <p:cNvSpPr>
            <a:spLocks noGrp="1"/>
          </p:cNvSpPr>
          <p:nvPr>
            <p:ph sz="quarter" idx="19"/>
          </p:nvPr>
        </p:nvSpPr>
        <p:spPr/>
        <p:txBody>
          <a:bodyPr vert="horz" lIns="91440" tIns="182880" rIns="91440" bIns="0" rtlCol="0" anchor="t">
            <a:noAutofit/>
          </a:bodyPr>
          <a:lstStyle/>
          <a:p>
            <a:pPr marL="179070" indent="-179070"/>
            <a:r>
              <a:rPr lang="en-US">
                <a:ea typeface="+mn-lt"/>
                <a:cs typeface="+mn-lt"/>
              </a:rPr>
              <a:t>[Update: weekly run-rate commentary]</a:t>
            </a:r>
            <a:endParaRPr lang="en-US"/>
          </a:p>
          <a:p>
            <a:pPr marL="179070" indent="-179070"/>
            <a:endParaRPr lang="en-US">
              <a:ea typeface="+mn-lt"/>
              <a:cs typeface="+mn-lt"/>
            </a:endParaRPr>
          </a:p>
        </p:txBody>
      </p:sp>
      <p:sp>
        <p:nvSpPr>
          <p:cNvPr id="2" name="Title 1">
            <a:extLst>
              <a:ext uri="{FF2B5EF4-FFF2-40B4-BE49-F238E27FC236}">
                <a16:creationId xmlns:a16="http://schemas.microsoft.com/office/drawing/2014/main" id="{95702838-91BA-6EB1-2A55-8F8D80876B1D}"/>
              </a:ext>
            </a:extLst>
          </p:cNvPr>
          <p:cNvSpPr>
            <a:spLocks noGrp="1"/>
          </p:cNvSpPr>
          <p:nvPr>
            <p:ph type="title"/>
          </p:nvPr>
        </p:nvSpPr>
        <p:spPr>
          <a:xfrm>
            <a:off x="454025" y="447391"/>
            <a:ext cx="8775892" cy="694944"/>
          </a:xfrm>
        </p:spPr>
        <p:txBody>
          <a:bodyPr/>
          <a:lstStyle/>
          <a:p>
            <a:r>
              <a:rPr lang="en-US" sz="2800"/>
              <a:t>Trend: Weekly Cash Run Rate Activity</a:t>
            </a:r>
          </a:p>
        </p:txBody>
      </p:sp>
      <p:sp>
        <p:nvSpPr>
          <p:cNvPr id="13" name="Content Placeholder 12">
            <a:extLst>
              <a:ext uri="{FF2B5EF4-FFF2-40B4-BE49-F238E27FC236}">
                <a16:creationId xmlns:a16="http://schemas.microsoft.com/office/drawing/2014/main" id="{1E94EE29-1B10-FBED-B016-0B05FFEB0F9A}"/>
              </a:ext>
            </a:extLst>
          </p:cNvPr>
          <p:cNvSpPr>
            <a:spLocks noGrp="1"/>
          </p:cNvSpPr>
          <p:nvPr>
            <p:ph sz="quarter" idx="20"/>
          </p:nvPr>
        </p:nvSpPr>
        <p:spPr/>
        <p:txBody>
          <a:bodyPr vert="horz" lIns="91440" tIns="182880" rIns="91440" bIns="0" rtlCol="0" anchor="t">
            <a:noAutofit/>
          </a:bodyPr>
          <a:lstStyle/>
          <a:p>
            <a:pPr marL="179070" indent="-179070"/>
            <a:r>
              <a:rPr lang="en-US">
                <a:ea typeface="+mn-lt"/>
                <a:cs typeface="+mn-lt"/>
              </a:rPr>
              <a:t>[Update: quarterly totals commentary]</a:t>
            </a:r>
          </a:p>
        </p:txBody>
      </p:sp>
      <p:sp>
        <p:nvSpPr>
          <p:cNvPr id="15" name="Content Placeholder 14">
            <a:extLst>
              <a:ext uri="{FF2B5EF4-FFF2-40B4-BE49-F238E27FC236}">
                <a16:creationId xmlns:a16="http://schemas.microsoft.com/office/drawing/2014/main" id="{18574DFD-A629-9349-CFB2-B5B6CF2F16B5}"/>
              </a:ext>
            </a:extLst>
          </p:cNvPr>
          <p:cNvSpPr>
            <a:spLocks noGrp="1"/>
          </p:cNvSpPr>
          <p:nvPr>
            <p:ph sz="quarter" idx="22"/>
          </p:nvPr>
        </p:nvSpPr>
        <p:spPr/>
        <p:txBody>
          <a:bodyPr vert="horz" lIns="91440" tIns="182880" rIns="91440" bIns="0" rtlCol="0" anchor="t">
            <a:noAutofit/>
          </a:bodyPr>
          <a:lstStyle/>
          <a:p>
            <a:pPr marL="179070" indent="-179070"/>
            <a:r>
              <a:rPr lang="en-US">
                <a:ea typeface="+mn-lt"/>
                <a:cs typeface="+mn-lt"/>
              </a:rPr>
              <a:t>[Update: cash-mix commentary]</a:t>
            </a:r>
          </a:p>
        </p:txBody>
      </p:sp>
      <p:sp>
        <p:nvSpPr>
          <p:cNvPr id="5" name="Slide Number Placeholder 4">
            <a:extLst>
              <a:ext uri="{FF2B5EF4-FFF2-40B4-BE49-F238E27FC236}">
                <a16:creationId xmlns:a16="http://schemas.microsoft.com/office/drawing/2014/main" id="{43E5D4F8-FB7A-B222-4383-EB1B62EF8389}"/>
              </a:ext>
            </a:extLst>
          </p:cNvPr>
          <p:cNvSpPr>
            <a:spLocks noGrp="1"/>
          </p:cNvSpPr>
          <p:nvPr>
            <p:ph type="sldNum" sz="quarter" idx="4"/>
          </p:nvPr>
        </p:nvSpPr>
        <p:spPr/>
        <p:txBody>
          <a:bodyPr/>
          <a:lstStyle/>
          <a:p>
            <a:fld id="{A2C81908-5748-4B49-BD68-6D330C2291A9}" type="slidenum">
              <a:rPr lang="en-GB" smtClean="0"/>
              <a:pPr/>
              <a:t>3</a:t>
            </a:fld>
            <a:endParaRPr lang="en-GB"/>
          </a:p>
        </p:txBody>
      </p:sp>
      <p:sp>
        <p:nvSpPr>
          <p:cNvPr id="24" name="Content Placeholder 9">
            <a:extLst>
              <a:ext uri="{FF2B5EF4-FFF2-40B4-BE49-F238E27FC236}">
                <a16:creationId xmlns:a16="http://schemas.microsoft.com/office/drawing/2014/main" id="{D991D708-31BA-463C-8FA7-FCFFDC1BB2D9}"/>
              </a:ext>
            </a:extLst>
          </p:cNvPr>
          <p:cNvSpPr txBox="1">
            <a:spLocks/>
          </p:cNvSpPr>
          <p:nvPr/>
        </p:nvSpPr>
        <p:spPr>
          <a:xfrm>
            <a:off x="10400789" y="1142335"/>
            <a:ext cx="1337186" cy="2422669"/>
          </a:xfrm>
          <a:prstGeom prst="rect">
            <a:avLst/>
          </a:prstGeom>
        </p:spPr>
        <p:txBody>
          <a:bodyPr vert="horz" lIns="91440" tIns="182880" rIns="91440" bIns="0" rtlCol="0">
            <a:noAutofit/>
          </a:bodyPr>
          <a:lstStyle>
            <a:lvl1pPr marL="179388" indent="-179388" algn="l" defTabSz="914400" rtl="0" eaLnBrk="1" latinLnBrk="0" hangingPunct="1">
              <a:lnSpc>
                <a:spcPts val="1100"/>
              </a:lnSpc>
              <a:spcBef>
                <a:spcPts val="0"/>
              </a:spcBef>
              <a:spcAft>
                <a:spcPts val="400"/>
              </a:spcAft>
              <a:buClr>
                <a:schemeClr val="accent2"/>
              </a:buClr>
              <a:buFont typeface="Wingdings" pitchFamily="2" charset="2"/>
              <a:buChar char="§"/>
              <a:tabLst/>
              <a:defRPr sz="1100" kern="1200">
                <a:solidFill>
                  <a:schemeClr val="accent1"/>
                </a:solidFill>
                <a:latin typeface="+mn-lt"/>
                <a:ea typeface="+mn-ea"/>
                <a:cs typeface="+mn-cs"/>
              </a:defRPr>
            </a:lvl1pPr>
            <a:lvl2pPr marL="508000" indent="-228600" algn="l" defTabSz="914400" rtl="0" eaLnBrk="1" latinLnBrk="0" hangingPunct="1">
              <a:lnSpc>
                <a:spcPct val="100000"/>
              </a:lnSpc>
              <a:spcBef>
                <a:spcPts val="0"/>
              </a:spcBef>
              <a:spcAft>
                <a:spcPts val="600"/>
              </a:spcAft>
              <a:buClr>
                <a:schemeClr val="accent3"/>
              </a:buClr>
              <a:buFont typeface="Wingdings" pitchFamily="2" charset="2"/>
              <a:buChar char="§"/>
              <a:tabLst/>
              <a:defRPr sz="1100" kern="1200">
                <a:solidFill>
                  <a:schemeClr val="accent1"/>
                </a:solidFill>
                <a:latin typeface="+mn-lt"/>
                <a:ea typeface="+mn-ea"/>
                <a:cs typeface="+mn-cs"/>
              </a:defRPr>
            </a:lvl2pPr>
            <a:lvl3pPr marL="736600" indent="-228600" algn="l" defTabSz="914400" rtl="0" eaLnBrk="1" latinLnBrk="0" hangingPunct="1">
              <a:lnSpc>
                <a:spcPct val="100000"/>
              </a:lnSpc>
              <a:spcBef>
                <a:spcPts val="0"/>
              </a:spcBef>
              <a:spcAft>
                <a:spcPts val="600"/>
              </a:spcAft>
              <a:buFont typeface="Wingdings" pitchFamily="2" charset="2"/>
              <a:buChar char="§"/>
              <a:tabLst/>
              <a:defRPr sz="105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t>[Update: weekly run-rate commentary]</a:t>
            </a:r>
            <a:endParaRPr lang="en-US"/>
          </a:p>
        </p:txBody>
      </p:sp>
      <p:sp>
        <p:nvSpPr>
          <p:cNvPr id="65" name="TextBox 64">
            <a:extLst>
              <a:ext uri="{FF2B5EF4-FFF2-40B4-BE49-F238E27FC236}">
                <a16:creationId xmlns:a16="http://schemas.microsoft.com/office/drawing/2014/main" id="{ACA93F27-D283-D33D-E4DA-730F9A2DCFEE}"/>
              </a:ext>
            </a:extLst>
          </p:cNvPr>
          <p:cNvSpPr txBox="1"/>
          <p:nvPr/>
        </p:nvSpPr>
        <p:spPr>
          <a:xfrm>
            <a:off x="10375596" y="1143389"/>
            <a:ext cx="1369347"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050">
                <a:ea typeface="+mn-lt"/>
                <a:cs typeface="+mn-lt"/>
              </a:rPr>
              <a:t>[Update: quarterly run-rate commentary]</a:t>
            </a:r>
            <a:endParaRPr lang="en-US">
              <a:ea typeface="+mn-lt"/>
              <a:cs typeface="+mn-lt"/>
            </a:endParaRPr>
          </a:p>
        </p:txBody>
      </p:sp>
      <p:pic>
        <p:nvPicPr>
          <p:cNvPr id="7" name="chart_cash_s3_1">
            <a:extLst>
              <a:ext uri="{FF2B5EF4-FFF2-40B4-BE49-F238E27FC236}">
                <a16:creationId xmlns:a16="http://schemas.microsoft.com/office/drawing/2014/main" id="{06C2CBB9-7631-7583-5898-0E94ACAA2198}"/>
              </a:ext>
            </a:extLst>
          </p:cNvPr>
          <p:cNvPicPr>
            <a:picLocks noChangeAspect="1"/>
          </p:cNvPicPr>
          <p:nvPr/>
        </p:nvPicPr>
        <p:blipFill>
          <a:blip r:embed="rId2"/>
          <a:stretch>
            <a:fillRect/>
          </a:stretch>
        </p:blipFill>
        <p:spPr>
          <a:xfrm>
            <a:off x="6319907" y="3737999"/>
            <a:ext cx="4073914" cy="2418470"/>
          </a:xfrm>
          <a:prstGeom prst="rect">
            <a:avLst/>
          </a:prstGeom>
        </p:spPr>
      </p:pic>
      <p:pic>
        <p:nvPicPr>
          <p:cNvPr id="11" name="chart_weekly_run_rate">
            <a:extLst>
              <a:ext uri="{FF2B5EF4-FFF2-40B4-BE49-F238E27FC236}">
                <a16:creationId xmlns:a16="http://schemas.microsoft.com/office/drawing/2014/main" id="{D611B720-312F-EDD5-2065-B4036BDA5C2F}"/>
              </a:ext>
            </a:extLst>
          </p:cNvPr>
          <p:cNvPicPr>
            <a:picLocks noChangeAspect="1"/>
          </p:cNvPicPr>
          <p:nvPr/>
        </p:nvPicPr>
        <p:blipFill>
          <a:blip r:embed="rId3"/>
          <a:stretch>
            <a:fillRect/>
          </a:stretch>
        </p:blipFill>
        <p:spPr>
          <a:xfrm>
            <a:off x="454025" y="1156273"/>
            <a:ext cx="4081511" cy="2418469"/>
          </a:xfrm>
          <a:prstGeom prst="rect">
            <a:avLst/>
          </a:prstGeom>
        </p:spPr>
      </p:pic>
      <p:pic>
        <p:nvPicPr>
          <p:cNvPr id="16" name="chart_cash_s3_2">
            <a:extLst>
              <a:ext uri="{FF2B5EF4-FFF2-40B4-BE49-F238E27FC236}">
                <a16:creationId xmlns:a16="http://schemas.microsoft.com/office/drawing/2014/main" id="{9DDF0BFD-30DF-770E-91F8-F57F429B9A4D}"/>
              </a:ext>
            </a:extLst>
          </p:cNvPr>
          <p:cNvPicPr>
            <a:picLocks noChangeAspect="1"/>
          </p:cNvPicPr>
          <p:nvPr/>
        </p:nvPicPr>
        <p:blipFill>
          <a:blip r:embed="rId4"/>
          <a:stretch>
            <a:fillRect/>
          </a:stretch>
        </p:blipFill>
        <p:spPr>
          <a:xfrm>
            <a:off x="6319907" y="1156273"/>
            <a:ext cx="4055689" cy="2418469"/>
          </a:xfrm>
          <a:prstGeom prst="rect">
            <a:avLst/>
          </a:prstGeom>
        </p:spPr>
      </p:pic>
      <p:pic>
        <p:nvPicPr>
          <p:cNvPr id="19" name="chart_cash_s3_3">
            <a:extLst>
              <a:ext uri="{FF2B5EF4-FFF2-40B4-BE49-F238E27FC236}">
                <a16:creationId xmlns:a16="http://schemas.microsoft.com/office/drawing/2014/main" id="{B54468FD-8E1D-0D02-CE89-1EC6AA0F8E26}"/>
              </a:ext>
            </a:extLst>
          </p:cNvPr>
          <p:cNvPicPr>
            <a:picLocks noChangeAspect="1"/>
          </p:cNvPicPr>
          <p:nvPr/>
        </p:nvPicPr>
        <p:blipFill>
          <a:blip r:embed="rId5"/>
          <a:stretch>
            <a:fillRect/>
          </a:stretch>
        </p:blipFill>
        <p:spPr>
          <a:xfrm>
            <a:off x="464598" y="3733800"/>
            <a:ext cx="4069197" cy="2418469"/>
          </a:xfrm>
          <a:prstGeom prst="rect">
            <a:avLst/>
          </a:prstGeom>
        </p:spPr>
      </p:pic>
    </p:spTree>
    <p:extLst>
      <p:ext uri="{BB962C8B-B14F-4D97-AF65-F5344CB8AC3E}">
        <p14:creationId xmlns:p14="http://schemas.microsoft.com/office/powerpoint/2010/main" val="1117751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45A36A0-7503-CEF6-2608-46B9D2877FEF}"/>
              </a:ext>
            </a:extLst>
          </p:cNvPr>
          <p:cNvSpPr>
            <a:spLocks noGrp="1"/>
          </p:cNvSpPr>
          <p:nvPr>
            <p:ph type="subTitle" idx="1"/>
          </p:nvPr>
        </p:nvSpPr>
        <p:spPr>
          <a:xfrm>
            <a:off x="157515" y="900773"/>
            <a:ext cx="5504688" cy="361950"/>
          </a:xfrm>
        </p:spPr>
        <p:txBody>
          <a:bodyPr vert="horz" lIns="0" tIns="0" rIns="91440" bIns="0" rtlCol="0" anchor="t">
            <a:noAutofit/>
          </a:bodyPr>
          <a:lstStyle/>
          <a:p>
            <a:r>
              <a:rPr lang="en-US"/>
              <a:t>Decreased from {{AGING60_START}} to {{AGING60_ENDING}}</a:t>
            </a:r>
          </a:p>
        </p:txBody>
      </p:sp>
      <p:sp>
        <p:nvSpPr>
          <p:cNvPr id="6" name="Slide Number Placeholder 5">
            <a:extLst>
              <a:ext uri="{FF2B5EF4-FFF2-40B4-BE49-F238E27FC236}">
                <a16:creationId xmlns:a16="http://schemas.microsoft.com/office/drawing/2014/main" id="{0883AC41-3134-1EBC-2C00-A7E6581F781C}"/>
              </a:ext>
            </a:extLst>
          </p:cNvPr>
          <p:cNvSpPr>
            <a:spLocks noGrp="1"/>
          </p:cNvSpPr>
          <p:nvPr>
            <p:ph type="sldNum" sz="quarter" idx="4"/>
          </p:nvPr>
        </p:nvSpPr>
        <p:spPr/>
        <p:txBody>
          <a:bodyPr/>
          <a:lstStyle/>
          <a:p>
            <a:fld id="{A2C81908-5748-4B49-BD68-6D330C2291A9}" type="slidenum">
              <a:rPr lang="en-GB" smtClean="0"/>
              <a:pPr/>
              <a:t>4</a:t>
            </a:fld>
            <a:endParaRPr lang="en-GB"/>
          </a:p>
        </p:txBody>
      </p:sp>
      <p:sp>
        <p:nvSpPr>
          <p:cNvPr id="7" name="Title 1">
            <a:extLst>
              <a:ext uri="{FF2B5EF4-FFF2-40B4-BE49-F238E27FC236}">
                <a16:creationId xmlns:a16="http://schemas.microsoft.com/office/drawing/2014/main" id="{E34765D5-6EF4-3490-F07B-1176219FF691}"/>
              </a:ext>
            </a:extLst>
          </p:cNvPr>
          <p:cNvSpPr>
            <a:spLocks noGrp="1"/>
          </p:cNvSpPr>
          <p:nvPr>
            <p:ph type="title"/>
          </p:nvPr>
        </p:nvSpPr>
        <p:spPr>
          <a:xfrm>
            <a:off x="157515" y="171134"/>
            <a:ext cx="9107601" cy="695325"/>
          </a:xfrm>
        </p:spPr>
        <p:txBody>
          <a:bodyPr/>
          <a:lstStyle/>
          <a:p>
            <a:r>
              <a:rPr lang="en-US" sz="2800"/>
              <a:t>Aging Control: &gt;60 Balance vs Target + Movement</a:t>
            </a:r>
          </a:p>
        </p:txBody>
      </p:sp>
      <p:sp>
        <p:nvSpPr>
          <p:cNvPr id="26" name="Subtitle 2">
            <a:extLst>
              <a:ext uri="{FF2B5EF4-FFF2-40B4-BE49-F238E27FC236}">
                <a16:creationId xmlns:a16="http://schemas.microsoft.com/office/drawing/2014/main" id="{1327DA82-5C39-BACC-0CB8-63F9DBAC7056}"/>
              </a:ext>
            </a:extLst>
          </p:cNvPr>
          <p:cNvSpPr txBox="1">
            <a:spLocks/>
          </p:cNvSpPr>
          <p:nvPr/>
        </p:nvSpPr>
        <p:spPr>
          <a:xfrm>
            <a:off x="9219427" y="103051"/>
            <a:ext cx="2976744" cy="361950"/>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Q2 Target = &lt;{{AGING60_TARGET}}</a:t>
            </a:r>
          </a:p>
        </p:txBody>
      </p:sp>
      <p:graphicFrame>
        <p:nvGraphicFramePr>
          <p:cNvPr id="8" name="Table 7">
            <a:extLst>
              <a:ext uri="{FF2B5EF4-FFF2-40B4-BE49-F238E27FC236}">
                <a16:creationId xmlns:a16="http://schemas.microsoft.com/office/drawing/2014/main" id="{18D9A839-FF7A-937F-24BB-9FAD1930ED74}"/>
              </a:ext>
            </a:extLst>
          </p:cNvPr>
          <p:cNvGraphicFramePr>
            <a:graphicFrameLocks noGrp="1"/>
          </p:cNvGraphicFramePr>
          <p:nvPr>
            <p:extLst>
              <p:ext uri="{D42A27DB-BD31-4B8C-83A1-F6EECF244321}">
                <p14:modId xmlns:p14="http://schemas.microsoft.com/office/powerpoint/2010/main" val="2535626108"/>
              </p:ext>
            </p:extLst>
          </p:nvPr>
        </p:nvGraphicFramePr>
        <p:xfrm>
          <a:off x="624046" y="2132328"/>
          <a:ext cx="3936965" cy="1854200"/>
        </p:xfrm>
        <a:graphic>
          <a:graphicData uri="http://schemas.openxmlformats.org/drawingml/2006/table">
            <a:tbl>
              <a:tblPr firstRow="1" bandRow="1">
                <a:tableStyleId>{5C22544A-7EE6-4342-B048-85BDC9FD1C3A}</a:tableStyleId>
              </a:tblPr>
              <a:tblGrid>
                <a:gridCol w="2473043">
                  <a:extLst>
                    <a:ext uri="{9D8B030D-6E8A-4147-A177-3AD203B41FA5}">
                      <a16:colId xmlns:a16="http://schemas.microsoft.com/office/drawing/2014/main" val="2789579519"/>
                    </a:ext>
                  </a:extLst>
                </a:gridCol>
                <a:gridCol w="1463922">
                  <a:extLst>
                    <a:ext uri="{9D8B030D-6E8A-4147-A177-3AD203B41FA5}">
                      <a16:colId xmlns:a16="http://schemas.microsoft.com/office/drawing/2014/main" val="3730144083"/>
                    </a:ext>
                  </a:extLst>
                </a:gridCol>
              </a:tblGrid>
              <a:tr h="370840">
                <a:tc>
                  <a:txBody>
                    <a:bodyPr/>
                    <a:lstStyle/>
                    <a:p>
                      <a:r>
                        <a:rPr lang="en-US"/>
                        <a:t>Aging Controls</a:t>
                      </a:r>
                    </a:p>
                  </a:txBody>
                  <a:tcPr/>
                </a:tc>
                <a:tc>
                  <a:txBody>
                    <a:bodyPr/>
                    <a:lstStyle/>
                    <a:p>
                      <a:r>
                        <a:rPr lang="en-US"/>
                        <a:t>Results</a:t>
                      </a:r>
                    </a:p>
                  </a:txBody>
                  <a:tcPr/>
                </a:tc>
                <a:extLst>
                  <a:ext uri="{0D108BD9-81ED-4DB2-BD59-A6C34878D82A}">
                    <a16:rowId xmlns:a16="http://schemas.microsoft.com/office/drawing/2014/main" val="3049175634"/>
                  </a:ext>
                </a:extLst>
              </a:tr>
              <a:tr h="370840">
                <a:tc>
                  <a:txBody>
                    <a:bodyPr/>
                    <a:lstStyle/>
                    <a:p>
                      <a:r>
                        <a:rPr lang="en-US"/>
                        <a:t>Starting &gt;60</a:t>
                      </a:r>
                    </a:p>
                  </a:txBody>
                  <a:tcPr/>
                </a:tc>
                <a:tc>
                  <a:txBody>
                    <a:bodyPr/>
                    <a:lstStyle/>
                    <a:p>
                      <a:pPr algn="r"/>
                      <a:r>
                        <a:rPr lang="en-US"/>
                        <a:t>{{AGING60_START}}</a:t>
                      </a:r>
                    </a:p>
                  </a:txBody>
                  <a:tcPr/>
                </a:tc>
                <a:extLst>
                  <a:ext uri="{0D108BD9-81ED-4DB2-BD59-A6C34878D82A}">
                    <a16:rowId xmlns:a16="http://schemas.microsoft.com/office/drawing/2014/main" val="1448505535"/>
                  </a:ext>
                </a:extLst>
              </a:tr>
              <a:tr h="370840">
                <a:tc>
                  <a:txBody>
                    <a:bodyPr/>
                    <a:lstStyle/>
                    <a:p>
                      <a:r>
                        <a:rPr lang="en-US"/>
                        <a:t>Rolled into &gt;60</a:t>
                      </a:r>
                    </a:p>
                  </a:txBody>
                  <a:tcPr/>
                </a:tc>
                <a:tc>
                  <a:txBody>
                    <a:bodyPr/>
                    <a:lstStyle/>
                    <a:p>
                      <a:pPr algn="r"/>
                      <a:r>
                        <a:rPr lang="en-US">
                          <a:solidFill>
                            <a:srgbClr val="FF0000"/>
                          </a:solidFill>
                        </a:rPr>
                        <a:t>{{AGING60_ROLLED_IN}}</a:t>
                      </a:r>
                    </a:p>
                  </a:txBody>
                  <a:tcPr/>
                </a:tc>
                <a:extLst>
                  <a:ext uri="{0D108BD9-81ED-4DB2-BD59-A6C34878D82A}">
                    <a16:rowId xmlns:a16="http://schemas.microsoft.com/office/drawing/2014/main" val="649935533"/>
                  </a:ext>
                </a:extLst>
              </a:tr>
              <a:tr h="370840">
                <a:tc>
                  <a:txBody>
                    <a:bodyPr/>
                    <a:lstStyle/>
                    <a:p>
                      <a:r>
                        <a:rPr lang="en-US"/>
                        <a:t>Collected from &gt;60</a:t>
                      </a:r>
                    </a:p>
                  </a:txBody>
                  <a:tcPr/>
                </a:tc>
                <a:tc>
                  <a:txBody>
                    <a:bodyPr/>
                    <a:lstStyle/>
                    <a:p>
                      <a:pPr algn="r"/>
                      <a:r>
                        <a:rPr lang="en-US">
                          <a:solidFill>
                            <a:srgbClr val="00B050"/>
                          </a:solidFill>
                        </a:rPr>
                        <a:t>{{COLL_60_WEEK}}</a:t>
                      </a:r>
                    </a:p>
                  </a:txBody>
                  <a:tcPr/>
                </a:tc>
                <a:extLst>
                  <a:ext uri="{0D108BD9-81ED-4DB2-BD59-A6C34878D82A}">
                    <a16:rowId xmlns:a16="http://schemas.microsoft.com/office/drawing/2014/main" val="3448661983"/>
                  </a:ext>
                </a:extLst>
              </a:tr>
              <a:tr h="370840">
                <a:tc>
                  <a:txBody>
                    <a:bodyPr/>
                    <a:lstStyle/>
                    <a:p>
                      <a:r>
                        <a:rPr lang="en-US"/>
                        <a:t>Ending &gt;60</a:t>
                      </a:r>
                    </a:p>
                  </a:txBody>
                  <a:tcPr/>
                </a:tc>
                <a:tc>
                  <a:txBody>
                    <a:bodyPr/>
                    <a:lstStyle/>
                    <a:p>
                      <a:pPr algn="r"/>
                      <a:r>
                        <a:rPr lang="en-US"/>
                        <a:t>{{AGING60_ENDING}}</a:t>
                      </a:r>
                    </a:p>
                  </a:txBody>
                  <a:tcPr/>
                </a:tc>
                <a:extLst>
                  <a:ext uri="{0D108BD9-81ED-4DB2-BD59-A6C34878D82A}">
                    <a16:rowId xmlns:a16="http://schemas.microsoft.com/office/drawing/2014/main" val="3272514769"/>
                  </a:ext>
                </a:extLst>
              </a:tr>
            </a:tbl>
          </a:graphicData>
        </a:graphic>
      </p:graphicFrame>
      <p:pic>
        <p:nvPicPr>
          <p:cNvPr id="4" name="chart_total_ar_aging">
            <a:extLst>
              <a:ext uri="{FF2B5EF4-FFF2-40B4-BE49-F238E27FC236}">
                <a16:creationId xmlns:a16="http://schemas.microsoft.com/office/drawing/2014/main" id="{9CFC7D71-36A4-69E5-EE1E-C00237B85477}"/>
              </a:ext>
            </a:extLst>
          </p:cNvPr>
          <p:cNvPicPr>
            <a:picLocks noChangeAspect="1"/>
          </p:cNvPicPr>
          <p:nvPr/>
        </p:nvPicPr>
        <p:blipFill>
          <a:blip r:embed="rId3"/>
          <a:stretch>
            <a:fillRect/>
          </a:stretch>
        </p:blipFill>
        <p:spPr>
          <a:xfrm>
            <a:off x="178666" y="5064941"/>
            <a:ext cx="11863080" cy="1048799"/>
          </a:xfrm>
          <a:prstGeom prst="rect">
            <a:avLst/>
          </a:prstGeom>
        </p:spPr>
      </p:pic>
      <p:pic>
        <p:nvPicPr>
          <p:cNvPr id="9" name="chart_gt60_trend">
            <a:extLst>
              <a:ext uri="{FF2B5EF4-FFF2-40B4-BE49-F238E27FC236}">
                <a16:creationId xmlns:a16="http://schemas.microsoft.com/office/drawing/2014/main" id="{029CC8CE-8479-334D-822B-5334F5C10950}"/>
              </a:ext>
            </a:extLst>
          </p:cNvPr>
          <p:cNvPicPr>
            <a:picLocks noChangeAspect="1"/>
          </p:cNvPicPr>
          <p:nvPr/>
        </p:nvPicPr>
        <p:blipFill>
          <a:blip r:embed="rId4"/>
          <a:stretch>
            <a:fillRect/>
          </a:stretch>
        </p:blipFill>
        <p:spPr>
          <a:xfrm>
            <a:off x="5361518" y="1617951"/>
            <a:ext cx="5959012" cy="3050111"/>
          </a:xfrm>
          <a:prstGeom prst="rect">
            <a:avLst/>
          </a:prstGeom>
        </p:spPr>
      </p:pic>
    </p:spTree>
    <p:extLst>
      <p:ext uri="{BB962C8B-B14F-4D97-AF65-F5344CB8AC3E}">
        <p14:creationId xmlns:p14="http://schemas.microsoft.com/office/powerpoint/2010/main" val="1188736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A144E420-0626-9DB5-DAE8-D88D35D0EF1C}"/>
              </a:ext>
            </a:extLst>
          </p:cNvPr>
          <p:cNvSpPr>
            <a:spLocks noGrp="1"/>
          </p:cNvSpPr>
          <p:nvPr>
            <p:ph type="title"/>
          </p:nvPr>
        </p:nvSpPr>
        <p:spPr>
          <a:xfrm>
            <a:off x="450047" y="89483"/>
            <a:ext cx="7546350" cy="925853"/>
          </a:xfrm>
        </p:spPr>
        <p:txBody>
          <a:bodyPr/>
          <a:lstStyle/>
          <a:p>
            <a:r>
              <a:rPr lang="en-US" sz="2800"/>
              <a:t>Forward Risk: Next 30 Days Likely to Roll</a:t>
            </a:r>
          </a:p>
        </p:txBody>
      </p:sp>
      <p:sp>
        <p:nvSpPr>
          <p:cNvPr id="5" name="Slide Number Placeholder 4">
            <a:extLst>
              <a:ext uri="{FF2B5EF4-FFF2-40B4-BE49-F238E27FC236}">
                <a16:creationId xmlns:a16="http://schemas.microsoft.com/office/drawing/2014/main" id="{3F30057D-83E3-714C-25AC-45EEDA361DD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C81908-5748-4B49-BD68-6D330C2291A9}" type="slidenum">
              <a:rPr kumimoji="0" lang="en-GB" sz="1100" b="1" i="0" u="none" strike="noStrike" kern="1200" cap="none" spc="0" normalizeH="0" baseline="0" noProof="0" smtClean="0">
                <a:ln>
                  <a:noFill/>
                </a:ln>
                <a:solidFill>
                  <a:srgbClr val="020202"/>
                </a:solidFill>
                <a:effectLst/>
                <a:uLnTx/>
                <a:uFillTx/>
                <a:latin typeface="Franklin Gothic Book" panose="020B05030201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GB" sz="1100" b="1" i="0" u="none" strike="noStrike" kern="1200" cap="none" spc="0" normalizeH="0" baseline="0" noProof="0">
              <a:ln>
                <a:noFill/>
              </a:ln>
              <a:solidFill>
                <a:srgbClr val="020202"/>
              </a:solidFill>
              <a:effectLst/>
              <a:uLnTx/>
              <a:uFillTx/>
              <a:latin typeface="Franklin Gothic Book" panose="020B0503020102020204"/>
              <a:ea typeface="+mn-ea"/>
              <a:cs typeface="+mn-cs"/>
            </a:endParaRPr>
          </a:p>
        </p:txBody>
      </p:sp>
      <p:sp>
        <p:nvSpPr>
          <p:cNvPr id="4" name="Subtitle 17">
            <a:extLst>
              <a:ext uri="{FF2B5EF4-FFF2-40B4-BE49-F238E27FC236}">
                <a16:creationId xmlns:a16="http://schemas.microsoft.com/office/drawing/2014/main" id="{EB403A06-D436-D0C3-A648-0A83F7AE3DA7}"/>
              </a:ext>
            </a:extLst>
          </p:cNvPr>
          <p:cNvSpPr txBox="1">
            <a:spLocks/>
          </p:cNvSpPr>
          <p:nvPr/>
        </p:nvSpPr>
        <p:spPr>
          <a:xfrm>
            <a:off x="450047" y="832206"/>
            <a:ext cx="6562086" cy="353192"/>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Top 4 Accounts Likely to Roll within 30 Days</a:t>
            </a:r>
          </a:p>
        </p:txBody>
      </p:sp>
      <p:graphicFrame>
        <p:nvGraphicFramePr>
          <p:cNvPr id="2" name="Diagram 1">
            <a:extLst>
              <a:ext uri="{FF2B5EF4-FFF2-40B4-BE49-F238E27FC236}">
                <a16:creationId xmlns:a16="http://schemas.microsoft.com/office/drawing/2014/main" id="{D85E86B4-BF77-6E50-233D-9DC3F6A19587}"/>
              </a:ext>
            </a:extLst>
          </p:cNvPr>
          <p:cNvGraphicFramePr/>
          <p:nvPr>
            <p:extLst>
              <p:ext uri="{D42A27DB-BD31-4B8C-83A1-F6EECF244321}">
                <p14:modId xmlns:p14="http://schemas.microsoft.com/office/powerpoint/2010/main" val="3845631703"/>
              </p:ext>
            </p:extLst>
          </p:nvPr>
        </p:nvGraphicFramePr>
        <p:xfrm>
          <a:off x="1147113" y="1287153"/>
          <a:ext cx="9897603" cy="5122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6" name="chart_upcoming_to_60" descr="A blue circle with numbers and a red circle&#10;&#10;AI-generated content may be incorrect.">
            <a:extLst>
              <a:ext uri="{FF2B5EF4-FFF2-40B4-BE49-F238E27FC236}">
                <a16:creationId xmlns:a16="http://schemas.microsoft.com/office/drawing/2014/main" id="{FC8CBB72-D7A7-3EED-7E24-F418703632D0}"/>
              </a:ext>
            </a:extLst>
          </p:cNvPr>
          <p:cNvPicPr>
            <a:picLocks noChangeAspect="1"/>
          </p:cNvPicPr>
          <p:nvPr/>
        </p:nvPicPr>
        <p:blipFill>
          <a:blip r:embed="rId7"/>
          <a:stretch>
            <a:fillRect/>
          </a:stretch>
        </p:blipFill>
        <p:spPr>
          <a:xfrm>
            <a:off x="9364209" y="93662"/>
            <a:ext cx="1682297" cy="1490890"/>
          </a:xfrm>
          <a:prstGeom prst="rect">
            <a:avLst/>
          </a:prstGeom>
        </p:spPr>
      </p:pic>
    </p:spTree>
    <p:extLst>
      <p:ext uri="{BB962C8B-B14F-4D97-AF65-F5344CB8AC3E}">
        <p14:creationId xmlns:p14="http://schemas.microsoft.com/office/powerpoint/2010/main" val="3133490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6D209-68AA-6329-D26D-5537E800293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BEB42F8-BE07-D71C-4ECC-9C7EA22AB21D}"/>
              </a:ext>
            </a:extLst>
          </p:cNvPr>
          <p:cNvSpPr>
            <a:spLocks noGrp="1"/>
          </p:cNvSpPr>
          <p:nvPr>
            <p:ph type="title"/>
          </p:nvPr>
        </p:nvSpPr>
        <p:spPr>
          <a:xfrm>
            <a:off x="454" y="217535"/>
            <a:ext cx="8153644" cy="694944"/>
          </a:xfrm>
        </p:spPr>
        <p:txBody>
          <a:bodyPr vert="horz" lIns="91440" tIns="45720" rIns="91440" bIns="45720" rtlCol="0" anchor="t">
            <a:normAutofit/>
          </a:bodyPr>
          <a:lstStyle/>
          <a:p>
            <a:r>
              <a:rPr lang="en-US" sz="2800"/>
              <a:t>Current Risk: &gt;60 Days Past Due Top 10 Customers</a:t>
            </a:r>
          </a:p>
        </p:txBody>
      </p:sp>
      <p:graphicFrame>
        <p:nvGraphicFramePr>
          <p:cNvPr id="13" name="tbl_top10">
            <a:extLst>
              <a:ext uri="{FF2B5EF4-FFF2-40B4-BE49-F238E27FC236}">
                <a16:creationId xmlns:a16="http://schemas.microsoft.com/office/drawing/2014/main" id="{77ADAFB7-06DD-0817-3FD4-97C8643A93CD}"/>
              </a:ext>
            </a:extLst>
          </p:cNvPr>
          <p:cNvGraphicFramePr>
            <a:graphicFrameLocks noGrp="1"/>
          </p:cNvGraphicFramePr>
          <p:nvPr>
            <p:extLst>
              <p:ext uri="{D42A27DB-BD31-4B8C-83A1-F6EECF244321}">
                <p14:modId xmlns:p14="http://schemas.microsoft.com/office/powerpoint/2010/main" val="2019940236"/>
              </p:ext>
            </p:extLst>
          </p:nvPr>
        </p:nvGraphicFramePr>
        <p:xfrm>
          <a:off x="240936" y="916215"/>
          <a:ext cx="11948568" cy="5973807"/>
        </p:xfrm>
        <a:graphic>
          <a:graphicData uri="http://schemas.openxmlformats.org/drawingml/2006/table">
            <a:tbl>
              <a:tblPr/>
              <a:tblGrid>
                <a:gridCol w="1412582">
                  <a:extLst>
                    <a:ext uri="{9D8B030D-6E8A-4147-A177-3AD203B41FA5}">
                      <a16:colId xmlns:a16="http://schemas.microsoft.com/office/drawing/2014/main" val="387751828"/>
                    </a:ext>
                  </a:extLst>
                </a:gridCol>
                <a:gridCol w="693987">
                  <a:extLst>
                    <a:ext uri="{9D8B030D-6E8A-4147-A177-3AD203B41FA5}">
                      <a16:colId xmlns:a16="http://schemas.microsoft.com/office/drawing/2014/main" val="3195371532"/>
                    </a:ext>
                  </a:extLst>
                </a:gridCol>
                <a:gridCol w="1812079">
                  <a:extLst>
                    <a:ext uri="{9D8B030D-6E8A-4147-A177-3AD203B41FA5}">
                      <a16:colId xmlns:a16="http://schemas.microsoft.com/office/drawing/2014/main" val="4294670584"/>
                    </a:ext>
                  </a:extLst>
                </a:gridCol>
                <a:gridCol w="1529342">
                  <a:extLst>
                    <a:ext uri="{9D8B030D-6E8A-4147-A177-3AD203B41FA5}">
                      <a16:colId xmlns:a16="http://schemas.microsoft.com/office/drawing/2014/main" val="3591506005"/>
                    </a:ext>
                  </a:extLst>
                </a:gridCol>
                <a:gridCol w="1034555">
                  <a:extLst>
                    <a:ext uri="{9D8B030D-6E8A-4147-A177-3AD203B41FA5}">
                      <a16:colId xmlns:a16="http://schemas.microsoft.com/office/drawing/2014/main" val="499280199"/>
                    </a:ext>
                  </a:extLst>
                </a:gridCol>
                <a:gridCol w="873910">
                  <a:extLst>
                    <a:ext uri="{9D8B030D-6E8A-4147-A177-3AD203B41FA5}">
                      <a16:colId xmlns:a16="http://schemas.microsoft.com/office/drawing/2014/main" val="4005455265"/>
                    </a:ext>
                  </a:extLst>
                </a:gridCol>
                <a:gridCol w="4592113">
                  <a:extLst>
                    <a:ext uri="{9D8B030D-6E8A-4147-A177-3AD203B41FA5}">
                      <a16:colId xmlns:a16="http://schemas.microsoft.com/office/drawing/2014/main" val="4255211462"/>
                    </a:ext>
                  </a:extLst>
                </a:gridCol>
              </a:tblGrid>
              <a:tr h="358450">
                <a:tc>
                  <a:txBody>
                    <a:bodyPr/>
                    <a:lstStyle/>
                    <a:p>
                      <a:pPr algn="ctr" fontAlgn="b"/>
                      <a:r>
                        <a:rPr lang="en-US" sz="750" b="1" i="0" u="none" strike="noStrike">
                          <a:solidFill>
                            <a:srgbClr val="FFFFFF"/>
                          </a:solidFill>
                          <a:effectLst/>
                          <a:latin typeface="Arial"/>
                          <a:cs typeface="Arial"/>
                        </a:rPr>
                        <a:t>Customer</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Aged AR Exposure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Current Status</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Root Cause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LOB/GM Owner</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fontAlgn="b"/>
                      <a:r>
                        <a:rPr lang="en-US" sz="750" b="1" i="0" u="none" strike="noStrike">
                          <a:solidFill>
                            <a:srgbClr val="FFFFFF"/>
                          </a:solidFill>
                          <a:effectLst/>
                          <a:latin typeface="Arial"/>
                          <a:cs typeface="Arial"/>
                        </a:rPr>
                        <a:t> Collection Timeline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fontAlgn="b"/>
                      <a:r>
                        <a:rPr lang="en-US" sz="750" b="1" i="0" u="none" strike="noStrike">
                          <a:solidFill>
                            <a:srgbClr val="FFFFFF"/>
                          </a:solidFill>
                          <a:effectLst/>
                          <a:latin typeface="Arial"/>
                          <a:cs typeface="Arial"/>
                        </a:rPr>
                        <a:t>                                                                                                                                                </a:t>
                      </a:r>
                      <a:endParaRPr lang="en-US" sz="750">
                        <a:latin typeface="Arial"/>
                        <a:cs typeface="Arial"/>
                      </a:endParaRPr>
                    </a:p>
                    <a:p>
                      <a:pPr lvl="0" algn="ctr">
                        <a:buNone/>
                      </a:pPr>
                      <a:r>
                        <a:rPr lang="en-US" sz="750" b="1" i="0" u="none" strike="noStrike">
                          <a:solidFill>
                            <a:srgbClr val="FFFFFF"/>
                          </a:solidFill>
                          <a:effectLst/>
                          <a:latin typeface="Arial"/>
                          <a:cs typeface="Arial"/>
                        </a:rPr>
                        <a:t>Next Action/Blockers/Help Needed</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extLst>
                  <a:ext uri="{0D108BD9-81ED-4DB2-BD59-A6C34878D82A}">
                    <a16:rowId xmlns:a16="http://schemas.microsoft.com/office/drawing/2014/main" val="3080581189"/>
                  </a:ext>
                </a:extLst>
              </a:tr>
              <a:tr h="438103">
                <a:tc>
                  <a:txBody>
                    <a:bodyPr/>
                    <a:lstStyle/>
                    <a:p>
                      <a:pPr lvl="0" algn="l">
                        <a:lnSpc>
                          <a:spcPct val="100000"/>
                        </a:lnSpc>
                        <a:spcBef>
                          <a:spcPts val="0"/>
                        </a:spcBef>
                        <a:spcAft>
                          <a:spcPts val="0"/>
                        </a:spcAft>
                        <a:buNone/>
                      </a:pPr>
                      <a:r>
                        <a:rPr lang="pt-BR" sz="750" b="0" i="0" u="none" strike="noStrike" noProof="0">
                          <a:solidFill>
                            <a:srgbClr val="020202"/>
                          </a:solidFill>
                          <a:latin typeface="Franklin Gothic Book"/>
                        </a:rPr>
                        <a:t>Mars </a:t>
                      </a:r>
                      <a:r>
                        <a:rPr lang="pt-BR" sz="750" b="0" i="0" u="none" strike="noStrike" noProof="0" err="1">
                          <a:solidFill>
                            <a:srgbClr val="020202"/>
                          </a:solidFill>
                          <a:latin typeface="Franklin Gothic Book"/>
                        </a:rPr>
                        <a:t>Information</a:t>
                      </a:r>
                      <a:r>
                        <a:rPr lang="pt-BR" sz="750" b="0" i="0" u="none" strike="noStrike" noProof="0">
                          <a:solidFill>
                            <a:srgbClr val="020202"/>
                          </a:solidFill>
                          <a:latin typeface="Franklin Gothic Book"/>
                        </a:rPr>
                        <a:t> Systems</a:t>
                      </a:r>
                      <a:endParaRPr lang="en-US"/>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sz="750" b="0" i="0" u="none" strike="noStrike" noProof="0">
                          <a:solidFill>
                            <a:srgbClr val="020202"/>
                          </a:solidFill>
                          <a:latin typeface="Franklin Gothic Book"/>
                        </a:rPr>
                        <a:t>$252K</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Payment Promised</a:t>
                      </a:r>
                      <a:endParaRPr lang="en-US">
                        <a:solidFill>
                          <a:schemeClr val="tx1"/>
                        </a:solidFill>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Portal upload/ procurement misalignment</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Eric/Phil</a:t>
                      </a:r>
                      <a:endParaRPr lang="en-US">
                        <a:solidFill>
                          <a:schemeClr val="tx1"/>
                        </a:solidFill>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EOM</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kern="1200" noProof="0">
                          <a:solidFill>
                            <a:schemeClr val="tx1"/>
                          </a:solidFill>
                          <a:highlight>
                            <a:srgbClr val="FFFFFF"/>
                          </a:highlight>
                          <a:latin typeface="Franklin Gothic Book"/>
                          <a:ea typeface="+mn-ea"/>
                          <a:cs typeface="Segoe UI"/>
                        </a:rPr>
                        <a:t>5/20 The consolidated invoice was issued on 1/9 and uploaded to the portal on 2/11, where it was initially rejected due to tax being included. After receiving the customer’s tax exemption documentation, the invoice was credited, corrected, and re‑uploaded on 3/11. The customer has confirmed that payment is scheduled to be processed on May 20.</a:t>
                      </a:r>
                      <a:endParaRPr lang="en-US" sz="750">
                        <a:solidFill>
                          <a:schemeClr val="tx1"/>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74066105"/>
                  </a:ext>
                </a:extLst>
              </a:tr>
              <a:tr h="438104">
                <a:tc>
                  <a:txBody>
                    <a:bodyPr/>
                    <a:lstStyle/>
                    <a:p>
                      <a:pPr lvl="0" algn="l">
                        <a:lnSpc>
                          <a:spcPct val="100000"/>
                        </a:lnSpc>
                        <a:spcBef>
                          <a:spcPts val="0"/>
                        </a:spcBef>
                        <a:spcAft>
                          <a:spcPts val="0"/>
                        </a:spcAft>
                        <a:buNone/>
                      </a:pPr>
                      <a:r>
                        <a:rPr lang="pt-BR" sz="800" b="0" i="0" u="none" strike="noStrike" noProof="0">
                          <a:solidFill>
                            <a:schemeClr val="tx1"/>
                          </a:solidFill>
                          <a:latin typeface="Franklin Gothic Book"/>
                        </a:rPr>
                        <a:t>Nelt Group</a:t>
                      </a:r>
                      <a:endParaRPr lang="pt-BR" sz="800" b="0" i="0" u="none" strike="noStrike" noProof="0" err="1">
                        <a:solidFill>
                          <a:srgbClr val="020202"/>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750" b="0">
                          <a:solidFill>
                            <a:schemeClr val="tx1"/>
                          </a:solidFill>
                          <a:latin typeface="Franklin Gothic Book"/>
                        </a:rPr>
                        <a:t>$</a:t>
                      </a:r>
                      <a:r>
                        <a:rPr lang="en-US" sz="750" b="0" i="0" u="none" strike="noStrike" noProof="0">
                          <a:solidFill>
                            <a:schemeClr val="tx1"/>
                          </a:solidFill>
                          <a:latin typeface="Franklin Gothic Book"/>
                        </a:rPr>
                        <a:t>190K</a:t>
                      </a:r>
                      <a:endParaRPr lang="en-US" sz="750" b="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Payment in progress/ remaining dispute resolution in progess</a:t>
                      </a:r>
                      <a:endParaRPr lang="en-US">
                        <a:solidFill>
                          <a:schemeClr val="tx1"/>
                        </a:solidFill>
                      </a:endParaRPr>
                    </a:p>
                    <a:p>
                      <a:pPr lvl="0" algn="l">
                        <a:lnSpc>
                          <a:spcPct val="100000"/>
                        </a:lnSpc>
                        <a:spcBef>
                          <a:spcPts val="0"/>
                        </a:spcBef>
                        <a:spcAft>
                          <a:spcPts val="0"/>
                        </a:spcAft>
                        <a:buNone/>
                      </a:pPr>
                      <a:endParaRPr lang="en-US" sz="750" b="0" i="0" u="none" strike="noStrike" noProof="0">
                        <a:solidFill>
                          <a:schemeClr val="tx1"/>
                        </a:solidFill>
                        <a:highlight>
                          <a:srgbClr val="FFFFFF"/>
                        </a:highlight>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Customer historically slow to submit payment regardless of dispute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rPr>
                        <a:t>Penn High</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EOQ</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cs typeface="Segoe UI"/>
                        </a:rPr>
                        <a:t>5/21 Most customer disputes have now been resolved. The customer confirmed that the $111K invoice has been submitted for payment, with expected receipt within the next 10 days. A payment of $26K was received on 5/15. The Advantive team continues to work toward resolution of any remaining disputed invoices to support full payment of the outstanding balance.</a:t>
                      </a:r>
                      <a:endParaRPr lang="en-US" sz="75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2059578"/>
                  </a:ext>
                </a:extLst>
              </a:tr>
              <a:tr h="589208">
                <a:tc>
                  <a:txBody>
                    <a:bodyPr/>
                    <a:lstStyle/>
                    <a:p>
                      <a:pPr lvl="0" algn="l">
                        <a:lnSpc>
                          <a:spcPct val="100000"/>
                        </a:lnSpc>
                        <a:spcBef>
                          <a:spcPts val="0"/>
                        </a:spcBef>
                        <a:spcAft>
                          <a:spcPts val="0"/>
                        </a:spcAft>
                        <a:buNone/>
                      </a:pPr>
                      <a:r>
                        <a:rPr lang="pt-BR" sz="800" b="0" i="0" u="none" strike="noStrike" noProof="0">
                          <a:solidFill>
                            <a:schemeClr val="tx1"/>
                          </a:solidFill>
                          <a:latin typeface="Arial"/>
                          <a:cs typeface="Arial"/>
                        </a:rPr>
                        <a:t>Bjornstad Construction Supply</a:t>
                      </a:r>
                      <a:endParaRPr lang="pt-BR" sz="800" b="0" i="0" u="none" strike="noStrike" noProof="0" err="1">
                        <a:solidFill>
                          <a:srgbClr val="020202"/>
                        </a:solidFill>
                        <a:latin typeface="Arial"/>
                        <a:cs typeface="Arial"/>
                      </a:endParaRPr>
                    </a:p>
                  </a:txBody>
                  <a:tcPr marL="2879" marR="2879" marT="287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$166K</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Demand Letter sent/ potential settlement negotiations</a:t>
                      </a:r>
                      <a:endParaRPr lang="en-US" sz="800" b="0" i="0" u="none" strike="noStrike" noProof="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Customer unresponsive to outreach regarding implementation and past due balance</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Penn High</a:t>
                      </a:r>
                      <a:endParaRPr lang="en-US" sz="750">
                        <a:solidFill>
                          <a:schemeClr val="tx1"/>
                        </a:solidFill>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750" b="0" i="0" u="none" strike="noStrike">
                          <a:solidFill>
                            <a:schemeClr val="tx1"/>
                          </a:solidFill>
                          <a:effectLst/>
                          <a:latin typeface="Franklin Gothic Book"/>
                          <a:cs typeface="Arial"/>
                        </a:rPr>
                        <a:t>TBD</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cs typeface="Segoe UI"/>
                        </a:rPr>
                        <a:t>5/21 A demand and termination letter was issued on 5/6. The customer responded requesting a detailed breakdown of expenses incurred by Advantive to date; however, this request was reviewed by Legal and denied. On 5/20, Jordan Duke initiated outreach to negotiate a potential settlement and requested confirmation of the customer’s intent to either proceed with or cancel the implementation. The team is currently awaiting the customer’s response to determine next steps.</a:t>
                      </a:r>
                      <a:endParaRPr lang="en-US" sz="75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64193"/>
                  </a:ext>
                </a:extLst>
              </a:tr>
              <a:tr h="539232">
                <a:tc>
                  <a:txBody>
                    <a:bodyPr/>
                    <a:lstStyle/>
                    <a:p>
                      <a:pPr lvl="0" algn="l">
                        <a:lnSpc>
                          <a:spcPct val="100000"/>
                        </a:lnSpc>
                        <a:spcBef>
                          <a:spcPts val="0"/>
                        </a:spcBef>
                        <a:spcAft>
                          <a:spcPts val="0"/>
                        </a:spcAft>
                        <a:buNone/>
                      </a:pPr>
                      <a:r>
                        <a:rPr lang="pt-BR" sz="800" b="0" i="0" u="none" strike="noStrike" noProof="0">
                          <a:solidFill>
                            <a:schemeClr val="tx1"/>
                          </a:solidFill>
                          <a:highlight>
                            <a:srgbClr val="FFFFFF"/>
                          </a:highlight>
                          <a:latin typeface="Arial"/>
                          <a:cs typeface="Arial"/>
                        </a:rPr>
                        <a:t>Leadersoft (Xuhui,31)</a:t>
                      </a:r>
                      <a:endParaRPr lang="pt-BR" sz="750" b="0" i="0" u="none" strike="noStrike" noProof="0" err="1">
                        <a:solidFill>
                          <a:schemeClr val="tx1"/>
                        </a:solidFill>
                        <a:latin typeface="Arial"/>
                        <a:cs typeface="Arial"/>
                      </a:endParaRPr>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750" b="0">
                          <a:solidFill>
                            <a:schemeClr val="tx1"/>
                          </a:solidFill>
                          <a:latin typeface="Franklin Gothic Book"/>
                        </a:rPr>
                        <a:t>$129K</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Requested documents and USB drives in progress to be shipped to customer</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kern="1200" noProof="0">
                          <a:solidFill>
                            <a:schemeClr val="tx1"/>
                          </a:solidFill>
                          <a:latin typeface="Franklin Gothic Book"/>
                        </a:rPr>
                        <a:t>Government requirement for invoice payment</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rPr>
                        <a:t>Kevin Keene</a:t>
                      </a:r>
                    </a:p>
                    <a:p>
                      <a:pPr lvl="0" algn="ctr">
                        <a:lnSpc>
                          <a:spcPct val="100000"/>
                        </a:lnSpc>
                        <a:spcBef>
                          <a:spcPts val="0"/>
                        </a:spcBef>
                        <a:spcAft>
                          <a:spcPts val="0"/>
                        </a:spcAft>
                        <a:buNone/>
                      </a:pPr>
                      <a:endParaRPr lang="en-US" sz="750" b="0" i="0" u="none" strike="noStrike" noProof="0">
                        <a:solidFill>
                          <a:srgbClr val="FF0000"/>
                        </a:solidFill>
                        <a:effectLst/>
                        <a:highlight>
                          <a:srgbClr val="FFFFFF"/>
                        </a:highlight>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750" b="0" i="0" u="none" strike="noStrike" noProof="0">
                          <a:solidFill>
                            <a:schemeClr val="tx1"/>
                          </a:solidFill>
                          <a:effectLst/>
                          <a:latin typeface="Franklin Gothic Book"/>
                          <a:cs typeface="Arial"/>
                        </a:rPr>
                        <a:t>EOQ</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5/21 </a:t>
                      </a:r>
                      <a:r>
                        <a:rPr lang="en-US" sz="750" b="0" i="0" u="none" strike="noStrike" noProof="0">
                          <a:solidFill>
                            <a:schemeClr val="tx1"/>
                          </a:solidFill>
                          <a:highlight>
                            <a:srgbClr val="FFFFFF"/>
                          </a:highlight>
                          <a:latin typeface="Franklin Gothic Book"/>
                          <a:cs typeface="Segoe UI"/>
                        </a:rPr>
                        <a:t>Jordan is preparing shipment materials, including two USB drives, two commercial invoices, two invoices, and the required customs declaration paperwork for each package. On 5/20, Jordan confirmed to the customer that all materials will be completed and shipped by end of week, with tracking details to be provided upon dispatch.</a:t>
                      </a:r>
                      <a:endParaRPr lang="en-US" sz="750" b="0" i="0" u="none" strike="noStrike" noProof="0">
                        <a:solidFill>
                          <a:schemeClr val="tx1"/>
                        </a:solidFill>
                        <a:highlight>
                          <a:srgbClr val="FFFFFF"/>
                        </a:highlight>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3261336"/>
                  </a:ext>
                </a:extLst>
              </a:tr>
              <a:tr h="463639">
                <a:tc>
                  <a:txBody>
                    <a:bodyPr/>
                    <a:lstStyle/>
                    <a:p>
                      <a:pPr lvl="0" algn="l">
                        <a:lnSpc>
                          <a:spcPct val="100000"/>
                        </a:lnSpc>
                        <a:spcBef>
                          <a:spcPts val="0"/>
                        </a:spcBef>
                        <a:spcAft>
                          <a:spcPts val="0"/>
                        </a:spcAft>
                        <a:buNone/>
                      </a:pPr>
                      <a:r>
                        <a:rPr lang="pt-BR" sz="800" b="0" i="0" u="none" strike="noStrike" noProof="0">
                          <a:solidFill>
                            <a:srgbClr val="000000"/>
                          </a:solidFill>
                          <a:highlight>
                            <a:srgbClr val="FFFFFF"/>
                          </a:highlight>
                          <a:latin typeface="Arial"/>
                          <a:cs typeface="Arial"/>
                        </a:rPr>
                        <a:t>Mondelez International</a:t>
                      </a:r>
                      <a:endParaRPr lang="pt-BR" sz="800" b="0" i="0" u="none" strike="noStrike" noProof="0" err="1">
                        <a:solidFill>
                          <a:srgbClr val="020202"/>
                        </a:solidFill>
                        <a:highlight>
                          <a:srgbClr val="FFFFFF"/>
                        </a:highlight>
                        <a:latin typeface="Arial"/>
                        <a:cs typeface="Arial"/>
                      </a:endParaRPr>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rgbClr val="020202"/>
                          </a:solidFill>
                          <a:latin typeface="Franklin Gothic Book"/>
                        </a:rPr>
                        <a:t>$116K</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Multiple Accounts, various issues moving toward resolution</a:t>
                      </a:r>
                      <a:endParaRPr lang="en-US" sz="800" b="0" i="0" u="none" strike="noStrike" noProof="0">
                        <a:solidFill>
                          <a:srgbClr val="020202"/>
                        </a:solidFill>
                        <a:highlight>
                          <a:srgbClr val="FFFFFF"/>
                        </a:highlight>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Tax, Portal Issues, Invoices delivery Issues, terms discrepancy, GR customer side issues</a:t>
                      </a:r>
                      <a:endParaRPr lang="en-US" sz="800" b="0" i="0" u="none" strike="noStrike" noProof="0">
                        <a:solidFill>
                          <a:srgbClr val="020202"/>
                        </a:solidFill>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rPr>
                        <a:t>Eric/Phil</a:t>
                      </a:r>
                      <a:endParaRPr lang="en-US" sz="800" b="0" i="0" u="none" strike="noStrike" noProof="0">
                        <a:solidFill>
                          <a:srgbClr val="020202"/>
                        </a:solidFill>
                        <a:effectLst/>
                        <a:highlight>
                          <a:srgbClr val="FFFFFF"/>
                        </a:highlight>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EOQ</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5/20 Mondelez delinquency is widely dispersed, GR/approval gaps, and portal/PO setup issues, with active escalations, and customer side urgent payment actions underway.  PE Declaration and FORM 41 holding up payment on Mdlz India, SF Case to Legal for forms; Missing $13K payment from Mdlz US, working to get reissued.</a:t>
                      </a:r>
                    </a:p>
                  </a:txBody>
                  <a:tcPr marL="2878" marR="2878" marT="2878"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6048456"/>
                  </a:ext>
                </a:extLst>
              </a:tr>
              <a:tr h="560916">
                <a:tc>
                  <a:txBody>
                    <a:bodyPr/>
                    <a:lstStyle/>
                    <a:p>
                      <a:pPr lvl="0" algn="l">
                        <a:lnSpc>
                          <a:spcPct val="100000"/>
                        </a:lnSpc>
                        <a:spcBef>
                          <a:spcPts val="0"/>
                        </a:spcBef>
                        <a:spcAft>
                          <a:spcPts val="0"/>
                        </a:spcAft>
                        <a:buNone/>
                      </a:pPr>
                      <a:r>
                        <a:rPr lang="pt-BR" sz="750" b="0" i="0" u="none" strike="noStrike" noProof="0">
                          <a:solidFill>
                            <a:srgbClr val="000000"/>
                          </a:solidFill>
                          <a:highlight>
                            <a:srgbClr val="FFFFFF"/>
                          </a:highlight>
                          <a:latin typeface="Arial"/>
                          <a:cs typeface="Arial"/>
                        </a:rPr>
                        <a:t>International Motors</a:t>
                      </a:r>
                      <a:endParaRPr lang="en-US"/>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$115K</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rgbClr val="43661D"/>
                          </a:solidFill>
                          <a:highlight>
                            <a:srgbClr val="FFFFFF"/>
                          </a:highlight>
                          <a:latin typeface="Franklin Gothic Book"/>
                        </a:rPr>
                        <a:t>Paid</a:t>
                      </a:r>
                      <a:endParaRPr lang="en-US">
                        <a:solidFill>
                          <a:srgbClr val="43661D"/>
                        </a:solidFill>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kern="1200" noProof="0">
                          <a:solidFill>
                            <a:schemeClr val="tx1"/>
                          </a:solidFill>
                          <a:latin typeface="Franklin Gothic Book"/>
                        </a:rPr>
                        <a:t>Portal Issues</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Eric/Phil</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cs typeface="Arial"/>
                        </a:rPr>
                        <a:t>EOM</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5/21 received payment 5/20</a:t>
                      </a:r>
                      <a:endParaRPr lang="en-US" sz="750" b="0" i="0" u="none" strike="noStrike" noProof="0">
                        <a:solidFill>
                          <a:schemeClr val="tx1"/>
                        </a:solidFill>
                        <a:highlight>
                          <a:srgbClr val="FFFFFF"/>
                        </a:highlight>
                        <a:latin typeface="Franklin Gothic Book"/>
                        <a:cs typeface="Segoe UI"/>
                      </a:endParaRPr>
                    </a:p>
                  </a:txBody>
                  <a:tcPr marL="2878" marR="2878" marT="2878"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1772701059"/>
                  </a:ext>
                </a:extLst>
              </a:tr>
              <a:tr h="550333">
                <a:tc>
                  <a:txBody>
                    <a:bodyPr/>
                    <a:lstStyle/>
                    <a:p>
                      <a:pPr lvl="0" algn="l">
                        <a:lnSpc>
                          <a:spcPct val="100000"/>
                        </a:lnSpc>
                        <a:spcBef>
                          <a:spcPts val="0"/>
                        </a:spcBef>
                        <a:spcAft>
                          <a:spcPts val="0"/>
                        </a:spcAft>
                        <a:buNone/>
                      </a:pPr>
                      <a:r>
                        <a:rPr lang="pt-BR" sz="750" b="0" i="0" u="none" strike="noStrike" noProof="0">
                          <a:solidFill>
                            <a:srgbClr val="020202"/>
                          </a:solidFill>
                          <a:highlight>
                            <a:srgbClr val="FFFFFF"/>
                          </a:highlight>
                          <a:latin typeface="Franklin Gothic Book"/>
                        </a:rPr>
                        <a:t> DS Smith PLC</a:t>
                      </a:r>
                      <a:endParaRPr lang="pt-BR" sz="750" b="0" i="0" u="none" strike="noStrike" noProof="0">
                        <a:solidFill>
                          <a:srgbClr val="000000"/>
                        </a:solidFill>
                        <a:latin typeface="Franklin Gothic Book"/>
                      </a:endParaRPr>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$85K</a:t>
                      </a:r>
                      <a:endParaRPr lang="en-US" sz="750" b="0" i="0" u="none" strike="noStrike" noProof="0">
                        <a:solidFill>
                          <a:srgbClr val="020202"/>
                        </a:solidFill>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 Disputed Invoices</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 Implementation Issues</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Penn High</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EOQ</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 </a:t>
                      </a:r>
                      <a:r>
                        <a:rPr lang="sk" sz="800" b="0" i="0" u="none" strike="noStrike" noProof="0">
                          <a:solidFill>
                            <a:schemeClr val="tx1"/>
                          </a:solidFill>
                          <a:highlight>
                            <a:srgbClr val="FFFFFF"/>
                          </a:highlight>
                          <a:latin typeface="Franklin Gothic Book"/>
                        </a:rPr>
                        <a:t>5/21 P2P $55K DSS Martin from Roman, payment will clear most of the 60+ past due for DSS; </a:t>
                      </a:r>
                      <a:r>
                        <a:rPr lang="en-US" sz="800" b="0" i="0" u="none" strike="noStrike" noProof="0">
                          <a:solidFill>
                            <a:schemeClr val="tx1"/>
                          </a:solidFill>
                          <a:highlight>
                            <a:srgbClr val="FFFFFF"/>
                          </a:highlight>
                          <a:latin typeface="Franklin Gothic Book"/>
                        </a:rPr>
                        <a:t>5/20 </a:t>
                      </a:r>
                      <a:r>
                        <a:rPr lang="en-US" sz="800" b="0" i="0" u="none" strike="noStrike" noProof="0">
                          <a:solidFill>
                            <a:schemeClr val="tx1"/>
                          </a:solidFill>
                          <a:highlight>
                            <a:srgbClr val="FFFFFF"/>
                          </a:highlight>
                          <a:latin typeface="Franklin Gothic Book"/>
                          <a:cs typeface="Segoe UI"/>
                        </a:rPr>
                        <a:t>UK Caerphilly €30K, Howard A. (DSS) replied w/ cancelation for sites sent February; Slovakia €35K Customer claims </a:t>
                      </a:r>
                      <a:r>
                        <a:rPr lang="sk" sz="800" b="0" i="0" u="none" strike="noStrike" noProof="0">
                          <a:solidFill>
                            <a:schemeClr val="tx1"/>
                          </a:solidFill>
                          <a:highlight>
                            <a:srgbClr val="FFFFFF"/>
                          </a:highlight>
                          <a:latin typeface="Franklin Gothic Book"/>
                          <a:cs typeface="Segoe UI"/>
                        </a:rPr>
                        <a:t>QMS &amp; TSS moduls not in live in Martin, refusal to pay  S&amp;M, escalated to David Loftus to address w/ Roman, following up in bi-weekly meet w/ SAM. </a:t>
                      </a:r>
                    </a:p>
                  </a:txBody>
                  <a:tcPr marL="2878" marR="2878" marT="2878"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591035"/>
                  </a:ext>
                </a:extLst>
              </a:tr>
              <a:tr h="360426">
                <a:tc>
                  <a:txBody>
                    <a:bodyPr/>
                    <a:lstStyle/>
                    <a:p>
                      <a:pPr lvl="0" algn="l">
                        <a:lnSpc>
                          <a:spcPct val="100000"/>
                        </a:lnSpc>
                        <a:spcBef>
                          <a:spcPts val="0"/>
                        </a:spcBef>
                        <a:spcAft>
                          <a:spcPts val="0"/>
                        </a:spcAft>
                        <a:buNone/>
                      </a:pPr>
                      <a:r>
                        <a:rPr lang="pt-BR" sz="750" b="0" i="0" u="none" strike="noStrike" noProof="0">
                          <a:solidFill>
                            <a:schemeClr val="tx1"/>
                          </a:solidFill>
                          <a:latin typeface="Franklin Gothic Book"/>
                        </a:rPr>
                        <a:t>Marx Foods</a:t>
                      </a:r>
                    </a:p>
                    <a:p>
                      <a:pPr lvl="0" algn="l">
                        <a:lnSpc>
                          <a:spcPct val="100000"/>
                        </a:lnSpc>
                        <a:spcBef>
                          <a:spcPts val="0"/>
                        </a:spcBef>
                        <a:spcAft>
                          <a:spcPts val="0"/>
                        </a:spcAft>
                        <a:buNone/>
                      </a:pPr>
                      <a:endParaRPr lang="pt-BR"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$82K</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cs typeface="Segoe UI"/>
                        </a:rPr>
                        <a:t>Demand letter sent 4/6</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Implementation dispute</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ea typeface="Open Sans"/>
                          <a:cs typeface="Open Sans"/>
                        </a:rPr>
                        <a:t>Kevin Keene</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TBD</a:t>
                      </a:r>
                    </a:p>
                    <a:p>
                      <a:pPr lvl="0" algn="ctr">
                        <a:lnSpc>
                          <a:spcPct val="100000"/>
                        </a:lnSpc>
                        <a:spcBef>
                          <a:spcPts val="0"/>
                        </a:spcBef>
                        <a:spcAft>
                          <a:spcPts val="0"/>
                        </a:spcAft>
                        <a:buNone/>
                      </a:pPr>
                      <a:endParaRPr lang="en-US" sz="750" b="0" i="0" u="none" strike="noStrike" noProof="0">
                        <a:solidFill>
                          <a:srgbClr val="FF0000"/>
                        </a:solidFill>
                        <a:effectLst/>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a:latin typeface="Franklin Gothic Book"/>
                          <a:cs typeface="Segoe UI"/>
                        </a:rPr>
                        <a:t>5/21 A demand and termination letter was issued on 4/6. The customer’s legal team responded disputing the outstanding balance, citing implementation delays and alleging breach of contract, and denied payment. A settlement offer was presented on 5/8; however, the customer rejected the proposal and submitted a counterclaim requesting reimbursement of prior payments. On 5/20, Legal (Suketa) formally rejected the reimbursement demand and issued a final request for full payment within 10 days, advising that failure to comply may result in referral to a third‑party collections agency.</a:t>
                      </a:r>
                      <a:endParaRPr lang="en-US" sz="750">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8679660"/>
                  </a:ext>
                </a:extLst>
              </a:tr>
              <a:tr h="473298">
                <a:tc>
                  <a:txBody>
                    <a:bodyPr/>
                    <a:lstStyle/>
                    <a:p>
                      <a:pPr lvl="0" algn="l">
                        <a:lnSpc>
                          <a:spcPct val="100000"/>
                        </a:lnSpc>
                        <a:spcBef>
                          <a:spcPts val="0"/>
                        </a:spcBef>
                        <a:spcAft>
                          <a:spcPts val="0"/>
                        </a:spcAft>
                        <a:buNone/>
                      </a:pPr>
                      <a:r>
                        <a:rPr lang="pt-BR" sz="800" b="0" i="0" u="none" strike="noStrike" noProof="0">
                          <a:solidFill>
                            <a:schemeClr val="tx1"/>
                          </a:solidFill>
                          <a:latin typeface="Franklin Gothic Book"/>
                        </a:rPr>
                        <a:t>Auto One</a:t>
                      </a:r>
                      <a:endParaRPr lang="pt-BR" sz="800" b="0" i="0" u="none" strike="noStrike" noProof="0" err="1">
                        <a:solidFill>
                          <a:srgbClr val="020202"/>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$81K</a:t>
                      </a:r>
                    </a:p>
                    <a:p>
                      <a:pPr lvl="0" algn="ctr">
                        <a:buNone/>
                      </a:pPr>
                      <a:endParaRPr lang="en-US" sz="750" b="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Customer disputing billed products due to unclear information provided during the sales process; Solution pending customer approval</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IProduct dispute</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ea typeface="Open Sans"/>
                          <a:cs typeface="Open Sans"/>
                        </a:rPr>
                        <a:t>Eric/ Phil</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TBD</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kern="1200" noProof="0">
                          <a:solidFill>
                            <a:schemeClr val="tx1"/>
                          </a:solidFill>
                          <a:highlight>
                            <a:srgbClr val="FFFFFF"/>
                          </a:highlight>
                          <a:latin typeface="Franklin Gothic Book"/>
                          <a:ea typeface="+mn-ea"/>
                          <a:cs typeface="Segoe UI"/>
                        </a:rPr>
                        <a:t>5/21 legacy Commerce Vision account continues to challenge the value of the MAF platform due to its dependency on the eCommerce solution not being clearly communicated prior to the transition to Advantive. On 5/6, Customer Success presented a proposal offering a 50% credit on the past‑due balance in exchange for a 24‑month renewal, with the remaining balance payable. The proposal remains pending customer approval. Accounts Receivable has followed up multiple times, most recently on 5/20, but there has been limited responsiveness from Customer Success (Andrew Harvey), delaying visibility into the customer’s position and next steps.</a:t>
                      </a:r>
                      <a:endParaRPr lang="en-US" sz="750">
                        <a:solidFill>
                          <a:schemeClr val="tx1"/>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6240251"/>
                  </a:ext>
                </a:extLst>
              </a:tr>
              <a:tr h="473297">
                <a:tc>
                  <a:txBody>
                    <a:bodyPr/>
                    <a:lstStyle/>
                    <a:p>
                      <a:pPr lvl="0" algn="l">
                        <a:lnSpc>
                          <a:spcPct val="100000"/>
                        </a:lnSpc>
                        <a:spcBef>
                          <a:spcPts val="0"/>
                        </a:spcBef>
                        <a:spcAft>
                          <a:spcPts val="0"/>
                        </a:spcAft>
                        <a:buNone/>
                      </a:pPr>
                      <a:r>
                        <a:rPr lang="pt-BR" sz="800" b="0" i="0" u="none" strike="noStrike" noProof="0">
                          <a:solidFill>
                            <a:schemeClr val="tx1"/>
                          </a:solidFill>
                          <a:latin typeface="Franklin Gothic Book"/>
                        </a:rPr>
                        <a:t>AVID Logistics</a:t>
                      </a:r>
                      <a:endParaRPr lang="pt-BR" sz="800" b="0" i="0" u="none" strike="noStrike" noProof="0">
                        <a:solidFill>
                          <a:srgbClr val="020202"/>
                        </a:solidFill>
                        <a:latin typeface="Franklin Gothic Book"/>
                      </a:endParaRPr>
                    </a:p>
                    <a:p>
                      <a:pPr lvl="0" algn="l">
                        <a:lnSpc>
                          <a:spcPct val="100000"/>
                        </a:lnSpc>
                        <a:spcBef>
                          <a:spcPts val="0"/>
                        </a:spcBef>
                        <a:spcAft>
                          <a:spcPts val="0"/>
                        </a:spcAft>
                        <a:buNone/>
                      </a:pPr>
                      <a:endParaRPr lang="pt-BR" sz="750" b="0" i="0" u="none" strike="noStrike" noProof="0">
                        <a:solidFill>
                          <a:schemeClr val="tx1"/>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750" b="0">
                          <a:solidFill>
                            <a:schemeClr val="tx1"/>
                          </a:solidFill>
                          <a:latin typeface="Franklin Gothic Book"/>
                        </a:rPr>
                        <a:t>$67K</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Demand Letter Sent</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unresponsive</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ea typeface="Open Sans"/>
                          <a:cs typeface="Open Sans"/>
                        </a:rPr>
                        <a:t>Eric/ Phil</a:t>
                      </a:r>
                    </a:p>
                    <a:p>
                      <a:pPr lvl="0" algn="ctr">
                        <a:lnSpc>
                          <a:spcPct val="100000"/>
                        </a:lnSpc>
                        <a:spcBef>
                          <a:spcPts val="0"/>
                        </a:spcBef>
                        <a:spcAft>
                          <a:spcPts val="0"/>
                        </a:spcAft>
                        <a:buNone/>
                      </a:pPr>
                      <a:endParaRPr lang="en-US" sz="800" b="0" i="0" u="none" strike="noStrike" noProof="0">
                        <a:solidFill>
                          <a:srgbClr val="FF0000"/>
                        </a:solidFill>
                        <a:effectLst/>
                        <a:highlight>
                          <a:srgbClr val="FFFFFF"/>
                        </a:highlight>
                        <a:latin typeface="Franklin Gothic Book"/>
                        <a:ea typeface="Open Sans"/>
                        <a:cs typeface="Open Sans"/>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latin typeface="Franklin Gothic Book"/>
                        </a:rPr>
                        <a:t>TBD</a:t>
                      </a:r>
                      <a:endParaRPr lang="en-US">
                        <a:solidFill>
                          <a:schemeClr val="tx1"/>
                        </a:solidFill>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800" b="0" i="0" u="none" strike="noStrike" kern="1200" noProof="0">
                          <a:solidFill>
                            <a:schemeClr val="tx1"/>
                          </a:solidFill>
                          <a:highlight>
                            <a:srgbClr val="FFFFFF"/>
                          </a:highlight>
                          <a:latin typeface="Franklin Gothic Book"/>
                          <a:ea typeface="+mn-ea"/>
                          <a:cs typeface="Segoe UI"/>
                        </a:rPr>
                        <a:t>5/21 -  Customer placed with 3rd party collections</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102014472"/>
                  </a:ext>
                </a:extLst>
              </a:tr>
            </a:tbl>
          </a:graphicData>
        </a:graphic>
      </p:graphicFrame>
      <p:pic>
        <p:nvPicPr>
          <p:cNvPr id="8" name="Picture 7">
            <a:extLst>
              <a:ext uri="{FF2B5EF4-FFF2-40B4-BE49-F238E27FC236}">
                <a16:creationId xmlns:a16="http://schemas.microsoft.com/office/drawing/2014/main" id="{4D0DEDD2-2292-D78C-6A25-77D190E6DF12}"/>
              </a:ext>
            </a:extLst>
          </p:cNvPr>
          <p:cNvPicPr>
            <a:picLocks noChangeAspect="1"/>
          </p:cNvPicPr>
          <p:nvPr/>
        </p:nvPicPr>
        <p:blipFill>
          <a:blip r:embed="rId3"/>
          <a:stretch>
            <a:fillRect/>
          </a:stretch>
        </p:blipFill>
        <p:spPr>
          <a:xfrm>
            <a:off x="11050588" y="215446"/>
            <a:ext cx="1130754" cy="712108"/>
          </a:xfrm>
          <a:prstGeom prst="rect">
            <a:avLst/>
          </a:prstGeom>
        </p:spPr>
      </p:pic>
    </p:spTree>
    <p:extLst>
      <p:ext uri="{BB962C8B-B14F-4D97-AF65-F5344CB8AC3E}">
        <p14:creationId xmlns:p14="http://schemas.microsoft.com/office/powerpoint/2010/main" val="1820979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10DD8-5A0B-CB8E-E9A1-64356EBD9CF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40D51C4-6A87-E16E-940D-3A2473BBC71F}"/>
              </a:ext>
            </a:extLst>
          </p:cNvPr>
          <p:cNvSpPr>
            <a:spLocks noGrp="1"/>
          </p:cNvSpPr>
          <p:nvPr>
            <p:ph type="sldNum" sz="quarter" idx="4"/>
          </p:nvPr>
        </p:nvSpPr>
        <p:spPr/>
        <p:txBody>
          <a:bodyPr/>
          <a:lstStyle/>
          <a:p>
            <a:fld id="{A2C81908-5748-4B49-BD68-6D330C2291A9}" type="slidenum">
              <a:rPr lang="en-GB" smtClean="0"/>
              <a:pPr/>
              <a:t>7</a:t>
            </a:fld>
            <a:endParaRPr lang="en-GB"/>
          </a:p>
        </p:txBody>
      </p:sp>
      <p:sp>
        <p:nvSpPr>
          <p:cNvPr id="47" name="Content Placeholder 9">
            <a:extLst>
              <a:ext uri="{FF2B5EF4-FFF2-40B4-BE49-F238E27FC236}">
                <a16:creationId xmlns:a16="http://schemas.microsoft.com/office/drawing/2014/main" id="{CD104CAA-2BCD-887C-0FAD-6189E4889238}"/>
              </a:ext>
            </a:extLst>
          </p:cNvPr>
          <p:cNvSpPr>
            <a:spLocks noGrp="1"/>
          </p:cNvSpPr>
          <p:nvPr>
            <p:ph sz="quarter" idx="15"/>
          </p:nvPr>
        </p:nvSpPr>
        <p:spPr>
          <a:xfrm>
            <a:off x="8091708" y="1140925"/>
            <a:ext cx="4105509" cy="4088365"/>
          </a:xfrm>
        </p:spPr>
        <p:txBody>
          <a:bodyPr vert="horz" lIns="0" tIns="0" rIns="91440" bIns="0" rtlCol="0" anchor="t">
            <a:noAutofit/>
          </a:bodyPr>
          <a:lstStyle/>
          <a:p>
            <a:pPr marL="285750" indent="-285750">
              <a:buFont typeface="Arial"/>
              <a:buChar char="•"/>
            </a:pPr>
            <a:r>
              <a:rPr lang="en-US" sz="1800">
                <a:solidFill>
                  <a:srgbClr val="000000"/>
                </a:solidFill>
                <a:ea typeface="+mn-lt"/>
                <a:cs typeface="+mn-lt"/>
              </a:rPr>
              <a:t>[Update: top 3 root causes + what changed this week]</a:t>
            </a:r>
          </a:p>
          <a:p>
            <a:pPr marL="514350" lvl="1" indent="-285750">
              <a:buFont typeface="Arial"/>
              <a:buChar char="•"/>
            </a:pPr>
            <a:r>
              <a:rPr lang="en-US" sz="1600">
                <a:solidFill>
                  <a:srgbClr val="000000"/>
                </a:solidFill>
                <a:ea typeface="+mn-lt"/>
                <a:cs typeface="+mn-lt"/>
              </a:rPr>
              <a:t/>
            </a:r>
          </a:p>
          <a:p>
            <a:pPr marL="514350" lvl="1" indent="-285750">
              <a:buFont typeface="Arial"/>
              <a:buChar char="•"/>
            </a:pPr>
            <a:r>
              <a:rPr lang="en-US" sz="1600">
                <a:solidFill>
                  <a:srgbClr val="000000"/>
                </a:solidFill>
                <a:ea typeface="+mn-lt"/>
                <a:cs typeface="+mn-lt"/>
              </a:rPr>
              <a:t/>
            </a:r>
          </a:p>
          <a:p>
            <a:pPr marL="514350" lvl="1" indent="-285750">
              <a:buFont typeface="Arial"/>
              <a:buChar char="•"/>
            </a:pPr>
            <a:r>
              <a:rPr lang="en-US" sz="1600">
                <a:solidFill>
                  <a:srgbClr val="000000"/>
                </a:solidFill>
                <a:ea typeface="+mn-lt"/>
                <a:cs typeface="+mn-lt"/>
              </a:rPr>
              <a:t/>
            </a:r>
          </a:p>
          <a:p>
            <a:pPr marL="514350" lvl="1" indent="-285750">
              <a:buClr>
                <a:srgbClr val="ABDCFF"/>
              </a:buClr>
              <a:buFont typeface="Arial"/>
              <a:buChar char="•"/>
            </a:pPr>
            <a:endParaRPr lang="en-US" sz="1600">
              <a:solidFill>
                <a:srgbClr val="000000"/>
              </a:solidFill>
              <a:ea typeface="+mn-lt"/>
              <a:cs typeface="+mn-lt"/>
            </a:endParaRPr>
          </a:p>
          <a:p>
            <a:pPr marL="285750" indent="-285750">
              <a:buFont typeface="Arial"/>
              <a:buChar char="•"/>
            </a:pPr>
            <a:r>
              <a:rPr lang="en-US" sz="1800">
                <a:solidFill>
                  <a:srgbClr val="000000"/>
                </a:solidFill>
                <a:ea typeface="+mn-lt"/>
                <a:cs typeface="+mn-lt"/>
              </a:rPr>
              <a:t/>
            </a:r>
          </a:p>
          <a:p>
            <a:pPr marL="514350" lvl="1" indent="-285750">
              <a:buFont typeface="Arial"/>
              <a:buChar char="•"/>
            </a:pPr>
            <a:r>
              <a:rPr lang="en-US">
                <a:solidFill>
                  <a:schemeClr val="tx1"/>
                </a:solidFill>
              </a:rPr>
              <a:t/>
            </a:r>
          </a:p>
          <a:p>
            <a:pPr marL="514350" lvl="1" indent="-285750">
              <a:buFont typeface="Arial"/>
              <a:buChar char="•"/>
            </a:pPr>
            <a:r>
              <a:rPr lang="en-US">
                <a:solidFill>
                  <a:schemeClr val="tx1"/>
                </a:solidFill>
              </a:rPr>
              <a:t/>
            </a:r>
          </a:p>
          <a:p>
            <a:pPr marL="514350" lvl="1" indent="-285750">
              <a:buClr>
                <a:srgbClr val="ABDCFF"/>
              </a:buClr>
              <a:buFont typeface="Arial"/>
              <a:buChar char="•"/>
            </a:pPr>
            <a:endParaRPr lang="en-US">
              <a:solidFill>
                <a:srgbClr val="020202"/>
              </a:solidFill>
              <a:ea typeface="+mn-lt"/>
              <a:cs typeface="+mn-lt"/>
            </a:endParaRPr>
          </a:p>
          <a:p>
            <a:pPr marL="285750" indent="-285750">
              <a:buFont typeface="Arial"/>
              <a:buChar char="•"/>
            </a:pPr>
            <a:r>
              <a:rPr lang="en-US" sz="1800">
                <a:solidFill>
                  <a:srgbClr val="000000"/>
                </a:solidFill>
                <a:ea typeface="+mn-lt"/>
                <a:cs typeface="+mn-lt"/>
              </a:rPr>
              <a:t/>
            </a:r>
            <a:endParaRPr lang="en-US" sz="1800">
              <a:solidFill>
                <a:srgbClr val="000000"/>
              </a:solidFill>
              <a:ea typeface="+mn-lt"/>
              <a:cs typeface="Calibri"/>
            </a:endParaRPr>
          </a:p>
          <a:p>
            <a:pPr lvl="1">
              <a:buFont typeface="Arial"/>
              <a:buChar char="•"/>
            </a:pPr>
            <a:r>
              <a:rPr lang="en-US">
                <a:solidFill>
                  <a:srgbClr val="000000"/>
                </a:solidFill>
                <a:ea typeface="+mn-lt"/>
                <a:cs typeface="+mn-lt"/>
              </a:rPr>
              <a:t/>
            </a:r>
          </a:p>
          <a:p>
            <a:pPr marL="285750" indent="-285750">
              <a:buClr>
                <a:srgbClr val="FF5F00"/>
              </a:buClr>
              <a:buFont typeface="Arial"/>
              <a:buChar char="•"/>
            </a:pPr>
            <a:endParaRPr lang="en-US">
              <a:solidFill>
                <a:srgbClr val="000000"/>
              </a:solidFill>
              <a:ea typeface="+mn-lt"/>
              <a:cs typeface="+mn-lt"/>
            </a:endParaRPr>
          </a:p>
        </p:txBody>
      </p:sp>
      <p:sp>
        <p:nvSpPr>
          <p:cNvPr id="4" name="Title 7">
            <a:extLst>
              <a:ext uri="{FF2B5EF4-FFF2-40B4-BE49-F238E27FC236}">
                <a16:creationId xmlns:a16="http://schemas.microsoft.com/office/drawing/2014/main" id="{553CD316-033B-C44B-3A0D-5FD2F9B3F1A3}"/>
              </a:ext>
            </a:extLst>
          </p:cNvPr>
          <p:cNvSpPr>
            <a:spLocks noGrp="1"/>
          </p:cNvSpPr>
          <p:nvPr>
            <p:ph type="title"/>
          </p:nvPr>
        </p:nvSpPr>
        <p:spPr>
          <a:xfrm>
            <a:off x="435614" y="122231"/>
            <a:ext cx="7603742" cy="694944"/>
          </a:xfrm>
        </p:spPr>
        <p:txBody>
          <a:bodyPr/>
          <a:lstStyle/>
          <a:p>
            <a:r>
              <a:rPr lang="en-US" sz="2800"/>
              <a:t>Root Causes: What’s Driving Non-Payment + What We’re Doing</a:t>
            </a:r>
          </a:p>
        </p:txBody>
      </p:sp>
      <p:pic>
        <p:nvPicPr>
          <p:cNvPr id="3" name="chart_root_cause">
            <a:extLst>
              <a:ext uri="{FF2B5EF4-FFF2-40B4-BE49-F238E27FC236}">
                <a16:creationId xmlns:a16="http://schemas.microsoft.com/office/drawing/2014/main" id="{17C6CCBD-EB32-CF45-9B2C-72F57F30D037}"/>
              </a:ext>
            </a:extLst>
          </p:cNvPr>
          <p:cNvPicPr>
            <a:picLocks noChangeAspect="1"/>
          </p:cNvPicPr>
          <p:nvPr/>
        </p:nvPicPr>
        <p:blipFill>
          <a:blip r:embed="rId2"/>
          <a:stretch>
            <a:fillRect/>
          </a:stretch>
        </p:blipFill>
        <p:spPr>
          <a:xfrm>
            <a:off x="298422" y="1578122"/>
            <a:ext cx="7603742" cy="3784075"/>
          </a:xfrm>
          <a:prstGeom prst="rect">
            <a:avLst/>
          </a:prstGeom>
        </p:spPr>
      </p:pic>
    </p:spTree>
    <p:extLst>
      <p:ext uri="{BB962C8B-B14F-4D97-AF65-F5344CB8AC3E}">
        <p14:creationId xmlns:p14="http://schemas.microsoft.com/office/powerpoint/2010/main" val="2409807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2D347-88A4-63A9-A8D8-D9B9FFFBC4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367FF5-0CA0-BB09-6CAB-86B2870D23F2}"/>
              </a:ext>
            </a:extLst>
          </p:cNvPr>
          <p:cNvSpPr>
            <a:spLocks noGrp="1"/>
          </p:cNvSpPr>
          <p:nvPr>
            <p:ph type="title"/>
          </p:nvPr>
        </p:nvSpPr>
        <p:spPr>
          <a:xfrm>
            <a:off x="6238875" y="2940973"/>
            <a:ext cx="4818008" cy="546100"/>
          </a:xfrm>
        </p:spPr>
        <p:txBody>
          <a:bodyPr/>
          <a:lstStyle/>
          <a:p>
            <a:r>
              <a:rPr lang="en-GB"/>
              <a:t>Appendix</a:t>
            </a:r>
          </a:p>
        </p:txBody>
      </p:sp>
      <p:pic>
        <p:nvPicPr>
          <p:cNvPr id="12" name="Picture Placeholder 11" descr="A person wearing headphones and using a computer&#10;&#10;Description automatically generated with low confidence">
            <a:extLst>
              <a:ext uri="{FF2B5EF4-FFF2-40B4-BE49-F238E27FC236}">
                <a16:creationId xmlns:a16="http://schemas.microsoft.com/office/drawing/2014/main" id="{9298CADC-A739-FBB9-8897-130273AF7A45}"/>
              </a:ext>
            </a:extLst>
          </p:cNvPr>
          <p:cNvPicPr>
            <a:picLocks noGrp="1" noChangeAspect="1"/>
          </p:cNvPicPr>
          <p:nvPr>
            <p:ph type="pic" sz="quarter" idx="10"/>
          </p:nvPr>
        </p:nvPicPr>
        <p:blipFill>
          <a:blip r:embed="rId3"/>
          <a:srcRect l="14769" r="14769"/>
          <a:stretch>
            <a:fillRect/>
          </a:stretch>
        </p:blipFill>
        <p:spPr/>
      </p:pic>
      <p:sp>
        <p:nvSpPr>
          <p:cNvPr id="8" name="Slide Number Placeholder 5">
            <a:extLst>
              <a:ext uri="{FF2B5EF4-FFF2-40B4-BE49-F238E27FC236}">
                <a16:creationId xmlns:a16="http://schemas.microsoft.com/office/drawing/2014/main" id="{A3C12BC9-2797-A84E-6E45-7F776EB8A006}"/>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8</a:t>
            </a:fld>
            <a:endParaRPr lang="en-GB"/>
          </a:p>
        </p:txBody>
      </p:sp>
    </p:spTree>
    <p:extLst>
      <p:ext uri="{BB962C8B-B14F-4D97-AF65-F5344CB8AC3E}">
        <p14:creationId xmlns:p14="http://schemas.microsoft.com/office/powerpoint/2010/main" val="3116603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04E96-4ABC-9FBF-15B6-F48B7F0EDBF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3058BF-3FE2-3C6E-8309-0B807275E588}"/>
              </a:ext>
            </a:extLst>
          </p:cNvPr>
          <p:cNvSpPr>
            <a:spLocks noGrp="1"/>
          </p:cNvSpPr>
          <p:nvPr>
            <p:ph type="sldNum" sz="quarter" idx="4"/>
          </p:nvPr>
        </p:nvSpPr>
        <p:spPr/>
        <p:txBody>
          <a:bodyPr/>
          <a:lstStyle/>
          <a:p>
            <a:fld id="{A2C81908-5748-4B49-BD68-6D330C2291A9}" type="slidenum">
              <a:rPr lang="en-GB" smtClean="0"/>
              <a:pPr/>
              <a:t>9</a:t>
            </a:fld>
            <a:endParaRPr lang="en-GB"/>
          </a:p>
        </p:txBody>
      </p:sp>
      <p:sp>
        <p:nvSpPr>
          <p:cNvPr id="7" name="Title 1">
            <a:extLst>
              <a:ext uri="{FF2B5EF4-FFF2-40B4-BE49-F238E27FC236}">
                <a16:creationId xmlns:a16="http://schemas.microsoft.com/office/drawing/2014/main" id="{DE674A01-C60A-87D9-A662-A14AE8A3EB22}"/>
              </a:ext>
            </a:extLst>
          </p:cNvPr>
          <p:cNvSpPr>
            <a:spLocks noGrp="1"/>
          </p:cNvSpPr>
          <p:nvPr>
            <p:ph type="title"/>
          </p:nvPr>
        </p:nvSpPr>
        <p:spPr>
          <a:xfrm>
            <a:off x="453708" y="416036"/>
            <a:ext cx="9107601" cy="695325"/>
          </a:xfrm>
        </p:spPr>
        <p:txBody>
          <a:bodyPr/>
          <a:lstStyle/>
          <a:p>
            <a:r>
              <a:rPr lang="en-US" sz="2800"/>
              <a:t>Scoreboard: Cash vs Plan (MTD / QTD + Drivers)</a:t>
            </a:r>
          </a:p>
        </p:txBody>
      </p:sp>
      <p:sp>
        <p:nvSpPr>
          <p:cNvPr id="18" name="Content Placeholder 3">
            <a:extLst>
              <a:ext uri="{FF2B5EF4-FFF2-40B4-BE49-F238E27FC236}">
                <a16:creationId xmlns:a16="http://schemas.microsoft.com/office/drawing/2014/main" id="{FF198501-8520-EF70-9DE0-0ADF628420A1}"/>
              </a:ext>
            </a:extLst>
          </p:cNvPr>
          <p:cNvSpPr>
            <a:spLocks noGrp="1"/>
          </p:cNvSpPr>
          <p:nvPr>
            <p:ph sz="quarter" idx="15"/>
          </p:nvPr>
        </p:nvSpPr>
        <p:spPr>
          <a:xfrm>
            <a:off x="7908289" y="2482944"/>
            <a:ext cx="3989827" cy="3108858"/>
          </a:xfrm>
        </p:spPr>
        <p:txBody>
          <a:bodyPr vert="horz" lIns="0" tIns="0" rIns="91440" bIns="0" rtlCol="0" anchor="t">
            <a:noAutofit/>
          </a:bodyPr>
          <a:lstStyle/>
          <a:p>
            <a:pPr marL="0" indent="0">
              <a:buNone/>
            </a:pPr>
            <a:r>
              <a:rPr lang="en-US" b="1">
                <a:solidFill>
                  <a:schemeClr val="tx1"/>
                </a:solidFill>
                <a:ea typeface="+mn-lt"/>
                <a:cs typeface="+mn-lt"/>
              </a:rPr>
              <a:t>Highlights:</a:t>
            </a:r>
          </a:p>
          <a:p>
            <a:pPr>
              <a:buFont typeface="Arial" panose="020B0604020202020204" pitchFamily="34" charset="0"/>
              <a:buChar char="•"/>
            </a:pPr>
            <a:r>
              <a:rPr lang="en-US">
                <a:solidFill>
                  <a:schemeClr val="tx1"/>
                </a:solidFill>
                <a:ea typeface="+mn-lt"/>
                <a:cs typeface="+mn-lt"/>
              </a:rPr>
              <a:t>May Daily</a:t>
            </a:r>
            <a:r>
              <a:rPr lang="en-US">
                <a:solidFill>
                  <a:schemeClr val="tx1"/>
                </a:solidFill>
              </a:rPr>
              <a:t> average: {{SCORE_MAY_DAILY_AVG}}</a:t>
            </a:r>
          </a:p>
          <a:p>
            <a:pPr>
              <a:buFont typeface="Arial" panose="020B0604020202020204" pitchFamily="34" charset="0"/>
              <a:buChar char="•"/>
            </a:pPr>
            <a:r>
              <a:rPr lang="en-US">
                <a:solidFill>
                  <a:srgbClr val="000000"/>
                </a:solidFill>
              </a:rPr>
              <a:t>Top Movers</a:t>
            </a:r>
          </a:p>
          <a:p>
            <a:pPr marL="752475" lvl="2" indent="-285750">
              <a:buFont typeface="Arial" panose="020B0604020202020204" pitchFamily="34" charset="0"/>
              <a:buChar char="•"/>
            </a:pPr>
            <a:r>
              <a:rPr lang="en-US" sz="1400">
                <a:solidFill>
                  <a:srgbClr val="000000"/>
                </a:solidFill>
                <a:ea typeface="+mn-lt"/>
                <a:cs typeface="+mn-lt"/>
              </a:rPr>
              <a:t>{{TOP_MOVER_1}}</a:t>
            </a:r>
          </a:p>
          <a:p>
            <a:pPr marL="752475" lvl="2" indent="-285750">
              <a:buFont typeface="Arial" panose="020B0604020202020204" pitchFamily="34" charset="0"/>
              <a:buChar char="•"/>
            </a:pPr>
            <a:r>
              <a:rPr lang="en-US" sz="1400" err="1">
                <a:solidFill>
                  <a:srgbClr val="000000"/>
                </a:solidFill>
              </a:rPr>
              <a:t>{{TOP_MOVER_2}}</a:t>
            </a:r>
            <a:r>
              <a:rPr lang="en-US" sz="1400">
                <a:solidFill>
                  <a:srgbClr val="000000"/>
                </a:solidFill>
              </a:rPr>
              <a:t/>
            </a:r>
          </a:p>
          <a:p>
            <a:pPr marL="752475" lvl="2" indent="-285750">
              <a:buFont typeface="Arial" panose="020B0604020202020204" pitchFamily="34" charset="0"/>
              <a:buChar char="•"/>
            </a:pPr>
            <a:r>
              <a:rPr lang="en-US" sz="1400">
                <a:solidFill>
                  <a:srgbClr val="000000"/>
                </a:solidFill>
              </a:rPr>
              <a:t>{{TOP_MOVER_3}}</a:t>
            </a:r>
          </a:p>
          <a:p>
            <a:pPr marL="752475" lvl="2" indent="-285750">
              <a:buFont typeface="Wingdings" panose="020B0604020202020204" pitchFamily="34" charset="0"/>
              <a:buChar char="§"/>
            </a:pPr>
            <a:endParaRPr lang="en-US" sz="1600">
              <a:solidFill>
                <a:srgbClr val="000000"/>
              </a:solidFill>
            </a:endParaRPr>
          </a:p>
          <a:p>
            <a:pPr marL="466725" lvl="2" indent="0">
              <a:buNone/>
            </a:pPr>
            <a:endParaRPr lang="en-US" sz="1600">
              <a:solidFill>
                <a:srgbClr val="000000"/>
              </a:solidFill>
            </a:endParaRPr>
          </a:p>
        </p:txBody>
      </p:sp>
      <p:sp>
        <p:nvSpPr>
          <p:cNvPr id="19" name="Subtitle 2">
            <a:extLst>
              <a:ext uri="{FF2B5EF4-FFF2-40B4-BE49-F238E27FC236}">
                <a16:creationId xmlns:a16="http://schemas.microsoft.com/office/drawing/2014/main" id="{D3318196-4221-E759-254B-5A061C6A063B}"/>
              </a:ext>
            </a:extLst>
          </p:cNvPr>
          <p:cNvSpPr txBox="1">
            <a:spLocks/>
          </p:cNvSpPr>
          <p:nvPr/>
        </p:nvSpPr>
        <p:spPr>
          <a:xfrm>
            <a:off x="7908289" y="1211050"/>
            <a:ext cx="4193464" cy="944972"/>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a:ea typeface="+mn-lt"/>
              <a:cs typeface="+mn-lt"/>
            </a:endParaRPr>
          </a:p>
          <a:p>
            <a:r>
              <a:rPr lang="en-US">
                <a:ea typeface="+mn-lt"/>
                <a:cs typeface="+mn-lt"/>
              </a:rPr>
              <a:t>May: {{SCORE_MAY_ATTAINMENT}} MTD Attainment</a:t>
            </a:r>
            <a:endParaRPr lang="en-US">
              <a:solidFill>
                <a:srgbClr val="000000"/>
              </a:solidFill>
              <a:ea typeface="+mn-lt"/>
              <a:cs typeface="+mn-lt"/>
            </a:endParaRPr>
          </a:p>
          <a:p>
            <a:r>
              <a:rPr lang="en-US"/>
              <a:t>Q2: {{SCORE_Q2_ATTAINMENT}} QTD Attainment</a:t>
            </a:r>
          </a:p>
        </p:txBody>
      </p:sp>
      <p:sp>
        <p:nvSpPr>
          <p:cNvPr id="4" name="TextBox 3">
            <a:extLst>
              <a:ext uri="{FF2B5EF4-FFF2-40B4-BE49-F238E27FC236}">
                <a16:creationId xmlns:a16="http://schemas.microsoft.com/office/drawing/2014/main" id="{72AA3984-A1D6-3DF9-AC71-12A59BBEE2D0}"/>
              </a:ext>
            </a:extLst>
          </p:cNvPr>
          <p:cNvSpPr txBox="1"/>
          <p:nvPr/>
        </p:nvSpPr>
        <p:spPr>
          <a:xfrm>
            <a:off x="5296520" y="1029334"/>
            <a:ext cx="200911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Payment Methods</a:t>
            </a:r>
          </a:p>
        </p:txBody>
      </p:sp>
      <p:pic>
        <p:nvPicPr>
          <p:cNvPr id="9" name="chart_payment_methods" descr="A pie chart with different colored circles&#10;&#10;AI-generated content may be incorrect.">
            <a:extLst>
              <a:ext uri="{FF2B5EF4-FFF2-40B4-BE49-F238E27FC236}">
                <a16:creationId xmlns:a16="http://schemas.microsoft.com/office/drawing/2014/main" id="{A030D295-4C84-60AA-194E-3C69DD82E264}"/>
              </a:ext>
            </a:extLst>
          </p:cNvPr>
          <p:cNvPicPr>
            <a:picLocks noChangeAspect="1"/>
          </p:cNvPicPr>
          <p:nvPr/>
        </p:nvPicPr>
        <p:blipFill>
          <a:blip r:embed="rId3"/>
          <a:stretch>
            <a:fillRect/>
          </a:stretch>
        </p:blipFill>
        <p:spPr>
          <a:xfrm>
            <a:off x="4728322" y="1517558"/>
            <a:ext cx="2735356" cy="2511798"/>
          </a:xfrm>
          <a:prstGeom prst="rect">
            <a:avLst/>
          </a:prstGeom>
        </p:spPr>
      </p:pic>
      <p:pic>
        <p:nvPicPr>
          <p:cNvPr id="5" name="chart_cash_s9_1">
            <a:extLst>
              <a:ext uri="{FF2B5EF4-FFF2-40B4-BE49-F238E27FC236}">
                <a16:creationId xmlns:a16="http://schemas.microsoft.com/office/drawing/2014/main" id="{164CD360-1BB3-0D06-8F37-10AB5D3DFE9C}"/>
              </a:ext>
            </a:extLst>
          </p:cNvPr>
          <p:cNvPicPr>
            <a:picLocks noChangeAspect="1"/>
          </p:cNvPicPr>
          <p:nvPr/>
        </p:nvPicPr>
        <p:blipFill>
          <a:blip r:embed="rId4"/>
          <a:stretch>
            <a:fillRect/>
          </a:stretch>
        </p:blipFill>
        <p:spPr>
          <a:xfrm>
            <a:off x="214990" y="953427"/>
            <a:ext cx="3970019" cy="1310640"/>
          </a:xfrm>
          <a:prstGeom prst="rect">
            <a:avLst/>
          </a:prstGeom>
        </p:spPr>
      </p:pic>
      <p:pic>
        <p:nvPicPr>
          <p:cNvPr id="10" name="chart_cash_target_vs_actual_2">
            <a:extLst>
              <a:ext uri="{FF2B5EF4-FFF2-40B4-BE49-F238E27FC236}">
                <a16:creationId xmlns:a16="http://schemas.microsoft.com/office/drawing/2014/main" id="{D264D9D4-4B17-8A0E-4154-8A5134D36C53}"/>
              </a:ext>
            </a:extLst>
          </p:cNvPr>
          <p:cNvPicPr>
            <a:picLocks noChangeAspect="1"/>
          </p:cNvPicPr>
          <p:nvPr/>
        </p:nvPicPr>
        <p:blipFill>
          <a:blip r:embed="rId5"/>
          <a:stretch>
            <a:fillRect/>
          </a:stretch>
        </p:blipFill>
        <p:spPr>
          <a:xfrm>
            <a:off x="214990" y="4148247"/>
            <a:ext cx="7248688" cy="2201753"/>
          </a:xfrm>
          <a:prstGeom prst="rect">
            <a:avLst/>
          </a:prstGeom>
        </p:spPr>
      </p:pic>
      <p:pic>
        <p:nvPicPr>
          <p:cNvPr id="14" name="chart_cash_s9_2">
            <a:extLst>
              <a:ext uri="{FF2B5EF4-FFF2-40B4-BE49-F238E27FC236}">
                <a16:creationId xmlns:a16="http://schemas.microsoft.com/office/drawing/2014/main" id="{8FE5358C-C58B-3D15-9D09-60A728494904}"/>
              </a:ext>
            </a:extLst>
          </p:cNvPr>
          <p:cNvPicPr>
            <a:picLocks noChangeAspect="1"/>
          </p:cNvPicPr>
          <p:nvPr/>
        </p:nvPicPr>
        <p:blipFill>
          <a:blip r:embed="rId6"/>
          <a:stretch>
            <a:fillRect/>
          </a:stretch>
        </p:blipFill>
        <p:spPr>
          <a:xfrm>
            <a:off x="214989" y="2264067"/>
            <a:ext cx="3970019" cy="1848587"/>
          </a:xfrm>
          <a:prstGeom prst="rect">
            <a:avLst/>
          </a:prstGeom>
        </p:spPr>
      </p:pic>
    </p:spTree>
    <p:extLst>
      <p:ext uri="{BB962C8B-B14F-4D97-AF65-F5344CB8AC3E}">
        <p14:creationId xmlns:p14="http://schemas.microsoft.com/office/powerpoint/2010/main" val="67973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9CE2E-56F1-E412-9410-0F15E041484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C2BCB48-6FE6-67FF-9CAF-577DD59FC0AD}"/>
              </a:ext>
            </a:extLst>
          </p:cNvPr>
          <p:cNvSpPr>
            <a:spLocks noGrp="1"/>
          </p:cNvSpPr>
          <p:nvPr>
            <p:ph type="subTitle" idx="1"/>
          </p:nvPr>
        </p:nvSpPr>
        <p:spPr>
          <a:xfrm>
            <a:off x="178666" y="761169"/>
            <a:ext cx="5504688" cy="361950"/>
          </a:xfrm>
        </p:spPr>
        <p:txBody>
          <a:bodyPr vert="horz" lIns="0" tIns="0" rIns="91440" bIns="0" rtlCol="0" anchor="t">
            <a:noAutofit/>
          </a:bodyPr>
          <a:lstStyle/>
          <a:p>
            <a:r>
              <a:rPr lang="en-US"/>
              <a:t>Decreased from {{AGING90_START}} to {{BAL_90}}</a:t>
            </a:r>
          </a:p>
        </p:txBody>
      </p:sp>
      <p:sp>
        <p:nvSpPr>
          <p:cNvPr id="6" name="Slide Number Placeholder 5">
            <a:extLst>
              <a:ext uri="{FF2B5EF4-FFF2-40B4-BE49-F238E27FC236}">
                <a16:creationId xmlns:a16="http://schemas.microsoft.com/office/drawing/2014/main" id="{0DD0C010-71D0-35BB-FD71-A16084FFC04C}"/>
              </a:ext>
            </a:extLst>
          </p:cNvPr>
          <p:cNvSpPr>
            <a:spLocks noGrp="1"/>
          </p:cNvSpPr>
          <p:nvPr>
            <p:ph type="sldNum" sz="quarter" idx="4"/>
          </p:nvPr>
        </p:nvSpPr>
        <p:spPr/>
        <p:txBody>
          <a:bodyPr/>
          <a:lstStyle/>
          <a:p>
            <a:fld id="{A2C81908-5748-4B49-BD68-6D330C2291A9}" type="slidenum">
              <a:rPr lang="en-GB" smtClean="0"/>
              <a:pPr/>
              <a:t>10</a:t>
            </a:fld>
            <a:endParaRPr lang="en-GB"/>
          </a:p>
        </p:txBody>
      </p:sp>
      <p:sp>
        <p:nvSpPr>
          <p:cNvPr id="7" name="Title 1">
            <a:extLst>
              <a:ext uri="{FF2B5EF4-FFF2-40B4-BE49-F238E27FC236}">
                <a16:creationId xmlns:a16="http://schemas.microsoft.com/office/drawing/2014/main" id="{138E43C1-FE7A-C342-2D99-6E8870746007}"/>
              </a:ext>
            </a:extLst>
          </p:cNvPr>
          <p:cNvSpPr>
            <a:spLocks noGrp="1"/>
          </p:cNvSpPr>
          <p:nvPr>
            <p:ph type="title"/>
          </p:nvPr>
        </p:nvSpPr>
        <p:spPr>
          <a:xfrm>
            <a:off x="178666" y="164376"/>
            <a:ext cx="9107601" cy="695325"/>
          </a:xfrm>
        </p:spPr>
        <p:txBody>
          <a:bodyPr/>
          <a:lstStyle/>
          <a:p>
            <a:r>
              <a:rPr lang="en-US" sz="2800"/>
              <a:t>Aging Control: &gt;90 Balance vs Target + Movement</a:t>
            </a:r>
          </a:p>
        </p:txBody>
      </p:sp>
      <p:sp>
        <p:nvSpPr>
          <p:cNvPr id="26" name="Subtitle 2">
            <a:extLst>
              <a:ext uri="{FF2B5EF4-FFF2-40B4-BE49-F238E27FC236}">
                <a16:creationId xmlns:a16="http://schemas.microsoft.com/office/drawing/2014/main" id="{EDAF07D3-3D5C-8EA5-9E22-FE8AFFED6BE7}"/>
              </a:ext>
            </a:extLst>
          </p:cNvPr>
          <p:cNvSpPr txBox="1">
            <a:spLocks/>
          </p:cNvSpPr>
          <p:nvPr/>
        </p:nvSpPr>
        <p:spPr>
          <a:xfrm>
            <a:off x="9411522" y="93980"/>
            <a:ext cx="2976744" cy="361950"/>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Q2 Target = &lt;{{AGING90_TARGET}}</a:t>
            </a:r>
          </a:p>
        </p:txBody>
      </p:sp>
      <p:graphicFrame>
        <p:nvGraphicFramePr>
          <p:cNvPr id="8" name="Table 7">
            <a:extLst>
              <a:ext uri="{FF2B5EF4-FFF2-40B4-BE49-F238E27FC236}">
                <a16:creationId xmlns:a16="http://schemas.microsoft.com/office/drawing/2014/main" id="{6F018625-90F5-E250-4F51-81C38358B3A1}"/>
              </a:ext>
            </a:extLst>
          </p:cNvPr>
          <p:cNvGraphicFramePr>
            <a:graphicFrameLocks noGrp="1"/>
          </p:cNvGraphicFramePr>
          <p:nvPr>
            <p:extLst>
              <p:ext uri="{D42A27DB-BD31-4B8C-83A1-F6EECF244321}">
                <p14:modId xmlns:p14="http://schemas.microsoft.com/office/powerpoint/2010/main" val="4055204308"/>
              </p:ext>
            </p:extLst>
          </p:nvPr>
        </p:nvGraphicFramePr>
        <p:xfrm>
          <a:off x="178666" y="2098334"/>
          <a:ext cx="5425310" cy="2763520"/>
        </p:xfrm>
        <a:graphic>
          <a:graphicData uri="http://schemas.openxmlformats.org/drawingml/2006/table">
            <a:tbl>
              <a:tblPr firstRow="1" bandRow="1">
                <a:tableStyleId>{5C22544A-7EE6-4342-B048-85BDC9FD1C3A}</a:tableStyleId>
              </a:tblPr>
              <a:tblGrid>
                <a:gridCol w="1783919">
                  <a:extLst>
                    <a:ext uri="{9D8B030D-6E8A-4147-A177-3AD203B41FA5}">
                      <a16:colId xmlns:a16="http://schemas.microsoft.com/office/drawing/2014/main" val="2789579519"/>
                    </a:ext>
                  </a:extLst>
                </a:gridCol>
                <a:gridCol w="3641391">
                  <a:extLst>
                    <a:ext uri="{9D8B030D-6E8A-4147-A177-3AD203B41FA5}">
                      <a16:colId xmlns:a16="http://schemas.microsoft.com/office/drawing/2014/main" val="3730144083"/>
                    </a:ext>
                  </a:extLst>
                </a:gridCol>
              </a:tblGrid>
              <a:tr h="370840">
                <a:tc>
                  <a:txBody>
                    <a:bodyPr/>
                    <a:lstStyle/>
                    <a:p>
                      <a:r>
                        <a:rPr lang="en-US"/>
                        <a:t>Aging Controls</a:t>
                      </a:r>
                    </a:p>
                  </a:txBody>
                  <a:tcPr/>
                </a:tc>
                <a:tc>
                  <a:txBody>
                    <a:bodyPr/>
                    <a:lstStyle/>
                    <a:p>
                      <a:r>
                        <a:rPr lang="en-US"/>
                        <a:t>Results</a:t>
                      </a:r>
                    </a:p>
                  </a:txBody>
                  <a:tcPr/>
                </a:tc>
                <a:extLst>
                  <a:ext uri="{0D108BD9-81ED-4DB2-BD59-A6C34878D82A}">
                    <a16:rowId xmlns:a16="http://schemas.microsoft.com/office/drawing/2014/main" val="3049175634"/>
                  </a:ext>
                </a:extLst>
              </a:tr>
              <a:tr h="370840">
                <a:tc>
                  <a:txBody>
                    <a:bodyPr/>
                    <a:lstStyle/>
                    <a:p>
                      <a:r>
                        <a:rPr lang="en-US"/>
                        <a:t>Starting &gt;90</a:t>
                      </a:r>
                    </a:p>
                  </a:txBody>
                  <a:tcPr/>
                </a:tc>
                <a:tc>
                  <a:txBody>
                    <a:bodyPr/>
                    <a:lstStyle/>
                    <a:p>
                      <a:pPr algn="r"/>
                      <a:r>
                        <a:rPr lang="en-US"/>
                        <a:t>{{AGING90_START}}</a:t>
                      </a:r>
                    </a:p>
                  </a:txBody>
                  <a:tcPr/>
                </a:tc>
                <a:extLst>
                  <a:ext uri="{0D108BD9-81ED-4DB2-BD59-A6C34878D82A}">
                    <a16:rowId xmlns:a16="http://schemas.microsoft.com/office/drawing/2014/main" val="1448505535"/>
                  </a:ext>
                </a:extLst>
              </a:tr>
              <a:tr h="370840">
                <a:tc>
                  <a:txBody>
                    <a:bodyPr/>
                    <a:lstStyle/>
                    <a:p>
                      <a:r>
                        <a:rPr lang="en-US"/>
                        <a:t>Rolled into &gt;90</a:t>
                      </a:r>
                    </a:p>
                  </a:txBody>
                  <a:tcPr/>
                </a:tc>
                <a:tc>
                  <a:txBody>
                    <a:bodyPr/>
                    <a:lstStyle/>
                    <a:p>
                      <a:pPr algn="r"/>
                      <a:r>
                        <a:rPr lang="en-US">
                          <a:solidFill>
                            <a:srgbClr val="FF0000"/>
                          </a:solidFill>
                        </a:rPr>
                        <a:t>{{AGING90_ROLLED_IN}}</a:t>
                      </a:r>
                    </a:p>
                  </a:txBody>
                  <a:tcPr/>
                </a:tc>
                <a:extLst>
                  <a:ext uri="{0D108BD9-81ED-4DB2-BD59-A6C34878D82A}">
                    <a16:rowId xmlns:a16="http://schemas.microsoft.com/office/drawing/2014/main" val="649935533"/>
                  </a:ext>
                </a:extLst>
              </a:tr>
              <a:tr h="0">
                <a:tc>
                  <a:txBody>
                    <a:bodyPr/>
                    <a:lstStyle/>
                    <a:p>
                      <a:r>
                        <a:rPr lang="en-US"/>
                        <a:t>Collected from &gt;90</a:t>
                      </a:r>
                    </a:p>
                  </a:txBody>
                  <a:tcPr/>
                </a:tc>
                <a:tc>
                  <a:txBody>
                    <a:bodyPr/>
                    <a:lstStyle/>
                    <a:p>
                      <a:pPr algn="r"/>
                      <a:r>
                        <a:rPr lang="en-US">
                          <a:solidFill>
                            <a:srgbClr val="00B050"/>
                          </a:solidFill>
                        </a:rPr>
                        <a:t>{{COLL_90_WEEK}}</a:t>
                      </a:r>
                      <a:endParaRPr lang="en-US"/>
                    </a:p>
                  </a:txBody>
                  <a:tcPr/>
                </a:tc>
                <a:extLst>
                  <a:ext uri="{0D108BD9-81ED-4DB2-BD59-A6C34878D82A}">
                    <a16:rowId xmlns:a16="http://schemas.microsoft.com/office/drawing/2014/main" val="3448661983"/>
                  </a:ext>
                </a:extLst>
              </a:tr>
              <a:tr h="635373">
                <a:tc>
                  <a:txBody>
                    <a:bodyPr/>
                    <a:lstStyle/>
                    <a:p>
                      <a:r>
                        <a:rPr lang="en-US"/>
                        <a:t>Credits/Write-offs</a:t>
                      </a:r>
                    </a:p>
                  </a:txBody>
                  <a:tcPr/>
                </a:tc>
                <a:tc>
                  <a:txBody>
                    <a:bodyPr/>
                    <a:lstStyle/>
                    <a:p>
                      <a:pPr algn="r"/>
                      <a:r>
                        <a:rPr lang="en-US"/>
                        <a:t>$0</a:t>
                      </a:r>
                    </a:p>
                  </a:txBody>
                  <a:tcPr/>
                </a:tc>
                <a:extLst>
                  <a:ext uri="{0D108BD9-81ED-4DB2-BD59-A6C34878D82A}">
                    <a16:rowId xmlns:a16="http://schemas.microsoft.com/office/drawing/2014/main" val="3594371000"/>
                  </a:ext>
                </a:extLst>
              </a:tr>
              <a:tr h="370840">
                <a:tc>
                  <a:txBody>
                    <a:bodyPr/>
                    <a:lstStyle/>
                    <a:p>
                      <a:r>
                        <a:rPr lang="en-US"/>
                        <a:t>Ending &gt;90</a:t>
                      </a:r>
                    </a:p>
                  </a:txBody>
                  <a:tcPr/>
                </a:tc>
                <a:tc>
                  <a:txBody>
                    <a:bodyPr/>
                    <a:lstStyle/>
                    <a:p>
                      <a:pPr algn="r"/>
                      <a:r>
                        <a:rPr lang="en-US"/>
                        <a:t>{{BAL_90}}</a:t>
                      </a:r>
                    </a:p>
                  </a:txBody>
                  <a:tcPr/>
                </a:tc>
                <a:extLst>
                  <a:ext uri="{0D108BD9-81ED-4DB2-BD59-A6C34878D82A}">
                    <a16:rowId xmlns:a16="http://schemas.microsoft.com/office/drawing/2014/main" val="3272514769"/>
                  </a:ext>
                </a:extLst>
              </a:tr>
            </a:tbl>
          </a:graphicData>
        </a:graphic>
      </p:graphicFrame>
      <p:sp>
        <p:nvSpPr>
          <p:cNvPr id="15" name="TextBox 14">
            <a:extLst>
              <a:ext uri="{FF2B5EF4-FFF2-40B4-BE49-F238E27FC236}">
                <a16:creationId xmlns:a16="http://schemas.microsoft.com/office/drawing/2014/main" id="{0FAB917A-A319-EDAB-A596-DE1D5B4A2467}"/>
              </a:ext>
            </a:extLst>
          </p:cNvPr>
          <p:cNvSpPr txBox="1"/>
          <p:nvPr/>
        </p:nvSpPr>
        <p:spPr>
          <a:xfrm>
            <a:off x="6243034" y="1022348"/>
            <a:ext cx="14486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FY26</a:t>
            </a:r>
          </a:p>
        </p:txBody>
      </p:sp>
      <p:pic>
        <p:nvPicPr>
          <p:cNvPr id="5" name="chart_payments_against_60">
            <a:extLst>
              <a:ext uri="{FF2B5EF4-FFF2-40B4-BE49-F238E27FC236}">
                <a16:creationId xmlns:a16="http://schemas.microsoft.com/office/drawing/2014/main" id="{BA775B74-96F3-3809-5F80-BBB4C16C93B0}"/>
              </a:ext>
            </a:extLst>
          </p:cNvPr>
          <p:cNvPicPr>
            <a:picLocks noChangeAspect="1"/>
          </p:cNvPicPr>
          <p:nvPr/>
        </p:nvPicPr>
        <p:blipFill>
          <a:blip r:embed="rId3"/>
          <a:stretch>
            <a:fillRect/>
          </a:stretch>
        </p:blipFill>
        <p:spPr>
          <a:xfrm>
            <a:off x="5654297" y="2960107"/>
            <a:ext cx="6515934" cy="1970081"/>
          </a:xfrm>
          <a:prstGeom prst="rect">
            <a:avLst/>
          </a:prstGeom>
        </p:spPr>
      </p:pic>
      <p:pic>
        <p:nvPicPr>
          <p:cNvPr id="12" name="chart_aging_s10_1">
            <a:extLst>
              <a:ext uri="{FF2B5EF4-FFF2-40B4-BE49-F238E27FC236}">
                <a16:creationId xmlns:a16="http://schemas.microsoft.com/office/drawing/2014/main" id="{8CDF1CEC-0057-4ED4-796E-8F53C605BD1B}"/>
              </a:ext>
            </a:extLst>
          </p:cNvPr>
          <p:cNvPicPr>
            <a:picLocks noChangeAspect="1"/>
          </p:cNvPicPr>
          <p:nvPr/>
        </p:nvPicPr>
        <p:blipFill>
          <a:blip r:embed="rId4"/>
          <a:stretch>
            <a:fillRect/>
          </a:stretch>
        </p:blipFill>
        <p:spPr>
          <a:xfrm>
            <a:off x="5654297" y="1387526"/>
            <a:ext cx="1918480" cy="1316059"/>
          </a:xfrm>
          <a:prstGeom prst="rect">
            <a:avLst/>
          </a:prstGeom>
        </p:spPr>
      </p:pic>
      <p:pic>
        <p:nvPicPr>
          <p:cNvPr id="16" name="chart_gt90_trend">
            <a:extLst>
              <a:ext uri="{FF2B5EF4-FFF2-40B4-BE49-F238E27FC236}">
                <a16:creationId xmlns:a16="http://schemas.microsoft.com/office/drawing/2014/main" id="{70CE63C7-61E0-839F-DA74-AAEBE4FCAB53}"/>
              </a:ext>
            </a:extLst>
          </p:cNvPr>
          <p:cNvPicPr>
            <a:picLocks noChangeAspect="1"/>
          </p:cNvPicPr>
          <p:nvPr/>
        </p:nvPicPr>
        <p:blipFill>
          <a:blip r:embed="rId5"/>
          <a:stretch>
            <a:fillRect/>
          </a:stretch>
        </p:blipFill>
        <p:spPr>
          <a:xfrm>
            <a:off x="8049296" y="980172"/>
            <a:ext cx="3713330" cy="1907006"/>
          </a:xfrm>
          <a:prstGeom prst="rect">
            <a:avLst/>
          </a:prstGeom>
        </p:spPr>
      </p:pic>
      <p:pic>
        <p:nvPicPr>
          <p:cNvPr id="18" name="chart_total_ar_aging_2">
            <a:extLst>
              <a:ext uri="{FF2B5EF4-FFF2-40B4-BE49-F238E27FC236}">
                <a16:creationId xmlns:a16="http://schemas.microsoft.com/office/drawing/2014/main" id="{63CC39BE-8491-D4DB-FADC-53ADB9DDAD09}"/>
              </a:ext>
            </a:extLst>
          </p:cNvPr>
          <p:cNvPicPr>
            <a:picLocks noChangeAspect="1"/>
          </p:cNvPicPr>
          <p:nvPr/>
        </p:nvPicPr>
        <p:blipFill>
          <a:blip r:embed="rId6"/>
          <a:stretch>
            <a:fillRect/>
          </a:stretch>
        </p:blipFill>
        <p:spPr>
          <a:xfrm>
            <a:off x="178666" y="5064941"/>
            <a:ext cx="11863080" cy="1048799"/>
          </a:xfrm>
          <a:prstGeom prst="rect">
            <a:avLst/>
          </a:prstGeom>
        </p:spPr>
      </p:pic>
    </p:spTree>
    <p:extLst>
      <p:ext uri="{BB962C8B-B14F-4D97-AF65-F5344CB8AC3E}">
        <p14:creationId xmlns:p14="http://schemas.microsoft.com/office/powerpoint/2010/main" val="79340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B526367-4688-C948-7961-B6A4F0706B69}"/>
              </a:ext>
            </a:extLst>
          </p:cNvPr>
          <p:cNvSpPr>
            <a:spLocks noGrp="1"/>
          </p:cNvSpPr>
          <p:nvPr>
            <p:ph type="title"/>
          </p:nvPr>
        </p:nvSpPr>
        <p:spPr>
          <a:xfrm>
            <a:off x="435614" y="122231"/>
            <a:ext cx="8800440" cy="694944"/>
          </a:xfrm>
        </p:spPr>
        <p:txBody>
          <a:bodyPr/>
          <a:lstStyle/>
          <a:p>
            <a:r>
              <a:rPr lang="en-US" sz="2800"/>
              <a:t>Levers: Holds – Yields, Risk &amp; Guardrails</a:t>
            </a:r>
          </a:p>
        </p:txBody>
      </p:sp>
      <p:sp>
        <p:nvSpPr>
          <p:cNvPr id="7" name="Slide Number Placeholder 6">
            <a:extLst>
              <a:ext uri="{FF2B5EF4-FFF2-40B4-BE49-F238E27FC236}">
                <a16:creationId xmlns:a16="http://schemas.microsoft.com/office/drawing/2014/main" id="{F700F1E2-330E-827F-6CAF-E6C980A9FB64}"/>
              </a:ext>
            </a:extLst>
          </p:cNvPr>
          <p:cNvSpPr>
            <a:spLocks noGrp="1"/>
          </p:cNvSpPr>
          <p:nvPr>
            <p:ph type="sldNum" sz="quarter" idx="4"/>
          </p:nvPr>
        </p:nvSpPr>
        <p:spPr/>
        <p:txBody>
          <a:bodyPr/>
          <a:lstStyle/>
          <a:p>
            <a:fld id="{A2C81908-5748-4B49-BD68-6D330C2291A9}" type="slidenum">
              <a:rPr lang="en-GB" smtClean="0"/>
              <a:pPr/>
              <a:t>11</a:t>
            </a:fld>
            <a:endParaRPr lang="en-GB"/>
          </a:p>
        </p:txBody>
      </p:sp>
      <p:graphicFrame>
        <p:nvGraphicFramePr>
          <p:cNvPr id="4" name="Table 3">
            <a:extLst>
              <a:ext uri="{FF2B5EF4-FFF2-40B4-BE49-F238E27FC236}">
                <a16:creationId xmlns:a16="http://schemas.microsoft.com/office/drawing/2014/main" id="{97B810AC-C494-E7C8-D926-32C0E3B4E119}"/>
              </a:ext>
            </a:extLst>
          </p:cNvPr>
          <p:cNvGraphicFramePr>
            <a:graphicFrameLocks noGrp="1"/>
          </p:cNvGraphicFramePr>
          <p:nvPr>
            <p:extLst>
              <p:ext uri="{D42A27DB-BD31-4B8C-83A1-F6EECF244321}">
                <p14:modId xmlns:p14="http://schemas.microsoft.com/office/powerpoint/2010/main" val="1027904865"/>
              </p:ext>
            </p:extLst>
          </p:nvPr>
        </p:nvGraphicFramePr>
        <p:xfrm>
          <a:off x="1854506" y="1110867"/>
          <a:ext cx="8301278" cy="1863408"/>
        </p:xfrm>
        <a:graphic>
          <a:graphicData uri="http://schemas.openxmlformats.org/drawingml/2006/table">
            <a:tbl>
              <a:tblPr firstRow="1" bandRow="1">
                <a:tableStyleId>{5C22544A-7EE6-4342-B048-85BDC9FD1C3A}</a:tableStyleId>
              </a:tblPr>
              <a:tblGrid>
                <a:gridCol w="4150639">
                  <a:extLst>
                    <a:ext uri="{9D8B030D-6E8A-4147-A177-3AD203B41FA5}">
                      <a16:colId xmlns:a16="http://schemas.microsoft.com/office/drawing/2014/main" val="2789579519"/>
                    </a:ext>
                  </a:extLst>
                </a:gridCol>
                <a:gridCol w="4150639">
                  <a:extLst>
                    <a:ext uri="{9D8B030D-6E8A-4147-A177-3AD203B41FA5}">
                      <a16:colId xmlns:a16="http://schemas.microsoft.com/office/drawing/2014/main" val="3730144083"/>
                    </a:ext>
                  </a:extLst>
                </a:gridCol>
              </a:tblGrid>
              <a:tr h="465852">
                <a:tc>
                  <a:txBody>
                    <a:bodyPr/>
                    <a:lstStyle/>
                    <a:p>
                      <a:r>
                        <a:rPr lang="en-US"/>
                        <a:t>Holds</a:t>
                      </a:r>
                    </a:p>
                  </a:txBody>
                  <a:tcPr/>
                </a:tc>
                <a:tc>
                  <a:txBody>
                    <a:bodyPr/>
                    <a:lstStyle/>
                    <a:p>
                      <a:r>
                        <a:rPr lang="en-US"/>
                        <a:t>Results</a:t>
                      </a:r>
                    </a:p>
                  </a:txBody>
                  <a:tcPr/>
                </a:tc>
                <a:extLst>
                  <a:ext uri="{0D108BD9-81ED-4DB2-BD59-A6C34878D82A}">
                    <a16:rowId xmlns:a16="http://schemas.microsoft.com/office/drawing/2014/main" val="3049175634"/>
                  </a:ext>
                </a:extLst>
              </a:tr>
              <a:tr h="465852">
                <a:tc>
                  <a:txBody>
                    <a:bodyPr/>
                    <a:lstStyle/>
                    <a:p>
                      <a:r>
                        <a:rPr lang="en-US"/>
                        <a:t>Under Threat</a:t>
                      </a:r>
                    </a:p>
                  </a:txBody>
                  <a:tcPr/>
                </a:tc>
                <a:tc>
                  <a:txBody>
                    <a:bodyPr/>
                    <a:lstStyle/>
                    <a:p>
                      <a:r>
                        <a:rPr lang="en-US"/>
                        <a:t>{{HOLDS_UNDER_THREAT}}</a:t>
                      </a:r>
                    </a:p>
                  </a:txBody>
                  <a:tcPr/>
                </a:tc>
                <a:extLst>
                  <a:ext uri="{0D108BD9-81ED-4DB2-BD59-A6C34878D82A}">
                    <a16:rowId xmlns:a16="http://schemas.microsoft.com/office/drawing/2014/main" val="1448505535"/>
                  </a:ext>
                </a:extLst>
              </a:tr>
              <a:tr h="465852">
                <a:tc>
                  <a:txBody>
                    <a:bodyPr/>
                    <a:lstStyle/>
                    <a:p>
                      <a:r>
                        <a:rPr lang="en-US"/>
                        <a:t>On Hold</a:t>
                      </a:r>
                    </a:p>
                  </a:txBody>
                  <a:tcPr/>
                </a:tc>
                <a:tc>
                  <a:txBody>
                    <a:bodyPr/>
                    <a:lstStyle/>
                    <a:p>
                      <a:r>
                        <a:rPr lang="en-US"/>
                        <a:t>{{HOLDS_ON_HOLD}}</a:t>
                      </a:r>
                    </a:p>
                  </a:txBody>
                  <a:tcPr/>
                </a:tc>
                <a:extLst>
                  <a:ext uri="{0D108BD9-81ED-4DB2-BD59-A6C34878D82A}">
                    <a16:rowId xmlns:a16="http://schemas.microsoft.com/office/drawing/2014/main" val="649935533"/>
                  </a:ext>
                </a:extLst>
              </a:tr>
              <a:tr h="465852">
                <a:tc>
                  <a:txBody>
                    <a:bodyPr/>
                    <a:lstStyle/>
                    <a:p>
                      <a:r>
                        <a:rPr lang="en-US"/>
                        <a:t>Hold Related Payments</a:t>
                      </a:r>
                    </a:p>
                  </a:txBody>
                  <a:tcPr/>
                </a:tc>
                <a:tc>
                  <a:txBody>
                    <a:bodyPr/>
                    <a:lstStyle/>
                    <a:p>
                      <a:r>
                        <a:rPr lang="en-US">
                          <a:solidFill>
                            <a:schemeClr val="tx1"/>
                          </a:solidFill>
                        </a:rPr>
                        <a:t>{{HOLDS_RELATED_PAYMENTS}}</a:t>
                      </a:r>
                    </a:p>
                  </a:txBody>
                  <a:tcPr/>
                </a:tc>
                <a:extLst>
                  <a:ext uri="{0D108BD9-81ED-4DB2-BD59-A6C34878D82A}">
                    <a16:rowId xmlns:a16="http://schemas.microsoft.com/office/drawing/2014/main" val="496896891"/>
                  </a:ext>
                </a:extLst>
              </a:tr>
            </a:tbl>
          </a:graphicData>
        </a:graphic>
      </p:graphicFrame>
      <p:pic>
        <p:nvPicPr>
          <p:cNvPr id="12" name="chart_payments_by_timing_pct">
            <a:extLst>
              <a:ext uri="{FF2B5EF4-FFF2-40B4-BE49-F238E27FC236}">
                <a16:creationId xmlns:a16="http://schemas.microsoft.com/office/drawing/2014/main" id="{E7BE05BE-BA5E-EBBE-FE1D-07EC52EE5E09}"/>
              </a:ext>
            </a:extLst>
          </p:cNvPr>
          <p:cNvPicPr>
            <a:picLocks noChangeAspect="1"/>
          </p:cNvPicPr>
          <p:nvPr/>
        </p:nvPicPr>
        <p:blipFill>
          <a:blip r:embed="rId2"/>
          <a:stretch>
            <a:fillRect/>
          </a:stretch>
        </p:blipFill>
        <p:spPr>
          <a:xfrm>
            <a:off x="6096000" y="3267967"/>
            <a:ext cx="5469031" cy="2741240"/>
          </a:xfrm>
          <a:prstGeom prst="rect">
            <a:avLst/>
          </a:prstGeom>
        </p:spPr>
      </p:pic>
      <p:pic>
        <p:nvPicPr>
          <p:cNvPr id="3" name="chart_payments_by_timing_dollars">
            <a:extLst>
              <a:ext uri="{FF2B5EF4-FFF2-40B4-BE49-F238E27FC236}">
                <a16:creationId xmlns:a16="http://schemas.microsoft.com/office/drawing/2014/main" id="{3A3E8033-5FCD-364E-FF00-9A0C19C122C9}"/>
              </a:ext>
            </a:extLst>
          </p:cNvPr>
          <p:cNvPicPr>
            <a:picLocks noChangeAspect="1"/>
          </p:cNvPicPr>
          <p:nvPr/>
        </p:nvPicPr>
        <p:blipFill>
          <a:blip r:embed="rId3"/>
          <a:stretch>
            <a:fillRect/>
          </a:stretch>
        </p:blipFill>
        <p:spPr>
          <a:xfrm>
            <a:off x="669700" y="3267967"/>
            <a:ext cx="5104327" cy="2741240"/>
          </a:xfrm>
          <a:prstGeom prst="rect">
            <a:avLst/>
          </a:prstGeom>
        </p:spPr>
      </p:pic>
    </p:spTree>
    <p:extLst>
      <p:ext uri="{BB962C8B-B14F-4D97-AF65-F5344CB8AC3E}">
        <p14:creationId xmlns:p14="http://schemas.microsoft.com/office/powerpoint/2010/main" val="8057449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Advantive">
      <a:dk1>
        <a:srgbClr val="020202"/>
      </a:dk1>
      <a:lt1>
        <a:srgbClr val="FFFFFF"/>
      </a:lt1>
      <a:dk2>
        <a:srgbClr val="333333"/>
      </a:dk2>
      <a:lt2>
        <a:srgbClr val="E7E6E6"/>
      </a:lt2>
      <a:accent1>
        <a:srgbClr val="011E41"/>
      </a:accent1>
      <a:accent2>
        <a:srgbClr val="FF5F00"/>
      </a:accent2>
      <a:accent3>
        <a:srgbClr val="ABDCFF"/>
      </a:accent3>
      <a:accent4>
        <a:srgbClr val="333333"/>
      </a:accent4>
      <a:accent5>
        <a:srgbClr val="999999"/>
      </a:accent5>
      <a:accent6>
        <a:srgbClr val="FAFAFA"/>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Advantive">
      <a:dk1>
        <a:srgbClr val="020202"/>
      </a:dk1>
      <a:lt1>
        <a:srgbClr val="FFFFFF"/>
      </a:lt1>
      <a:dk2>
        <a:srgbClr val="333333"/>
      </a:dk2>
      <a:lt2>
        <a:srgbClr val="E7E6E6"/>
      </a:lt2>
      <a:accent1>
        <a:srgbClr val="011E41"/>
      </a:accent1>
      <a:accent2>
        <a:srgbClr val="FF5F00"/>
      </a:accent2>
      <a:accent3>
        <a:srgbClr val="ABDCFF"/>
      </a:accent3>
      <a:accent4>
        <a:srgbClr val="333333"/>
      </a:accent4>
      <a:accent5>
        <a:srgbClr val="999999"/>
      </a:accent5>
      <a:accent6>
        <a:srgbClr val="FAFAFA"/>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CCD02553EDC54E824AE096F352DD31" ma:contentTypeVersion="14" ma:contentTypeDescription="Create a new document." ma:contentTypeScope="" ma:versionID="50f9303850635f93a30a8d432ea67679">
  <xsd:schema xmlns:xsd="http://www.w3.org/2001/XMLSchema" xmlns:xs="http://www.w3.org/2001/XMLSchema" xmlns:p="http://schemas.microsoft.com/office/2006/metadata/properties" xmlns:ns2="1a4bade2-0dad-47cc-a7a6-c9e4304baf45" xmlns:ns3="f61158e8-90a9-4042-905e-0578d3fdd6b4" targetNamespace="http://schemas.microsoft.com/office/2006/metadata/properties" ma:root="true" ma:fieldsID="7730bc64fd8809974c223e08a1ac54ff" ns2:_="" ns3:_="">
    <xsd:import namespace="1a4bade2-0dad-47cc-a7a6-c9e4304baf45"/>
    <xsd:import namespace="f61158e8-90a9-4042-905e-0578d3fdd6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4bade2-0dad-47cc-a7a6-c9e4304baf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04debc0-5639-468e-b592-20543aea5a51"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1158e8-90a9-4042-905e-0578d3fdd6b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d9c08aa-d081-4381-a702-00aacd185d4d}" ma:internalName="TaxCatchAll" ma:showField="CatchAllData" ma:web="f61158e8-90a9-4042-905e-0578d3fdd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f61158e8-90a9-4042-905e-0578d3fdd6b4">
      <UserInfo>
        <DisplayName>SharingLinks.8170f97b-63cf-4a31-9e3f-5b727a502d0f.Flexible.fddbaafc-f785-4938-b641-5d06affdc4d7</DisplayName>
        <AccountId>54</AccountId>
        <AccountType/>
      </UserInfo>
      <UserInfo>
        <DisplayName>SharingLinks.998f1a52-9d1e-4228-ad3c-777651ae4870.Flexible.b961e152-3a08-4b06-ac33-9ba1d98bff73</DisplayName>
        <AccountId>107</AccountId>
        <AccountType/>
      </UserInfo>
      <UserInfo>
        <DisplayName>Alex Boytsov</DisplayName>
        <AccountId>99</AccountId>
        <AccountType/>
      </UserInfo>
      <UserInfo>
        <DisplayName>Maulik Datanwala</DisplayName>
        <AccountId>45</AccountId>
        <AccountType/>
      </UserInfo>
    </SharedWithUsers>
    <TaxCatchAll xmlns="f61158e8-90a9-4042-905e-0578d3fdd6b4" xsi:nil="true"/>
    <lcf76f155ced4ddcb4097134ff3c332f xmlns="1a4bade2-0dad-47cc-a7a6-c9e4304baf4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E6CD41-2FB9-4A00-B2CA-99052CF73113}">
  <ds:schemaRefs>
    <ds:schemaRef ds:uri="1a4bade2-0dad-47cc-a7a6-c9e4304baf45"/>
    <ds:schemaRef ds:uri="f61158e8-90a9-4042-905e-0578d3fdd6b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2A60E1A-BB9F-4560-A301-E911ECF0C6D2}">
  <ds:schemaRefs>
    <ds:schemaRef ds:uri="1a4bade2-0dad-47cc-a7a6-c9e4304baf45"/>
    <ds:schemaRef ds:uri="f61158e8-90a9-4042-905e-0578d3fdd6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057C8DC-FE66-4590-BEE2-0CCF9273C9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TM03457510[[fn=Savon]]</Template>
  <Application>Microsoft Office PowerPoint</Application>
  <PresentationFormat>Widescreen</PresentationFormat>
  <Slides>11</Slides>
  <Notes>6</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1_Office Theme</vt:lpstr>
      <vt:lpstr>A/R Executive Pulse  Week Ending 5/21/26</vt:lpstr>
      <vt:lpstr>Executive Summary – Week Ending 5/21/26</vt:lpstr>
      <vt:lpstr>Trend: Weekly Cash Run Rate Activity</vt:lpstr>
      <vt:lpstr>Aging Control: &gt;60 Balance vs Target + Movement</vt:lpstr>
      <vt:lpstr>Forward Risk: Next 30 Days Likely to Roll</vt:lpstr>
      <vt:lpstr>Current Risk: &gt;60 Days Past Due Top 10 Customers</vt:lpstr>
      <vt:lpstr>Root Causes: What’s Driving Non-Payment + What We’re Doing</vt:lpstr>
      <vt:lpstr>Appendix</vt:lpstr>
      <vt:lpstr>Scoreboard: Cash vs Plan (MTD / QTD + Drivers)</vt:lpstr>
      <vt:lpstr>Aging Control: &gt;90 Balance vs Target + Movement</vt:lpstr>
      <vt:lpstr>Levers: Holds – Yields, Risk &amp; Guardrails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Briana Fioretti</dc:creator>
  <cp:revision>2</cp:revision>
  <dcterms:created xsi:type="dcterms:W3CDTF">2022-05-26T18:28:17Z</dcterms:created>
  <dcterms:modified xsi:type="dcterms:W3CDTF">2026-06-03T15:44:54Z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0x0101006CCCD02553EDC54E824AE096F352DD31</vt:lpwstr>
  </property>
  <property fmtid="{D5CDD505-2E9C-101B-9397-08002B2CF9AE}" pid="3" name="MediaServiceImageTags">
    <vt:lpwstr/>
  </property>
  <property fmtid="{D5CDD505-2E9C-101B-9397-08002B2CF9AE}" pid="4" name="ComplianceAssetId">
    <vt:lpwstr/>
  </property>
  <property fmtid="{D5CDD505-2E9C-101B-9397-08002B2CF9AE}" pid="5" name="TriggerFlowInfo">
    <vt:lpwstr/>
  </property>
  <property fmtid="{D5CDD505-2E9C-101B-9397-08002B2CF9AE}" pid="6" name="TemplateUrl">
    <vt:lpwstr/>
  </property>
  <property fmtid="{D5CDD505-2E9C-101B-9397-08002B2CF9AE}" pid="7" name="xd_Signature">
    <vt:lpwstr/>
  </property>
  <property fmtid="{D5CDD505-2E9C-101B-9397-08002B2CF9AE}" pid="8" name="xd_ProgID">
    <vt:lpwstr/>
  </property>
</Properties>
</file>