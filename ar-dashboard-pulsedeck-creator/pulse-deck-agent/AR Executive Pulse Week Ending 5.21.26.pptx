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handoutMasters/handoutMaster1.xml" ContentType="application/vnd.openxmlformats-officedocument.presentationml.handoutMaster+xml"/>
  <Override PartName="/ppt/media/image1.svg" ContentType="image/svg+xml"/>
  <Override PartName="/ppt/media/image11.svg" ContentType="image/svg+xml"/>
  <Override PartName="/ppt/media/image2.svg" ContentType="image/svg+xml"/>
  <Override PartName="/ppt/media/image3.svg" ContentType="image/svg+xml"/>
  <Override PartName="/ppt/media/image4.svg" ContentType="image/svg+xml"/>
  <Override PartName="/ppt/media/image5.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 id="2147483833" r:id="rId5"/>
  </p:sldMasterIdLst>
  <p:notesMasterIdLst>
    <p:notesMasterId r:id="rId17"/>
  </p:notesMasterIdLst>
  <p:handoutMasterIdLst>
    <p:handoutMasterId r:id="rId18"/>
  </p:handoutMasterIdLst>
  <p:sldIdLst>
    <p:sldId id="346" r:id="rId6"/>
    <p:sldId id="2145704930" r:id="rId7"/>
    <p:sldId id="2145704910" r:id="rId8"/>
    <p:sldId id="2145704933" r:id="rId9"/>
    <p:sldId id="2145704924" r:id="rId10"/>
    <p:sldId id="2145704969" r:id="rId11"/>
    <p:sldId id="2145704946" r:id="rId12"/>
    <p:sldId id="2145704968" r:id="rId13"/>
    <p:sldId id="2145704965" r:id="rId14"/>
    <p:sldId id="2145704963" r:id="rId15"/>
    <p:sldId id="214570493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AE9C5E4-CDC8-FC4B-8B18-811A063EF087}">
          <p14:sldIdLst>
            <p14:sldId id="346"/>
            <p14:sldId id="2145704930"/>
            <p14:sldId id="2145704910"/>
            <p14:sldId id="2145704933"/>
            <p14:sldId id="2145704924"/>
            <p14:sldId id="2145704969"/>
            <p14:sldId id="2145704946"/>
            <p14:sldId id="2145704968"/>
            <p14:sldId id="2145704965"/>
            <p14:sldId id="2145704963"/>
            <p14:sldId id="2145704936"/>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C8EB718-0DEF-68F7-528B-F511EDF9D82D}" name="Scott McVicker" initials="SM" userId="S::Scott.McVicker@advantive.com::5356134c-2982-46da-aae9-be92f82acc6a" providerId="AD"/>
  <p188:author id="{D0621568-980D-B2E7-6884-5074961C44B5}" name="Jordan Duke" initials="JD" userId="S::jordan.duke@advantive.com::b253b570-712c-4b8b-a856-819f0e7984a0" providerId="AD"/>
  <p188:author id="{8CB56D6E-9087-C5D5-45D4-220A32DA8C7D}" name="Ryan Asche" initials="RA" userId="S::ryan.asche@advantive.com::9123c1b0-6913-4625-af67-d059932d8a35" providerId="AD"/>
  <p188:author id="{05F4158F-E321-BDDD-A155-101311B0C770}" name="Keith Reviello" initials="KR" userId="S::keith.reviello@advantive.com::a6955b63-af71-4cd1-903e-12aef8d9be97" providerId="AD"/>
  <p188:author id="{5AD40990-8696-A11E-44BD-341E78534B0D}" name="Kelsea Meyers" initials="" userId="S::Kelsea.Meyers@Advantive.com::0bce171a-1591-434f-918b-9460d0b82cc6" providerId="AD"/>
  <p188:author id="{835F3F90-1EBF-A560-5B72-D3C2F4E6D428}" name="Casey Conner" initials="CC" userId="S::casey.conner@advantive.com::d8e5a54b-32e4-43fe-93e2-4103e434d7c3" providerId="AD"/>
  <p188:author id="{4CF2159E-994B-862F-417C-83B0BCA01D74}" name="Keith Reviello" initials="" userId="S::Keith.Reviello@advantive.com::a6955b63-af71-4cd1-903e-12aef8d9be97" providerId="AD"/>
  <p188:author id="{3BBC1CA1-B4CA-DB04-84A5-BF1CBEF65C68}" name="Justin Wixom" initials="JW" userId="S::justin.wixom@advantive.com::5f731166-b1d8-4107-87c0-0386829f72db" providerId="AD"/>
  <p188:author id="{1ACEFFA5-BEA8-B604-CE4A-1D76974D4FC2}" name="Ryan Asche" initials="RA" userId="S::Ryan.Asche@advantive.com::9123c1b0-6913-4625-af67-d059932d8a35" providerId="AD"/>
  <p188:author id="{8DF0E1B0-D97A-87E4-8BB2-A743C1FCAB22}" name="Ben Fuller" initials="BF" userId="S::ben.fuller@advantive.com::ffdb4279-0331-4f3b-8389-89f1bc8da2ee" providerId="AD"/>
  <p188:author id="{44FCEAB7-FE82-7387-3126-5DBB8FBB3F45}" name="Scott McVicker" initials="" userId="S::scott.mcvicker@advantive.com::5356134c-2982-46da-aae9-be92f82acc6a" providerId="AD"/>
  <p188:author id="{A945E5C4-E238-4071-321A-2255FA5F1681}" name="Joy Jones" initials="JJ" userId="S::joy.jones@advantive.com::3b51fdd3-5855-47bf-9a1b-bc2c3e3c139b" providerId="AD"/>
  <p188:author id="{7416D1EB-3F82-BA37-F490-7D4AD6DE7353}" name="James Wiseman" initials="JW" userId="S::james.wiseman@advantive.com::1a8f822e-55b9-4517-980c-0cb4b5c11acb"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CC00"/>
    <a:srgbClr val="43661D"/>
    <a:srgbClr val="000000"/>
    <a:srgbClr val="EB7831"/>
    <a:srgbClr val="F2F6FB"/>
    <a:srgbClr val="FF5F00"/>
    <a:srgbClr val="8C8C8C"/>
    <a:srgbClr val="E8FCD0"/>
    <a:srgbClr val="ABDCFF"/>
    <a:srgbClr val="E7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5E75FF-F055-9571-AADE-E96E78D149F7}" v="895" dt="2026-05-22T14:43:07.864"/>
    <p1510:client id="{8563E9D9-5F32-CA84-8683-96237B37B0C6}" v="318" dt="2026-05-22T18:47:33.391"/>
    <p1510:client id="{8B967057-4F4B-400C-94CA-D77915243E80}" v="211" dt="2026-05-22T16:33:36.022"/>
    <p1510:client id="{AD8AB3FD-A45B-DFD2-C0AD-17D11684C017}" v="6" dt="2026-05-22T18:51:58.505"/>
    <p1510:client id="{AFCF3592-C028-E6DD-9CF4-55FD71102375}" v="250" dt="2026-05-22T14:46:32.5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notesMaster" Target="notesMasters/notesMaster1.xml"/><Relationship Id="rId18" Type="http://schemas.openxmlformats.org/officeDocument/2006/relationships/handoutMaster" Target="handoutMasters/handout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microsoft.com/office/2015/10/relationships/revisionInfo" Target="revisionInfo.xml"/><Relationship Id="rId24" Type="http://schemas.microsoft.com/office/2018/10/relationships/authors" Target="author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CAE52AE-625C-4258-8A5F-6B2A6E478BF6}" type="doc">
      <dgm:prSet loTypeId="urn:microsoft.com/office/officeart/2005/8/layout/list1" loCatId="list" qsTypeId="urn:microsoft.com/office/officeart/2005/8/quickstyle/simple4" qsCatId="simple" csTypeId="urn:microsoft.com/office/officeart/2005/8/colors/colorful1" csCatId="colorful" phldr="1"/>
      <dgm:spPr/>
      <dgm:t>
        <a:bodyPr/>
        <a:lstStyle/>
        <a:p>
          <a:endParaRPr lang="en-US"/>
        </a:p>
      </dgm:t>
    </dgm:pt>
    <dgm:pt modelId="{97FB00CC-9DA6-47E3-A5C7-AD220DE7BA31}">
      <dgm:prSet phldr="0" custT="1"/>
      <dgm:spPr/>
      <dgm:t>
        <a:bodyPr/>
        <a:lstStyle/>
        <a:p>
          <a:pPr algn="l" rtl="0"/>
          <a:r>
            <a:rPr lang="en-US" sz="1500" b="0">
              <a:solidFill>
                <a:srgbClr val="444444"/>
              </a:solidFill>
              <a:latin typeface="Segoe UI"/>
              <a:ea typeface="Calibri"/>
              <a:cs typeface="Segoe UI"/>
            </a:rPr>
            <a:t> Hallmark - $465K</a:t>
          </a:r>
        </a:p>
      </dgm:t>
    </dgm:pt>
    <dgm:pt modelId="{F9EEDD57-EDEB-4D61-B238-A04230D5654A}" type="parTrans" cxnId="{5B1AD233-349D-41D0-A1D0-5557E3F7D1F9}">
      <dgm:prSet/>
      <dgm:spPr/>
      <dgm:t>
        <a:bodyPr/>
        <a:lstStyle/>
        <a:p>
          <a:endParaRPr lang="en-US"/>
        </a:p>
      </dgm:t>
    </dgm:pt>
    <dgm:pt modelId="{E0E3D7C9-8403-450C-BD62-63E7DF9D7FAA}" type="sibTrans" cxnId="{5B1AD233-349D-41D0-A1D0-5557E3F7D1F9}">
      <dgm:prSet/>
      <dgm:spPr/>
      <dgm:t>
        <a:bodyPr/>
        <a:lstStyle/>
        <a:p>
          <a:endParaRPr lang="en-US"/>
        </a:p>
      </dgm:t>
    </dgm:pt>
    <dgm:pt modelId="{0F37CE57-68A7-4A09-86DE-6A31D7046F33}">
      <dgm:prSet phldr="0" custT="1"/>
      <dgm:spPr/>
      <dgm:t>
        <a:bodyPr/>
        <a:lstStyle/>
        <a:p>
          <a:pPr algn="l" rtl="0"/>
          <a:r>
            <a:rPr lang="en-US" sz="1100" b="0">
              <a:solidFill>
                <a:srgbClr val="444444"/>
              </a:solidFill>
              <a:latin typeface="Calibri"/>
              <a:ea typeface="Calibri"/>
              <a:cs typeface="Calibri"/>
            </a:rPr>
            <a:t>Anheuser-Busch - $</a:t>
          </a:r>
          <a:r>
            <a:rPr lang="en-US" sz="1100" b="0">
              <a:solidFill>
                <a:srgbClr val="000000"/>
              </a:solidFill>
              <a:latin typeface="Calibri"/>
              <a:ea typeface="Calibri"/>
              <a:cs typeface="Calibri"/>
            </a:rPr>
            <a:t>157k</a:t>
          </a:r>
        </a:p>
      </dgm:t>
    </dgm:pt>
    <dgm:pt modelId="{B1778301-830A-41C3-931B-C86B65CCBF36}" type="parTrans" cxnId="{31E93916-3F55-4ED7-8FF1-6C52EDC6C0A5}">
      <dgm:prSet/>
      <dgm:spPr/>
      <dgm:t>
        <a:bodyPr/>
        <a:lstStyle/>
        <a:p>
          <a:endParaRPr lang="en-US"/>
        </a:p>
      </dgm:t>
    </dgm:pt>
    <dgm:pt modelId="{946393CD-3327-4B96-8AF2-37BA7FC52569}" type="sibTrans" cxnId="{31E93916-3F55-4ED7-8FF1-6C52EDC6C0A5}">
      <dgm:prSet/>
      <dgm:spPr/>
      <dgm:t>
        <a:bodyPr/>
        <a:lstStyle/>
        <a:p>
          <a:endParaRPr lang="en-US"/>
        </a:p>
      </dgm:t>
    </dgm:pt>
    <dgm:pt modelId="{995AD958-0DAF-4D3F-94EF-3C2EDBE8E085}">
      <dgm:prSet phldr="0"/>
      <dgm:spPr/>
      <dgm:t>
        <a:bodyPr/>
        <a:lstStyle/>
        <a:p>
          <a:pPr algn="l" rtl="0"/>
          <a:r>
            <a:rPr lang="en-US" sz="1100" b="0">
              <a:solidFill>
                <a:schemeClr val="bg1"/>
              </a:solidFill>
              <a:latin typeface="Calibri"/>
              <a:ea typeface="Calibri"/>
              <a:cs typeface="Calibri"/>
            </a:rPr>
            <a:t>Owens Corning - $91K</a:t>
          </a:r>
        </a:p>
      </dgm:t>
    </dgm:pt>
    <dgm:pt modelId="{DA743905-9E65-4504-825C-2E0D18B09B42}" type="parTrans" cxnId="{A18EC016-040E-4DB5-B18C-7DA0436E9E4F}">
      <dgm:prSet/>
      <dgm:spPr/>
    </dgm:pt>
    <dgm:pt modelId="{7B57D228-F170-4DDC-BF13-CCD4384A7778}" type="sibTrans" cxnId="{A18EC016-040E-4DB5-B18C-7DA0436E9E4F}">
      <dgm:prSet/>
      <dgm:spPr/>
    </dgm:pt>
    <dgm:pt modelId="{B51D6FF4-E3CD-4F7E-9D4E-9DCCD73B1AF2}">
      <dgm:prSet phldr="0"/>
      <dgm:spPr/>
      <dgm:t>
        <a:bodyPr/>
        <a:lstStyle/>
        <a:p>
          <a:pPr algn="l" rtl="0"/>
          <a:r>
            <a:rPr lang="en-US" sz="1500" b="0">
              <a:latin typeface="Segoe UI"/>
              <a:ea typeface="Calibri"/>
              <a:cs typeface="Segoe UI"/>
            </a:rPr>
            <a:t>Amsted Industries - $85K</a:t>
          </a:r>
        </a:p>
      </dgm:t>
    </dgm:pt>
    <dgm:pt modelId="{03330CF9-0841-4ACC-8DDB-90C7195E04A7}" type="parTrans" cxnId="{FDF962BC-5971-477B-875A-B6BBA0EC9AAA}">
      <dgm:prSet/>
      <dgm:spPr/>
    </dgm:pt>
    <dgm:pt modelId="{3DBF0700-D5A4-4A71-9F9F-6E64CBD6BA5D}" type="sibTrans" cxnId="{FDF962BC-5971-477B-875A-B6BBA0EC9AAA}">
      <dgm:prSet/>
      <dgm:spPr/>
    </dgm:pt>
    <dgm:pt modelId="{E52596F0-8411-4542-8C0C-61B5079677E4}">
      <dgm:prSet phldrT="[Text]" phldr="0" custT="1"/>
      <dgm:spPr/>
      <dgm:t>
        <a:bodyPr/>
        <a:lstStyle/>
        <a:p>
          <a:pPr algn="l" rtl="0"/>
          <a:r>
            <a:rPr lang="en-US" sz="1100" b="0">
              <a:solidFill>
                <a:srgbClr val="444444"/>
              </a:solidFill>
              <a:latin typeface="Segoe UI"/>
              <a:ea typeface="Calibri"/>
              <a:cs typeface="Segoe UI"/>
            </a:rPr>
            <a:t>Payment received </a:t>
          </a:r>
        </a:p>
      </dgm:t>
    </dgm:pt>
    <dgm:pt modelId="{39EB4E1E-D267-47F4-AF80-3F2A521C4B7D}" type="parTrans" cxnId="{9BE08DA4-DE2C-4629-9E19-A6C19A2EFC98}">
      <dgm:prSet/>
      <dgm:spPr/>
    </dgm:pt>
    <dgm:pt modelId="{32549659-8F4A-4E80-AFD1-97BDB72E2216}" type="sibTrans" cxnId="{9BE08DA4-DE2C-4629-9E19-A6C19A2EFC98}">
      <dgm:prSet/>
      <dgm:spPr/>
    </dgm:pt>
    <dgm:pt modelId="{1D9F40B8-3636-40EC-A638-A5FE5A2AF4F3}">
      <dgm:prSet phldrT="[Text]" phldr="0" custT="1"/>
      <dgm:spPr/>
      <dgm:t>
        <a:bodyPr/>
        <a:lstStyle/>
        <a:p>
          <a:pPr algn="l" rtl="0"/>
          <a:r>
            <a:rPr lang="en-US" sz="700" b="0">
              <a:solidFill>
                <a:srgbClr val="000000"/>
              </a:solidFill>
              <a:latin typeface="Calibri"/>
              <a:ea typeface="Calibri"/>
              <a:cs typeface="Calibri"/>
            </a:rPr>
            <a:t> </a:t>
          </a:r>
          <a:r>
            <a:rPr lang="en-US" sz="1000" b="0">
              <a:solidFill>
                <a:srgbClr val="000000"/>
              </a:solidFill>
              <a:latin typeface="Calibri"/>
              <a:ea typeface="Calibri"/>
              <a:cs typeface="Calibri"/>
            </a:rPr>
            <a:t>Consolidated invoice sent a month late – payment promised for 6/1.</a:t>
          </a:r>
        </a:p>
      </dgm:t>
    </dgm:pt>
    <dgm:pt modelId="{2A36AA7A-20E8-41B6-B566-089FC4A913FF}" type="parTrans" cxnId="{E43F310C-FEB9-4566-8262-9E758D4421A2}">
      <dgm:prSet/>
      <dgm:spPr/>
    </dgm:pt>
    <dgm:pt modelId="{9622883D-0FC5-4645-8C7C-53F99BDB9830}" type="sibTrans" cxnId="{E43F310C-FEB9-4566-8262-9E758D4421A2}">
      <dgm:prSet/>
      <dgm:spPr/>
    </dgm:pt>
    <dgm:pt modelId="{AB3F239B-A8BA-4DA7-BDB3-E6D537B49449}">
      <dgm:prSet phldrT="[Text]" phldr="0" custT="1"/>
      <dgm:spPr/>
      <dgm:t>
        <a:bodyPr/>
        <a:lstStyle/>
        <a:p>
          <a:pPr algn="l" rtl="0"/>
          <a:r>
            <a:rPr lang="en-US" sz="1000" b="0">
              <a:latin typeface="Calibri"/>
              <a:ea typeface="Calibri"/>
              <a:cs typeface="Calibri"/>
            </a:rPr>
            <a:t>The customer has indicated they are actively working internally to issue the required PO. Accounts Receivable continues to follow up to confirm the expected payment timeline. On 5/21, AR reached out to Robert Brod to request an update, as the customer advised they are coordinating with him to finalize the PO.</a:t>
          </a:r>
        </a:p>
      </dgm:t>
    </dgm:pt>
    <dgm:pt modelId="{5E8F0983-0B5D-4E28-A5BC-A581CD77D20F}" type="parTrans" cxnId="{2A0B5E02-E833-4355-BF9B-82FA8EED355E}">
      <dgm:prSet/>
      <dgm:spPr/>
    </dgm:pt>
    <dgm:pt modelId="{D70B4D11-DDA7-423C-B0D4-21F83CCE23C4}" type="sibTrans" cxnId="{2A0B5E02-E833-4355-BF9B-82FA8EED355E}">
      <dgm:prSet/>
      <dgm:spPr/>
    </dgm:pt>
    <dgm:pt modelId="{AB76CEE7-E40E-42E4-AAB4-1589BB290508}">
      <dgm:prSet phldrT="[Text]" phldr="0" custT="1"/>
      <dgm:spPr/>
      <dgm:t>
        <a:bodyPr/>
        <a:lstStyle/>
        <a:p>
          <a:pPr algn="l" rtl="0"/>
          <a:r>
            <a:rPr lang="en-US" sz="1000" b="0">
              <a:latin typeface="Calibri"/>
              <a:ea typeface="Calibri"/>
              <a:cs typeface="Calibri"/>
            </a:rPr>
            <a:t>The customer is disputing the invoice due to ongoing software issues and is considering filing a warranty claim. AM closely engaged with the customer and advised on 5/12 that efforts are underway to identify a resolution to the product concerns. Accounts Receivable followed up on 5/20 requesting an update on the status of the dispute and clarity on next steps required to resolve the outstanding balance.</a:t>
          </a:r>
        </a:p>
      </dgm:t>
    </dgm:pt>
    <dgm:pt modelId="{E74FFE2A-F080-4F78-B352-F47DEC79656A}" type="parTrans" cxnId="{19171000-89B5-414A-B401-173B1A69607B}">
      <dgm:prSet/>
      <dgm:spPr/>
    </dgm:pt>
    <dgm:pt modelId="{09A24427-4AF6-42A9-A5FE-D2F505A6D588}" type="sibTrans" cxnId="{19171000-89B5-414A-B401-173B1A69607B}">
      <dgm:prSet/>
      <dgm:spPr/>
    </dgm:pt>
    <dgm:pt modelId="{BE54A717-339A-422A-B238-36ADBE6D3547}" type="pres">
      <dgm:prSet presAssocID="{ACAE52AE-625C-4258-8A5F-6B2A6E478BF6}" presName="linear" presStyleCnt="0">
        <dgm:presLayoutVars>
          <dgm:dir/>
          <dgm:animLvl val="lvl"/>
          <dgm:resizeHandles val="exact"/>
        </dgm:presLayoutVars>
      </dgm:prSet>
      <dgm:spPr/>
    </dgm:pt>
    <dgm:pt modelId="{74634005-5A7D-4E64-9717-6B6E0F3ADD6F}" type="pres">
      <dgm:prSet presAssocID="{97FB00CC-9DA6-47E3-A5C7-AD220DE7BA31}" presName="parentLin" presStyleCnt="0"/>
      <dgm:spPr/>
    </dgm:pt>
    <dgm:pt modelId="{6DC72B6C-97CD-4419-9136-8B5C83DF0014}" type="pres">
      <dgm:prSet presAssocID="{97FB00CC-9DA6-47E3-A5C7-AD220DE7BA31}" presName="parentLeftMargin" presStyleLbl="node1" presStyleIdx="0" presStyleCnt="4"/>
      <dgm:spPr/>
    </dgm:pt>
    <dgm:pt modelId="{59F43554-1698-482E-A191-4D311DB842BF}" type="pres">
      <dgm:prSet presAssocID="{97FB00CC-9DA6-47E3-A5C7-AD220DE7BA31}" presName="parentText" presStyleLbl="node1" presStyleIdx="0" presStyleCnt="4">
        <dgm:presLayoutVars>
          <dgm:chMax val="0"/>
          <dgm:bulletEnabled val="1"/>
        </dgm:presLayoutVars>
      </dgm:prSet>
      <dgm:spPr/>
    </dgm:pt>
    <dgm:pt modelId="{36D20910-C88E-44C1-95E7-3586F92450C3}" type="pres">
      <dgm:prSet presAssocID="{97FB00CC-9DA6-47E3-A5C7-AD220DE7BA31}" presName="negativeSpace" presStyleCnt="0"/>
      <dgm:spPr/>
    </dgm:pt>
    <dgm:pt modelId="{842253AD-6144-4B1D-90D9-093C319404F7}" type="pres">
      <dgm:prSet presAssocID="{97FB00CC-9DA6-47E3-A5C7-AD220DE7BA31}" presName="childText" presStyleLbl="conFgAcc1" presStyleIdx="0" presStyleCnt="4">
        <dgm:presLayoutVars>
          <dgm:bulletEnabled val="1"/>
        </dgm:presLayoutVars>
      </dgm:prSet>
      <dgm:spPr/>
    </dgm:pt>
    <dgm:pt modelId="{F5D422A3-7BAC-4FF3-AC01-37D92604E31B}" type="pres">
      <dgm:prSet presAssocID="{E0E3D7C9-8403-450C-BD62-63E7DF9D7FAA}" presName="spaceBetweenRectangles" presStyleCnt="0"/>
      <dgm:spPr/>
    </dgm:pt>
    <dgm:pt modelId="{E679F8B2-1822-424A-9489-DB0BF02CD963}" type="pres">
      <dgm:prSet presAssocID="{0F37CE57-68A7-4A09-86DE-6A31D7046F33}" presName="parentLin" presStyleCnt="0"/>
      <dgm:spPr/>
    </dgm:pt>
    <dgm:pt modelId="{FAD53DD2-D2DC-4426-950D-B08ED1B7EFD9}" type="pres">
      <dgm:prSet presAssocID="{0F37CE57-68A7-4A09-86DE-6A31D7046F33}" presName="parentLeftMargin" presStyleLbl="node1" presStyleIdx="0" presStyleCnt="4"/>
      <dgm:spPr/>
    </dgm:pt>
    <dgm:pt modelId="{A9189277-4BB0-4C94-8564-268F9D084E4B}" type="pres">
      <dgm:prSet presAssocID="{0F37CE57-68A7-4A09-86DE-6A31D7046F33}" presName="parentText" presStyleLbl="node1" presStyleIdx="1" presStyleCnt="4">
        <dgm:presLayoutVars>
          <dgm:chMax val="0"/>
          <dgm:bulletEnabled val="1"/>
        </dgm:presLayoutVars>
      </dgm:prSet>
      <dgm:spPr/>
    </dgm:pt>
    <dgm:pt modelId="{F5BCF382-2284-4C59-A739-0BAD86C8D581}" type="pres">
      <dgm:prSet presAssocID="{0F37CE57-68A7-4A09-86DE-6A31D7046F33}" presName="negativeSpace" presStyleCnt="0"/>
      <dgm:spPr/>
    </dgm:pt>
    <dgm:pt modelId="{0B7F33F5-25A5-4E4E-8540-6009D3BE41B8}" type="pres">
      <dgm:prSet presAssocID="{0F37CE57-68A7-4A09-86DE-6A31D7046F33}" presName="childText" presStyleLbl="conFgAcc1" presStyleIdx="1" presStyleCnt="4">
        <dgm:presLayoutVars>
          <dgm:bulletEnabled val="1"/>
        </dgm:presLayoutVars>
      </dgm:prSet>
      <dgm:spPr/>
    </dgm:pt>
    <dgm:pt modelId="{DA5D5BCF-755A-43C6-BE1E-0AB971200AB1}" type="pres">
      <dgm:prSet presAssocID="{946393CD-3327-4B96-8AF2-37BA7FC52569}" presName="spaceBetweenRectangles" presStyleCnt="0"/>
      <dgm:spPr/>
    </dgm:pt>
    <dgm:pt modelId="{C91EEF80-6A40-4EC4-9826-1271F96812D4}" type="pres">
      <dgm:prSet presAssocID="{995AD958-0DAF-4D3F-94EF-3C2EDBE8E085}" presName="parentLin" presStyleCnt="0"/>
      <dgm:spPr/>
    </dgm:pt>
    <dgm:pt modelId="{AEB7372D-84D9-457F-AE49-38EF6E99741D}" type="pres">
      <dgm:prSet presAssocID="{995AD958-0DAF-4D3F-94EF-3C2EDBE8E085}" presName="parentLeftMargin" presStyleLbl="node1" presStyleIdx="1" presStyleCnt="4"/>
      <dgm:spPr/>
    </dgm:pt>
    <dgm:pt modelId="{042F9294-A1D2-4FF4-BF15-50F124AEED3A}" type="pres">
      <dgm:prSet presAssocID="{995AD958-0DAF-4D3F-94EF-3C2EDBE8E085}" presName="parentText" presStyleLbl="node1" presStyleIdx="2" presStyleCnt="4">
        <dgm:presLayoutVars>
          <dgm:chMax val="0"/>
          <dgm:bulletEnabled val="1"/>
        </dgm:presLayoutVars>
      </dgm:prSet>
      <dgm:spPr/>
    </dgm:pt>
    <dgm:pt modelId="{F7CA4C8F-6501-4AA6-A90F-33E948D73A17}" type="pres">
      <dgm:prSet presAssocID="{995AD958-0DAF-4D3F-94EF-3C2EDBE8E085}" presName="negativeSpace" presStyleCnt="0"/>
      <dgm:spPr/>
    </dgm:pt>
    <dgm:pt modelId="{AB612970-60C4-41D9-864B-A9835394EBCF}" type="pres">
      <dgm:prSet presAssocID="{995AD958-0DAF-4D3F-94EF-3C2EDBE8E085}" presName="childText" presStyleLbl="conFgAcc1" presStyleIdx="2" presStyleCnt="4">
        <dgm:presLayoutVars>
          <dgm:bulletEnabled val="1"/>
        </dgm:presLayoutVars>
      </dgm:prSet>
      <dgm:spPr/>
    </dgm:pt>
    <dgm:pt modelId="{31671214-F298-4D1C-AE8C-BA2CFDB7C00F}" type="pres">
      <dgm:prSet presAssocID="{7B57D228-F170-4DDC-BF13-CCD4384A7778}" presName="spaceBetweenRectangles" presStyleCnt="0"/>
      <dgm:spPr/>
    </dgm:pt>
    <dgm:pt modelId="{311F203C-B930-4C1F-9E72-8957B805FF3F}" type="pres">
      <dgm:prSet presAssocID="{B51D6FF4-E3CD-4F7E-9D4E-9DCCD73B1AF2}" presName="parentLin" presStyleCnt="0"/>
      <dgm:spPr/>
    </dgm:pt>
    <dgm:pt modelId="{0DE29124-43AD-4492-81FD-C6BB405CB717}" type="pres">
      <dgm:prSet presAssocID="{B51D6FF4-E3CD-4F7E-9D4E-9DCCD73B1AF2}" presName="parentLeftMargin" presStyleLbl="node1" presStyleIdx="2" presStyleCnt="4"/>
      <dgm:spPr/>
    </dgm:pt>
    <dgm:pt modelId="{FF92B8FC-2CC3-4C3D-B7A7-F4522B0997CE}" type="pres">
      <dgm:prSet presAssocID="{B51D6FF4-E3CD-4F7E-9D4E-9DCCD73B1AF2}" presName="parentText" presStyleLbl="node1" presStyleIdx="3" presStyleCnt="4">
        <dgm:presLayoutVars>
          <dgm:chMax val="0"/>
          <dgm:bulletEnabled val="1"/>
        </dgm:presLayoutVars>
      </dgm:prSet>
      <dgm:spPr/>
    </dgm:pt>
    <dgm:pt modelId="{E7DC42BB-DFDA-4A9E-9B49-8A3E5DD502E4}" type="pres">
      <dgm:prSet presAssocID="{B51D6FF4-E3CD-4F7E-9D4E-9DCCD73B1AF2}" presName="negativeSpace" presStyleCnt="0"/>
      <dgm:spPr/>
    </dgm:pt>
    <dgm:pt modelId="{58AC0F7E-36B6-4505-B527-14E9E3F6CE19}" type="pres">
      <dgm:prSet presAssocID="{B51D6FF4-E3CD-4F7E-9D4E-9DCCD73B1AF2}" presName="childText" presStyleLbl="conFgAcc1" presStyleIdx="3" presStyleCnt="4">
        <dgm:presLayoutVars>
          <dgm:bulletEnabled val="1"/>
        </dgm:presLayoutVars>
      </dgm:prSet>
      <dgm:spPr/>
    </dgm:pt>
  </dgm:ptLst>
  <dgm:cxnLst>
    <dgm:cxn modelId="{19171000-89B5-414A-B401-173B1A69607B}" srcId="{B51D6FF4-E3CD-4F7E-9D4E-9DCCD73B1AF2}" destId="{AB76CEE7-E40E-42E4-AAB4-1589BB290508}" srcOrd="0" destOrd="0" parTransId="{E74FFE2A-F080-4F78-B352-F47DEC79656A}" sibTransId="{09A24427-4AF6-42A9-A5FE-D2F505A6D588}"/>
    <dgm:cxn modelId="{2A0B5E02-E833-4355-BF9B-82FA8EED355E}" srcId="{995AD958-0DAF-4D3F-94EF-3C2EDBE8E085}" destId="{AB3F239B-A8BA-4DA7-BDB3-E6D537B49449}" srcOrd="0" destOrd="0" parTransId="{5E8F0983-0B5D-4E28-A5BC-A581CD77D20F}" sibTransId="{D70B4D11-DDA7-423C-B0D4-21F83CCE23C4}"/>
    <dgm:cxn modelId="{CE32AA07-0DE2-42A7-BB4B-5F78AC238B86}" type="presOf" srcId="{97FB00CC-9DA6-47E3-A5C7-AD220DE7BA31}" destId="{59F43554-1698-482E-A191-4D311DB842BF}" srcOrd="1" destOrd="0" presId="urn:microsoft.com/office/officeart/2005/8/layout/list1"/>
    <dgm:cxn modelId="{EFABCD09-25D8-4591-B602-9520D67DB16E}" type="presOf" srcId="{AB76CEE7-E40E-42E4-AAB4-1589BB290508}" destId="{58AC0F7E-36B6-4505-B527-14E9E3F6CE19}" srcOrd="0" destOrd="0" presId="urn:microsoft.com/office/officeart/2005/8/layout/list1"/>
    <dgm:cxn modelId="{E43F310C-FEB9-4566-8262-9E758D4421A2}" srcId="{0F37CE57-68A7-4A09-86DE-6A31D7046F33}" destId="{1D9F40B8-3636-40EC-A638-A5FE5A2AF4F3}" srcOrd="0" destOrd="0" parTransId="{2A36AA7A-20E8-41B6-B566-089FC4A913FF}" sibTransId="{9622883D-0FC5-4645-8C7C-53F99BDB9830}"/>
    <dgm:cxn modelId="{4BA52916-3949-465E-90E6-0C68A110FF8B}" type="presOf" srcId="{0F37CE57-68A7-4A09-86DE-6A31D7046F33}" destId="{FAD53DD2-D2DC-4426-950D-B08ED1B7EFD9}" srcOrd="0" destOrd="0" presId="urn:microsoft.com/office/officeart/2005/8/layout/list1"/>
    <dgm:cxn modelId="{31E93916-3F55-4ED7-8FF1-6C52EDC6C0A5}" srcId="{ACAE52AE-625C-4258-8A5F-6B2A6E478BF6}" destId="{0F37CE57-68A7-4A09-86DE-6A31D7046F33}" srcOrd="1" destOrd="0" parTransId="{B1778301-830A-41C3-931B-C86B65CCBF36}" sibTransId="{946393CD-3327-4B96-8AF2-37BA7FC52569}"/>
    <dgm:cxn modelId="{A18EC016-040E-4DB5-B18C-7DA0436E9E4F}" srcId="{ACAE52AE-625C-4258-8A5F-6B2A6E478BF6}" destId="{995AD958-0DAF-4D3F-94EF-3C2EDBE8E085}" srcOrd="2" destOrd="0" parTransId="{DA743905-9E65-4504-825C-2E0D18B09B42}" sibTransId="{7B57D228-F170-4DDC-BF13-CCD4384A7778}"/>
    <dgm:cxn modelId="{A9E4F01D-3130-4C46-8D24-3C16F0778FD1}" type="presOf" srcId="{0F37CE57-68A7-4A09-86DE-6A31D7046F33}" destId="{A9189277-4BB0-4C94-8564-268F9D084E4B}" srcOrd="1" destOrd="0" presId="urn:microsoft.com/office/officeart/2005/8/layout/list1"/>
    <dgm:cxn modelId="{50651123-7D8A-4A2A-A83C-1235EFCFDFFE}" type="presOf" srcId="{ACAE52AE-625C-4258-8A5F-6B2A6E478BF6}" destId="{BE54A717-339A-422A-B238-36ADBE6D3547}" srcOrd="0" destOrd="0" presId="urn:microsoft.com/office/officeart/2005/8/layout/list1"/>
    <dgm:cxn modelId="{4D2E9C29-359D-480F-BBF3-4364B55B7446}" type="presOf" srcId="{995AD958-0DAF-4D3F-94EF-3C2EDBE8E085}" destId="{AEB7372D-84D9-457F-AE49-38EF6E99741D}" srcOrd="0" destOrd="0" presId="urn:microsoft.com/office/officeart/2005/8/layout/list1"/>
    <dgm:cxn modelId="{98F3CA2F-5E11-41DF-8901-033DE3767772}" type="presOf" srcId="{E52596F0-8411-4542-8C0C-61B5079677E4}" destId="{842253AD-6144-4B1D-90D9-093C319404F7}" srcOrd="0" destOrd="0" presId="urn:microsoft.com/office/officeart/2005/8/layout/list1"/>
    <dgm:cxn modelId="{850C9130-1BC7-4BEB-A1F4-355633DA1151}" type="presOf" srcId="{B51D6FF4-E3CD-4F7E-9D4E-9DCCD73B1AF2}" destId="{0DE29124-43AD-4492-81FD-C6BB405CB717}" srcOrd="0" destOrd="0" presId="urn:microsoft.com/office/officeart/2005/8/layout/list1"/>
    <dgm:cxn modelId="{5B1AD233-349D-41D0-A1D0-5557E3F7D1F9}" srcId="{ACAE52AE-625C-4258-8A5F-6B2A6E478BF6}" destId="{97FB00CC-9DA6-47E3-A5C7-AD220DE7BA31}" srcOrd="0" destOrd="0" parTransId="{F9EEDD57-EDEB-4D61-B238-A04230D5654A}" sibTransId="{E0E3D7C9-8403-450C-BD62-63E7DF9D7FAA}"/>
    <dgm:cxn modelId="{2678DE5F-35FF-41CD-ADAC-81C63E3ED93A}" type="presOf" srcId="{B51D6FF4-E3CD-4F7E-9D4E-9DCCD73B1AF2}" destId="{FF92B8FC-2CC3-4C3D-B7A7-F4522B0997CE}" srcOrd="1" destOrd="0" presId="urn:microsoft.com/office/officeart/2005/8/layout/list1"/>
    <dgm:cxn modelId="{9B46C045-ACF3-4A15-B14D-D6886250DDDD}" type="presOf" srcId="{995AD958-0DAF-4D3F-94EF-3C2EDBE8E085}" destId="{042F9294-A1D2-4FF4-BF15-50F124AEED3A}" srcOrd="1" destOrd="0" presId="urn:microsoft.com/office/officeart/2005/8/layout/list1"/>
    <dgm:cxn modelId="{9BE08DA4-DE2C-4629-9E19-A6C19A2EFC98}" srcId="{97FB00CC-9DA6-47E3-A5C7-AD220DE7BA31}" destId="{E52596F0-8411-4542-8C0C-61B5079677E4}" srcOrd="0" destOrd="0" parTransId="{39EB4E1E-D267-47F4-AF80-3F2A521C4B7D}" sibTransId="{32549659-8F4A-4E80-AFD1-97BDB72E2216}"/>
    <dgm:cxn modelId="{6344EFB6-C6E3-41A8-BAFB-A2BC1ACF4225}" type="presOf" srcId="{1D9F40B8-3636-40EC-A638-A5FE5A2AF4F3}" destId="{0B7F33F5-25A5-4E4E-8540-6009D3BE41B8}" srcOrd="0" destOrd="0" presId="urn:microsoft.com/office/officeart/2005/8/layout/list1"/>
    <dgm:cxn modelId="{FDF962BC-5971-477B-875A-B6BBA0EC9AAA}" srcId="{ACAE52AE-625C-4258-8A5F-6B2A6E478BF6}" destId="{B51D6FF4-E3CD-4F7E-9D4E-9DCCD73B1AF2}" srcOrd="3" destOrd="0" parTransId="{03330CF9-0841-4ACC-8DDB-90C7195E04A7}" sibTransId="{3DBF0700-D5A4-4A71-9F9F-6E64CBD6BA5D}"/>
    <dgm:cxn modelId="{11E16CE6-E1C1-445A-8EE7-9624603EABAE}" type="presOf" srcId="{AB3F239B-A8BA-4DA7-BDB3-E6D537B49449}" destId="{AB612970-60C4-41D9-864B-A9835394EBCF}" srcOrd="0" destOrd="0" presId="urn:microsoft.com/office/officeart/2005/8/layout/list1"/>
    <dgm:cxn modelId="{88AF68F8-4BB3-40FE-A638-D0C130684AC3}" type="presOf" srcId="{97FB00CC-9DA6-47E3-A5C7-AD220DE7BA31}" destId="{6DC72B6C-97CD-4419-9136-8B5C83DF0014}" srcOrd="0" destOrd="0" presId="urn:microsoft.com/office/officeart/2005/8/layout/list1"/>
    <dgm:cxn modelId="{31F9D395-59A8-4695-96D5-47E402121A41}" type="presParOf" srcId="{BE54A717-339A-422A-B238-36ADBE6D3547}" destId="{74634005-5A7D-4E64-9717-6B6E0F3ADD6F}" srcOrd="0" destOrd="0" presId="urn:microsoft.com/office/officeart/2005/8/layout/list1"/>
    <dgm:cxn modelId="{56B88212-7916-4F07-B3E9-07BC2AD2BE17}" type="presParOf" srcId="{74634005-5A7D-4E64-9717-6B6E0F3ADD6F}" destId="{6DC72B6C-97CD-4419-9136-8B5C83DF0014}" srcOrd="0" destOrd="0" presId="urn:microsoft.com/office/officeart/2005/8/layout/list1"/>
    <dgm:cxn modelId="{02823B89-5A0F-4626-AB21-63486FE549E6}" type="presParOf" srcId="{74634005-5A7D-4E64-9717-6B6E0F3ADD6F}" destId="{59F43554-1698-482E-A191-4D311DB842BF}" srcOrd="1" destOrd="0" presId="urn:microsoft.com/office/officeart/2005/8/layout/list1"/>
    <dgm:cxn modelId="{05B8EA1A-F724-4CEA-8352-7C9CBE6393AA}" type="presParOf" srcId="{BE54A717-339A-422A-B238-36ADBE6D3547}" destId="{36D20910-C88E-44C1-95E7-3586F92450C3}" srcOrd="1" destOrd="0" presId="urn:microsoft.com/office/officeart/2005/8/layout/list1"/>
    <dgm:cxn modelId="{B717CD60-48B8-4E4C-B2F0-D3334494E177}" type="presParOf" srcId="{BE54A717-339A-422A-B238-36ADBE6D3547}" destId="{842253AD-6144-4B1D-90D9-093C319404F7}" srcOrd="2" destOrd="0" presId="urn:microsoft.com/office/officeart/2005/8/layout/list1"/>
    <dgm:cxn modelId="{0C0E3CCE-EE06-4181-A117-44578FBD3AAC}" type="presParOf" srcId="{BE54A717-339A-422A-B238-36ADBE6D3547}" destId="{F5D422A3-7BAC-4FF3-AC01-37D92604E31B}" srcOrd="3" destOrd="0" presId="urn:microsoft.com/office/officeart/2005/8/layout/list1"/>
    <dgm:cxn modelId="{56BA2ADC-98A1-475C-884C-AEAF85269167}" type="presParOf" srcId="{BE54A717-339A-422A-B238-36ADBE6D3547}" destId="{E679F8B2-1822-424A-9489-DB0BF02CD963}" srcOrd="4" destOrd="0" presId="urn:microsoft.com/office/officeart/2005/8/layout/list1"/>
    <dgm:cxn modelId="{370C1107-4D37-4C40-8FF6-083BDE0048A2}" type="presParOf" srcId="{E679F8B2-1822-424A-9489-DB0BF02CD963}" destId="{FAD53DD2-D2DC-4426-950D-B08ED1B7EFD9}" srcOrd="0" destOrd="0" presId="urn:microsoft.com/office/officeart/2005/8/layout/list1"/>
    <dgm:cxn modelId="{F2D4B376-E131-4E9D-88BA-92763C0465CC}" type="presParOf" srcId="{E679F8B2-1822-424A-9489-DB0BF02CD963}" destId="{A9189277-4BB0-4C94-8564-268F9D084E4B}" srcOrd="1" destOrd="0" presId="urn:microsoft.com/office/officeart/2005/8/layout/list1"/>
    <dgm:cxn modelId="{CA1A41E4-71D1-48D6-BCD3-B95D209146EE}" type="presParOf" srcId="{BE54A717-339A-422A-B238-36ADBE6D3547}" destId="{F5BCF382-2284-4C59-A739-0BAD86C8D581}" srcOrd="5" destOrd="0" presId="urn:microsoft.com/office/officeart/2005/8/layout/list1"/>
    <dgm:cxn modelId="{46629807-7B90-4D20-81D9-9D65867DE122}" type="presParOf" srcId="{BE54A717-339A-422A-B238-36ADBE6D3547}" destId="{0B7F33F5-25A5-4E4E-8540-6009D3BE41B8}" srcOrd="6" destOrd="0" presId="urn:microsoft.com/office/officeart/2005/8/layout/list1"/>
    <dgm:cxn modelId="{61048ED2-4242-47D6-B2C3-7E03F2BE765A}" type="presParOf" srcId="{BE54A717-339A-422A-B238-36ADBE6D3547}" destId="{DA5D5BCF-755A-43C6-BE1E-0AB971200AB1}" srcOrd="7" destOrd="0" presId="urn:microsoft.com/office/officeart/2005/8/layout/list1"/>
    <dgm:cxn modelId="{350777A9-37CF-475B-9BAA-773BE7D9C752}" type="presParOf" srcId="{BE54A717-339A-422A-B238-36ADBE6D3547}" destId="{C91EEF80-6A40-4EC4-9826-1271F96812D4}" srcOrd="8" destOrd="0" presId="urn:microsoft.com/office/officeart/2005/8/layout/list1"/>
    <dgm:cxn modelId="{B96C227C-1EA1-4D99-986E-2A7486A791F2}" type="presParOf" srcId="{C91EEF80-6A40-4EC4-9826-1271F96812D4}" destId="{AEB7372D-84D9-457F-AE49-38EF6E99741D}" srcOrd="0" destOrd="0" presId="urn:microsoft.com/office/officeart/2005/8/layout/list1"/>
    <dgm:cxn modelId="{CC60B709-41F5-4270-AD80-FB78EE8546B7}" type="presParOf" srcId="{C91EEF80-6A40-4EC4-9826-1271F96812D4}" destId="{042F9294-A1D2-4FF4-BF15-50F124AEED3A}" srcOrd="1" destOrd="0" presId="urn:microsoft.com/office/officeart/2005/8/layout/list1"/>
    <dgm:cxn modelId="{F56A364B-7586-4AAB-A0B7-50C260CAE0B9}" type="presParOf" srcId="{BE54A717-339A-422A-B238-36ADBE6D3547}" destId="{F7CA4C8F-6501-4AA6-A90F-33E948D73A17}" srcOrd="9" destOrd="0" presId="urn:microsoft.com/office/officeart/2005/8/layout/list1"/>
    <dgm:cxn modelId="{C36EF644-F0A6-42E1-A377-7C02954C242E}" type="presParOf" srcId="{BE54A717-339A-422A-B238-36ADBE6D3547}" destId="{AB612970-60C4-41D9-864B-A9835394EBCF}" srcOrd="10" destOrd="0" presId="urn:microsoft.com/office/officeart/2005/8/layout/list1"/>
    <dgm:cxn modelId="{FC0FF778-F3D0-4394-8CB7-3679F420D596}" type="presParOf" srcId="{BE54A717-339A-422A-B238-36ADBE6D3547}" destId="{31671214-F298-4D1C-AE8C-BA2CFDB7C00F}" srcOrd="11" destOrd="0" presId="urn:microsoft.com/office/officeart/2005/8/layout/list1"/>
    <dgm:cxn modelId="{7B0E872C-4E65-4A7C-9D26-ACA74A31B23A}" type="presParOf" srcId="{BE54A717-339A-422A-B238-36ADBE6D3547}" destId="{311F203C-B930-4C1F-9E72-8957B805FF3F}" srcOrd="12" destOrd="0" presId="urn:microsoft.com/office/officeart/2005/8/layout/list1"/>
    <dgm:cxn modelId="{D6EE39A5-4ED6-470A-9E7B-ED435C8109A6}" type="presParOf" srcId="{311F203C-B930-4C1F-9E72-8957B805FF3F}" destId="{0DE29124-43AD-4492-81FD-C6BB405CB717}" srcOrd="0" destOrd="0" presId="urn:microsoft.com/office/officeart/2005/8/layout/list1"/>
    <dgm:cxn modelId="{C765BE53-56E5-403C-A1FE-9FADEF566093}" type="presParOf" srcId="{311F203C-B930-4C1F-9E72-8957B805FF3F}" destId="{FF92B8FC-2CC3-4C3D-B7A7-F4522B0997CE}" srcOrd="1" destOrd="0" presId="urn:microsoft.com/office/officeart/2005/8/layout/list1"/>
    <dgm:cxn modelId="{BB907427-E12E-4600-AFC7-32A3142D4D96}" type="presParOf" srcId="{BE54A717-339A-422A-B238-36ADBE6D3547}" destId="{E7DC42BB-DFDA-4A9E-9B49-8A3E5DD502E4}" srcOrd="13" destOrd="0" presId="urn:microsoft.com/office/officeart/2005/8/layout/list1"/>
    <dgm:cxn modelId="{8EE2D463-030A-44EC-8768-4A0453EBCFFE}" type="presParOf" srcId="{BE54A717-339A-422A-B238-36ADBE6D3547}" destId="{58AC0F7E-36B6-4505-B527-14E9E3F6CE19}"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2253AD-6144-4B1D-90D9-093C319404F7}">
      <dsp:nvSpPr>
        <dsp:cNvPr id="0" name=""/>
        <dsp:cNvSpPr/>
      </dsp:nvSpPr>
      <dsp:spPr>
        <a:xfrm>
          <a:off x="0" y="358716"/>
          <a:ext cx="9897603" cy="756000"/>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68164" tIns="499872" rIns="768164" bIns="78232" numCol="1" spcCol="1270" anchor="t" anchorCtr="0">
          <a:noAutofit/>
        </a:bodyPr>
        <a:lstStyle/>
        <a:p>
          <a:pPr marL="57150" lvl="1" indent="-57150" algn="l" defTabSz="488950" rtl="0">
            <a:lnSpc>
              <a:spcPct val="90000"/>
            </a:lnSpc>
            <a:spcBef>
              <a:spcPct val="0"/>
            </a:spcBef>
            <a:spcAft>
              <a:spcPct val="15000"/>
            </a:spcAft>
            <a:buChar char="•"/>
          </a:pPr>
          <a:r>
            <a:rPr lang="en-US" sz="1100" b="0" kern="1200">
              <a:solidFill>
                <a:srgbClr val="444444"/>
              </a:solidFill>
              <a:latin typeface="Segoe UI"/>
              <a:ea typeface="Calibri"/>
              <a:cs typeface="Segoe UI"/>
            </a:rPr>
            <a:t>Payment received </a:t>
          </a:r>
        </a:p>
      </dsp:txBody>
      <dsp:txXfrm>
        <a:off x="0" y="358716"/>
        <a:ext cx="9897603" cy="756000"/>
      </dsp:txXfrm>
    </dsp:sp>
    <dsp:sp modelId="{59F43554-1698-482E-A191-4D311DB842BF}">
      <dsp:nvSpPr>
        <dsp:cNvPr id="0" name=""/>
        <dsp:cNvSpPr/>
      </dsp:nvSpPr>
      <dsp:spPr>
        <a:xfrm>
          <a:off x="494880" y="4476"/>
          <a:ext cx="6928322" cy="70848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61874" tIns="0" rIns="261874" bIns="0" numCol="1" spcCol="1270" anchor="ctr" anchorCtr="0">
          <a:noAutofit/>
        </a:bodyPr>
        <a:lstStyle/>
        <a:p>
          <a:pPr marL="0" lvl="0" indent="0" algn="l" defTabSz="666750" rtl="0">
            <a:lnSpc>
              <a:spcPct val="90000"/>
            </a:lnSpc>
            <a:spcBef>
              <a:spcPct val="0"/>
            </a:spcBef>
            <a:spcAft>
              <a:spcPct val="35000"/>
            </a:spcAft>
            <a:buNone/>
          </a:pPr>
          <a:r>
            <a:rPr lang="en-US" sz="1500" b="0" kern="1200">
              <a:solidFill>
                <a:srgbClr val="444444"/>
              </a:solidFill>
              <a:latin typeface="Segoe UI"/>
              <a:ea typeface="Calibri"/>
              <a:cs typeface="Segoe UI"/>
            </a:rPr>
            <a:t> Hallmark - $465K</a:t>
          </a:r>
        </a:p>
      </dsp:txBody>
      <dsp:txXfrm>
        <a:off x="529465" y="39061"/>
        <a:ext cx="6859152" cy="639310"/>
      </dsp:txXfrm>
    </dsp:sp>
    <dsp:sp modelId="{0B7F33F5-25A5-4E4E-8540-6009D3BE41B8}">
      <dsp:nvSpPr>
        <dsp:cNvPr id="0" name=""/>
        <dsp:cNvSpPr/>
      </dsp:nvSpPr>
      <dsp:spPr>
        <a:xfrm>
          <a:off x="0" y="1598556"/>
          <a:ext cx="9897603" cy="699300"/>
        </a:xfrm>
        <a:prstGeom prst="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68164" tIns="499872" rIns="768164" bIns="49784" numCol="1" spcCol="1270" anchor="t" anchorCtr="0">
          <a:noAutofit/>
        </a:bodyPr>
        <a:lstStyle/>
        <a:p>
          <a:pPr marL="57150" lvl="1" indent="-57150" algn="l" defTabSz="311150" rtl="0">
            <a:lnSpc>
              <a:spcPct val="90000"/>
            </a:lnSpc>
            <a:spcBef>
              <a:spcPct val="0"/>
            </a:spcBef>
            <a:spcAft>
              <a:spcPct val="15000"/>
            </a:spcAft>
            <a:buChar char="•"/>
          </a:pPr>
          <a:r>
            <a:rPr lang="en-US" sz="700" b="0" kern="1200">
              <a:solidFill>
                <a:srgbClr val="000000"/>
              </a:solidFill>
              <a:latin typeface="Calibri"/>
              <a:ea typeface="Calibri"/>
              <a:cs typeface="Calibri"/>
            </a:rPr>
            <a:t> </a:t>
          </a:r>
          <a:r>
            <a:rPr lang="en-US" sz="1000" b="0" kern="1200">
              <a:solidFill>
                <a:srgbClr val="000000"/>
              </a:solidFill>
              <a:latin typeface="Calibri"/>
              <a:ea typeface="Calibri"/>
              <a:cs typeface="Calibri"/>
            </a:rPr>
            <a:t>Consolidated invoice sent a month late – payment promised for 6/1.</a:t>
          </a:r>
        </a:p>
      </dsp:txBody>
      <dsp:txXfrm>
        <a:off x="0" y="1598556"/>
        <a:ext cx="9897603" cy="699300"/>
      </dsp:txXfrm>
    </dsp:sp>
    <dsp:sp modelId="{A9189277-4BB0-4C94-8564-268F9D084E4B}">
      <dsp:nvSpPr>
        <dsp:cNvPr id="0" name=""/>
        <dsp:cNvSpPr/>
      </dsp:nvSpPr>
      <dsp:spPr>
        <a:xfrm>
          <a:off x="494880" y="1244316"/>
          <a:ext cx="6928322" cy="70848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61874" tIns="0" rIns="261874" bIns="0" numCol="1" spcCol="1270" anchor="ctr" anchorCtr="0">
          <a:noAutofit/>
        </a:bodyPr>
        <a:lstStyle/>
        <a:p>
          <a:pPr marL="0" lvl="0" indent="0" algn="l" defTabSz="488950" rtl="0">
            <a:lnSpc>
              <a:spcPct val="90000"/>
            </a:lnSpc>
            <a:spcBef>
              <a:spcPct val="0"/>
            </a:spcBef>
            <a:spcAft>
              <a:spcPct val="35000"/>
            </a:spcAft>
            <a:buNone/>
          </a:pPr>
          <a:r>
            <a:rPr lang="en-US" sz="1100" b="0" kern="1200">
              <a:solidFill>
                <a:srgbClr val="444444"/>
              </a:solidFill>
              <a:latin typeface="Calibri"/>
              <a:ea typeface="Calibri"/>
              <a:cs typeface="Calibri"/>
            </a:rPr>
            <a:t>Anheuser-Busch - $</a:t>
          </a:r>
          <a:r>
            <a:rPr lang="en-US" sz="1100" b="0" kern="1200">
              <a:solidFill>
                <a:srgbClr val="000000"/>
              </a:solidFill>
              <a:latin typeface="Calibri"/>
              <a:ea typeface="Calibri"/>
              <a:cs typeface="Calibri"/>
            </a:rPr>
            <a:t>157k</a:t>
          </a:r>
        </a:p>
      </dsp:txBody>
      <dsp:txXfrm>
        <a:off x="529465" y="1278901"/>
        <a:ext cx="6859152" cy="639310"/>
      </dsp:txXfrm>
    </dsp:sp>
    <dsp:sp modelId="{AB612970-60C4-41D9-864B-A9835394EBCF}">
      <dsp:nvSpPr>
        <dsp:cNvPr id="0" name=""/>
        <dsp:cNvSpPr/>
      </dsp:nvSpPr>
      <dsp:spPr>
        <a:xfrm>
          <a:off x="0" y="2781697"/>
          <a:ext cx="9897603" cy="850500"/>
        </a:xfrm>
        <a:prstGeom prst="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68164" tIns="499872" rIns="768164" bIns="71120" numCol="1" spcCol="1270" anchor="t" anchorCtr="0">
          <a:noAutofit/>
        </a:bodyPr>
        <a:lstStyle/>
        <a:p>
          <a:pPr marL="57150" lvl="1" indent="-57150" algn="l" defTabSz="444500" rtl="0">
            <a:lnSpc>
              <a:spcPct val="90000"/>
            </a:lnSpc>
            <a:spcBef>
              <a:spcPct val="0"/>
            </a:spcBef>
            <a:spcAft>
              <a:spcPct val="15000"/>
            </a:spcAft>
            <a:buChar char="•"/>
          </a:pPr>
          <a:r>
            <a:rPr lang="en-US" sz="1000" b="0" kern="1200">
              <a:latin typeface="Calibri"/>
              <a:ea typeface="Calibri"/>
              <a:cs typeface="Calibri"/>
            </a:rPr>
            <a:t>The customer has indicated they are actively working internally to issue the required PO. Accounts Receivable continues to follow up to confirm the expected payment timeline. On 5/21, AR reached out to Robert Brod to request an update, as the customer advised they are coordinating with him to finalize the PO.</a:t>
          </a:r>
        </a:p>
      </dsp:txBody>
      <dsp:txXfrm>
        <a:off x="0" y="2781697"/>
        <a:ext cx="9897603" cy="850500"/>
      </dsp:txXfrm>
    </dsp:sp>
    <dsp:sp modelId="{042F9294-A1D2-4FF4-BF15-50F124AEED3A}">
      <dsp:nvSpPr>
        <dsp:cNvPr id="0" name=""/>
        <dsp:cNvSpPr/>
      </dsp:nvSpPr>
      <dsp:spPr>
        <a:xfrm>
          <a:off x="494880" y="2427457"/>
          <a:ext cx="6928322" cy="708480"/>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61874" tIns="0" rIns="261874" bIns="0" numCol="1" spcCol="1270" anchor="ctr" anchorCtr="0">
          <a:noAutofit/>
        </a:bodyPr>
        <a:lstStyle/>
        <a:p>
          <a:pPr marL="0" lvl="0" indent="0" algn="l" defTabSz="1066800" rtl="0">
            <a:lnSpc>
              <a:spcPct val="90000"/>
            </a:lnSpc>
            <a:spcBef>
              <a:spcPct val="0"/>
            </a:spcBef>
            <a:spcAft>
              <a:spcPct val="35000"/>
            </a:spcAft>
            <a:buNone/>
          </a:pPr>
          <a:r>
            <a:rPr lang="en-US" sz="2400" b="0" kern="1200">
              <a:solidFill>
                <a:schemeClr val="bg1"/>
              </a:solidFill>
              <a:latin typeface="Calibri"/>
              <a:ea typeface="Calibri"/>
              <a:cs typeface="Calibri"/>
            </a:rPr>
            <a:t>Owens Corning - $91K</a:t>
          </a:r>
        </a:p>
      </dsp:txBody>
      <dsp:txXfrm>
        <a:off x="529465" y="2462042"/>
        <a:ext cx="6859152" cy="639310"/>
      </dsp:txXfrm>
    </dsp:sp>
    <dsp:sp modelId="{58AC0F7E-36B6-4505-B527-14E9E3F6CE19}">
      <dsp:nvSpPr>
        <dsp:cNvPr id="0" name=""/>
        <dsp:cNvSpPr/>
      </dsp:nvSpPr>
      <dsp:spPr>
        <a:xfrm>
          <a:off x="0" y="4116037"/>
          <a:ext cx="9897603" cy="1001700"/>
        </a:xfrm>
        <a:prstGeom prst="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68164" tIns="499872" rIns="768164" bIns="71120" numCol="1" spcCol="1270" anchor="t" anchorCtr="0">
          <a:noAutofit/>
        </a:bodyPr>
        <a:lstStyle/>
        <a:p>
          <a:pPr marL="57150" lvl="1" indent="-57150" algn="l" defTabSz="444500" rtl="0">
            <a:lnSpc>
              <a:spcPct val="90000"/>
            </a:lnSpc>
            <a:spcBef>
              <a:spcPct val="0"/>
            </a:spcBef>
            <a:spcAft>
              <a:spcPct val="15000"/>
            </a:spcAft>
            <a:buChar char="•"/>
          </a:pPr>
          <a:r>
            <a:rPr lang="en-US" sz="1000" b="0" kern="1200">
              <a:latin typeface="Calibri"/>
              <a:ea typeface="Calibri"/>
              <a:cs typeface="Calibri"/>
            </a:rPr>
            <a:t>The customer is disputing the invoice due to ongoing software issues and is considering filing a warranty claim. AM closely engaged with the customer and advised on 5/12 that efforts are underway to identify a resolution to the product concerns. Accounts Receivable followed up on 5/20 requesting an update on the status of the dispute and clarity on next steps required to resolve the outstanding balance.</a:t>
          </a:r>
        </a:p>
      </dsp:txBody>
      <dsp:txXfrm>
        <a:off x="0" y="4116037"/>
        <a:ext cx="9897603" cy="1001700"/>
      </dsp:txXfrm>
    </dsp:sp>
    <dsp:sp modelId="{FF92B8FC-2CC3-4C3D-B7A7-F4522B0997CE}">
      <dsp:nvSpPr>
        <dsp:cNvPr id="0" name=""/>
        <dsp:cNvSpPr/>
      </dsp:nvSpPr>
      <dsp:spPr>
        <a:xfrm>
          <a:off x="494880" y="3761797"/>
          <a:ext cx="6928322" cy="70848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61874" tIns="0" rIns="261874" bIns="0" numCol="1" spcCol="1270" anchor="ctr" anchorCtr="0">
          <a:noAutofit/>
        </a:bodyPr>
        <a:lstStyle/>
        <a:p>
          <a:pPr marL="0" lvl="0" indent="0" algn="l" defTabSz="1066800" rtl="0">
            <a:lnSpc>
              <a:spcPct val="90000"/>
            </a:lnSpc>
            <a:spcBef>
              <a:spcPct val="0"/>
            </a:spcBef>
            <a:spcAft>
              <a:spcPct val="35000"/>
            </a:spcAft>
            <a:buNone/>
          </a:pPr>
          <a:r>
            <a:rPr lang="en-US" sz="2400" b="0" kern="1200">
              <a:latin typeface="Segoe UI"/>
              <a:ea typeface="Calibri"/>
              <a:cs typeface="Segoe UI"/>
            </a:rPr>
            <a:t>Amsted Industries - $85K</a:t>
          </a:r>
        </a:p>
      </dsp:txBody>
      <dsp:txXfrm>
        <a:off x="529465" y="3796382"/>
        <a:ext cx="6859152" cy="63931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55849F9-1B30-B580-7BAD-FA33FB4FD2D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37017A2-8F28-1E6D-951F-63CFE84578A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05187AC-58F6-2B4F-86E7-76FA58E5484D}" type="datetimeFigureOut">
              <a:rPr lang="en-US" smtClean="0"/>
              <a:t>6/3/2026</a:t>
            </a:fld>
            <a:endParaRPr lang="en-US"/>
          </a:p>
        </p:txBody>
      </p:sp>
      <p:sp>
        <p:nvSpPr>
          <p:cNvPr id="4" name="Footer Placeholder 3">
            <a:extLst>
              <a:ext uri="{FF2B5EF4-FFF2-40B4-BE49-F238E27FC236}">
                <a16:creationId xmlns:a16="http://schemas.microsoft.com/office/drawing/2014/main" id="{6CD9A9A6-DBA0-CF85-CCF5-FD02169EE68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67EC20E-C177-9F32-9D1F-3240EB34245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0D4E6BD-7561-E448-945F-77EC6C436B7D}" type="slidenum">
              <a:rPr lang="en-US" smtClean="0"/>
              <a:t>‹#›</a:t>
            </a:fld>
            <a:endParaRPr lang="en-US"/>
          </a:p>
        </p:txBody>
      </p:sp>
    </p:spTree>
    <p:extLst>
      <p:ext uri="{BB962C8B-B14F-4D97-AF65-F5344CB8AC3E}">
        <p14:creationId xmlns:p14="http://schemas.microsoft.com/office/powerpoint/2010/main" val="2710474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BE684D-B247-5944-BDFC-8FCBDD6DC20F}" type="datetimeFigureOut">
              <a:rPr lang="en-GB" smtClean="0"/>
              <a:t>03/06/2026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E05748-35EF-294C-9223-07D35AABE681}" type="slidenum">
              <a:rPr lang="en-GB" smtClean="0"/>
              <a:t>‹#›</a:t>
            </a:fld>
            <a:endParaRPr lang="en-GB"/>
          </a:p>
        </p:txBody>
      </p:sp>
    </p:spTree>
    <p:extLst>
      <p:ext uri="{BB962C8B-B14F-4D97-AF65-F5344CB8AC3E}">
        <p14:creationId xmlns:p14="http://schemas.microsoft.com/office/powerpoint/2010/main" val="2439077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FE05748-35EF-294C-9223-07D35AABE681}" type="slidenum">
              <a:rPr lang="en-GB" smtClean="0"/>
              <a:t>1</a:t>
            </a:fld>
            <a:endParaRPr lang="en-GB"/>
          </a:p>
        </p:txBody>
      </p:sp>
    </p:spTree>
    <p:extLst>
      <p:ext uri="{BB962C8B-B14F-4D97-AF65-F5344CB8AC3E}">
        <p14:creationId xmlns:p14="http://schemas.microsoft.com/office/powerpoint/2010/main" val="15653321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FE05748-35EF-294C-9223-07D35AABE681}" type="slidenum">
              <a:rPr lang="en-GB" smtClean="0"/>
              <a:t>4</a:t>
            </a:fld>
            <a:endParaRPr lang="en-GB"/>
          </a:p>
        </p:txBody>
      </p:sp>
    </p:spTree>
    <p:extLst>
      <p:ext uri="{BB962C8B-B14F-4D97-AF65-F5344CB8AC3E}">
        <p14:creationId xmlns:p14="http://schemas.microsoft.com/office/powerpoint/2010/main" val="23004521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EECA7-C477-F8D2-D7F7-1F6A919A8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BD46E8-7E92-9443-B4EE-CC36617FA1D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CBEE79A-A394-3DAA-9181-6495A2A13827}"/>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3516503D-AAEC-2DDE-057A-E0E53B699BE5}"/>
              </a:ext>
            </a:extLst>
          </p:cNvPr>
          <p:cNvSpPr>
            <a:spLocks noGrp="1"/>
          </p:cNvSpPr>
          <p:nvPr>
            <p:ph type="sldNum" sz="quarter" idx="5"/>
          </p:nvPr>
        </p:nvSpPr>
        <p:spPr/>
        <p:txBody>
          <a:bodyPr/>
          <a:lstStyle/>
          <a:p>
            <a:fld id="{0FE05748-35EF-294C-9223-07D35AABE681}" type="slidenum">
              <a:rPr lang="en-GB" smtClean="0"/>
              <a:t>6</a:t>
            </a:fld>
            <a:endParaRPr lang="en-GB"/>
          </a:p>
        </p:txBody>
      </p:sp>
    </p:spTree>
    <p:extLst>
      <p:ext uri="{BB962C8B-B14F-4D97-AF65-F5344CB8AC3E}">
        <p14:creationId xmlns:p14="http://schemas.microsoft.com/office/powerpoint/2010/main" val="6223685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1398E-3DF7-0094-6D48-EB21E92C4D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303DEC-E61A-29FB-4AE7-1FE18C2DB9C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712C7F2-A0F8-0F88-98A4-0DFA8C6A09A3}"/>
              </a:ext>
            </a:extLst>
          </p:cNvPr>
          <p:cNvSpPr>
            <a:spLocks noGrp="1"/>
          </p:cNvSpPr>
          <p:nvPr>
            <p:ph type="body" idx="1"/>
          </p:nvPr>
        </p:nvSpPr>
        <p:spPr/>
        <p:txBody>
          <a:bodyPr/>
          <a:lstStyle/>
          <a:p>
            <a:pPr marL="0" marR="0">
              <a:lnSpc>
                <a:spcPct val="107000"/>
              </a:lnSpc>
              <a:spcBef>
                <a:spcPts val="0"/>
              </a:spcBef>
              <a:spcAft>
                <a:spcPts val="800"/>
              </a:spcAft>
            </a:pPr>
            <a:endParaRPr lang="en-US" sz="18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C21518F-8C54-26C3-D622-B93E5A232A9D}"/>
              </a:ext>
            </a:extLst>
          </p:cNvPr>
          <p:cNvSpPr>
            <a:spLocks noGrp="1"/>
          </p:cNvSpPr>
          <p:nvPr>
            <p:ph type="sldNum" sz="quarter" idx="5"/>
          </p:nvPr>
        </p:nvSpPr>
        <p:spPr/>
        <p:txBody>
          <a:bodyPr/>
          <a:lstStyle/>
          <a:p>
            <a:fld id="{0FE05748-35EF-294C-9223-07D35AABE681}" type="slidenum">
              <a:rPr lang="en-GB" smtClean="0"/>
              <a:t>8</a:t>
            </a:fld>
            <a:endParaRPr lang="en-GB"/>
          </a:p>
        </p:txBody>
      </p:sp>
    </p:spTree>
    <p:extLst>
      <p:ext uri="{BB962C8B-B14F-4D97-AF65-F5344CB8AC3E}">
        <p14:creationId xmlns:p14="http://schemas.microsoft.com/office/powerpoint/2010/main" val="40259438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BC7BA-CA18-3808-AD01-C4F606F349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1DBCB5-8813-7767-5E62-28B6BFE77C3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DB6FA9C-D572-4F01-B9B1-F68E1E8BF76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6C00BBA-5461-B8FD-43D0-915F6C6973A1}"/>
              </a:ext>
            </a:extLst>
          </p:cNvPr>
          <p:cNvSpPr>
            <a:spLocks noGrp="1"/>
          </p:cNvSpPr>
          <p:nvPr>
            <p:ph type="sldNum" sz="quarter" idx="5"/>
          </p:nvPr>
        </p:nvSpPr>
        <p:spPr/>
        <p:txBody>
          <a:bodyPr/>
          <a:lstStyle/>
          <a:p>
            <a:fld id="{0FE05748-35EF-294C-9223-07D35AABE681}" type="slidenum">
              <a:rPr lang="en-GB" smtClean="0"/>
              <a:t>9</a:t>
            </a:fld>
            <a:endParaRPr lang="en-GB"/>
          </a:p>
        </p:txBody>
      </p:sp>
    </p:spTree>
    <p:extLst>
      <p:ext uri="{BB962C8B-B14F-4D97-AF65-F5344CB8AC3E}">
        <p14:creationId xmlns:p14="http://schemas.microsoft.com/office/powerpoint/2010/main" val="6607172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9D061-81DA-77F9-2C54-3C8DEA0C6D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40896E-5A19-66B5-A1D3-7904299F854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B4D6109-079F-9F4B-6A92-64515F900BB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E1BC214-FC29-2772-CE22-904E761051D1}"/>
              </a:ext>
            </a:extLst>
          </p:cNvPr>
          <p:cNvSpPr>
            <a:spLocks noGrp="1"/>
          </p:cNvSpPr>
          <p:nvPr>
            <p:ph type="sldNum" sz="quarter" idx="5"/>
          </p:nvPr>
        </p:nvSpPr>
        <p:spPr/>
        <p:txBody>
          <a:bodyPr/>
          <a:lstStyle/>
          <a:p>
            <a:fld id="{0FE05748-35EF-294C-9223-07D35AABE681}" type="slidenum">
              <a:rPr lang="en-GB" smtClean="0"/>
              <a:t>10</a:t>
            </a:fld>
            <a:endParaRPr lang="en-GB"/>
          </a:p>
        </p:txBody>
      </p:sp>
    </p:spTree>
    <p:extLst>
      <p:ext uri="{BB962C8B-B14F-4D97-AF65-F5344CB8AC3E}">
        <p14:creationId xmlns:p14="http://schemas.microsoft.com/office/powerpoint/2010/main" val="9209343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 Id="rId3" Type="http://schemas.openxmlformats.org/officeDocument/2006/relationships/image" Target="../media/image5.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 Id="rId3" Type="http://schemas.openxmlformats.org/officeDocument/2006/relationships/image" Target="../media/image7.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 Id="rId3" Type="http://schemas.openxmlformats.org/officeDocument/2006/relationships/image" Target="../media/image8.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9.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svg"/><Relationship Id="rId3" Type="http://schemas.openxmlformats.org/officeDocument/2006/relationships/image" Target="../media/image5.sv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sv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sv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sv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svg"/><Relationship Id="rId3" Type="http://schemas.openxmlformats.org/officeDocument/2006/relationships/image" Target="../media/image5.sv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sv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sv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sv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sv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svg"/><Relationship Id="rId3" Type="http://schemas.openxmlformats.org/officeDocument/2006/relationships/image" Target="../media/image7.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svg"/><Relationship Id="rId3" Type="http://schemas.openxmlformats.org/officeDocument/2006/relationships/image" Target="../media/image8.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9.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svg"/><Relationship Id="rId3"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Left Image_Orange_3 Column_2 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17C0726-6DEC-4843-B326-3719B61FD1A7}"/>
              </a:ext>
            </a:extLst>
          </p:cNvPr>
          <p:cNvSpPr/>
          <p:nvPr userDrawn="1"/>
        </p:nvSpPr>
        <p:spPr>
          <a:xfrm>
            <a:off x="0" y="0"/>
            <a:ext cx="3079115"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Title 36">
            <a:extLst>
              <a:ext uri="{FF2B5EF4-FFF2-40B4-BE49-F238E27FC236}">
                <a16:creationId xmlns:a16="http://schemas.microsoft.com/office/drawing/2014/main" id="{2B815858-6749-124E-8F97-9A207DE23607}"/>
              </a:ext>
            </a:extLst>
          </p:cNvPr>
          <p:cNvSpPr>
            <a:spLocks noGrp="1"/>
          </p:cNvSpPr>
          <p:nvPr>
            <p:ph type="title"/>
          </p:nvPr>
        </p:nvSpPr>
        <p:spPr>
          <a:xfrm>
            <a:off x="4305300" y="447392"/>
            <a:ext cx="6468699" cy="695608"/>
          </a:xfrm>
        </p:spPr>
        <p:txBody>
          <a:bodyPr/>
          <a:lstStyle/>
          <a:p>
            <a:r>
              <a:rPr lang="en-US"/>
              <a:t>Click to edit Master title style</a:t>
            </a:r>
            <a:endParaRPr lang="en-GB"/>
          </a:p>
        </p:txBody>
      </p:sp>
      <p:sp>
        <p:nvSpPr>
          <p:cNvPr id="48" name="Text Placeholder 47">
            <a:extLst>
              <a:ext uri="{FF2B5EF4-FFF2-40B4-BE49-F238E27FC236}">
                <a16:creationId xmlns:a16="http://schemas.microsoft.com/office/drawing/2014/main" id="{FFCCB661-53E0-5448-AF21-F8198A7FB0F6}"/>
              </a:ext>
            </a:extLst>
          </p:cNvPr>
          <p:cNvSpPr>
            <a:spLocks noGrp="1"/>
          </p:cNvSpPr>
          <p:nvPr>
            <p:ph type="body" sz="quarter" idx="22" hasCustomPrompt="1"/>
          </p:nvPr>
        </p:nvSpPr>
        <p:spPr>
          <a:xfrm>
            <a:off x="4305300" y="3606456"/>
            <a:ext cx="1654175" cy="2093913"/>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1" name="Text Placeholder 47">
            <a:extLst>
              <a:ext uri="{FF2B5EF4-FFF2-40B4-BE49-F238E27FC236}">
                <a16:creationId xmlns:a16="http://schemas.microsoft.com/office/drawing/2014/main" id="{3EFF5B94-4910-6F41-B041-EEF3B7D1AB09}"/>
              </a:ext>
            </a:extLst>
          </p:cNvPr>
          <p:cNvSpPr>
            <a:spLocks noGrp="1"/>
          </p:cNvSpPr>
          <p:nvPr>
            <p:ph type="body" sz="quarter" idx="23" hasCustomPrompt="1"/>
          </p:nvPr>
        </p:nvSpPr>
        <p:spPr>
          <a:xfrm>
            <a:off x="7216666" y="3606456"/>
            <a:ext cx="1654175" cy="2093913"/>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2" name="Text Placeholder 47">
            <a:extLst>
              <a:ext uri="{FF2B5EF4-FFF2-40B4-BE49-F238E27FC236}">
                <a16:creationId xmlns:a16="http://schemas.microsoft.com/office/drawing/2014/main" id="{C8629CD3-0722-5B4C-876F-885C68B57077}"/>
              </a:ext>
            </a:extLst>
          </p:cNvPr>
          <p:cNvSpPr>
            <a:spLocks noGrp="1"/>
          </p:cNvSpPr>
          <p:nvPr>
            <p:ph type="body" sz="quarter" idx="24" hasCustomPrompt="1"/>
          </p:nvPr>
        </p:nvSpPr>
        <p:spPr>
          <a:xfrm>
            <a:off x="10097026" y="3606456"/>
            <a:ext cx="1654175" cy="2093913"/>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7" name="Text Placeholder 47">
            <a:extLst>
              <a:ext uri="{FF2B5EF4-FFF2-40B4-BE49-F238E27FC236}">
                <a16:creationId xmlns:a16="http://schemas.microsoft.com/office/drawing/2014/main" id="{19400723-BC54-8349-8A95-23946DB2C51A}"/>
              </a:ext>
            </a:extLst>
          </p:cNvPr>
          <p:cNvSpPr>
            <a:spLocks noGrp="1"/>
          </p:cNvSpPr>
          <p:nvPr>
            <p:ph type="body" sz="quarter" idx="25" hasCustomPrompt="1"/>
          </p:nvPr>
        </p:nvSpPr>
        <p:spPr>
          <a:xfrm>
            <a:off x="4305300" y="3251544"/>
            <a:ext cx="1654175" cy="251560"/>
          </a:xfrm>
        </p:spPr>
        <p:txBody>
          <a:bodyPr/>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58" name="Text Placeholder 47">
            <a:extLst>
              <a:ext uri="{FF2B5EF4-FFF2-40B4-BE49-F238E27FC236}">
                <a16:creationId xmlns:a16="http://schemas.microsoft.com/office/drawing/2014/main" id="{160331BC-2FA0-A84D-9B22-05C462BF8E80}"/>
              </a:ext>
            </a:extLst>
          </p:cNvPr>
          <p:cNvSpPr>
            <a:spLocks noGrp="1"/>
          </p:cNvSpPr>
          <p:nvPr>
            <p:ph type="body" sz="quarter" idx="26" hasCustomPrompt="1"/>
          </p:nvPr>
        </p:nvSpPr>
        <p:spPr>
          <a:xfrm>
            <a:off x="7216666" y="3251545"/>
            <a:ext cx="1654175" cy="348906"/>
          </a:xfrm>
        </p:spPr>
        <p:txBody>
          <a:bodyPr/>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59" name="Text Placeholder 47">
            <a:extLst>
              <a:ext uri="{FF2B5EF4-FFF2-40B4-BE49-F238E27FC236}">
                <a16:creationId xmlns:a16="http://schemas.microsoft.com/office/drawing/2014/main" id="{A5BF66A1-22BE-EC48-A8C3-BB0C75D9CD15}"/>
              </a:ext>
            </a:extLst>
          </p:cNvPr>
          <p:cNvSpPr>
            <a:spLocks noGrp="1"/>
          </p:cNvSpPr>
          <p:nvPr>
            <p:ph type="body" sz="quarter" idx="27" hasCustomPrompt="1"/>
          </p:nvPr>
        </p:nvSpPr>
        <p:spPr>
          <a:xfrm>
            <a:off x="10097026" y="3251545"/>
            <a:ext cx="1654175" cy="348906"/>
          </a:xfrm>
        </p:spPr>
        <p:txBody>
          <a:bodyPr/>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28" name="TextBox 27">
            <a:extLst>
              <a:ext uri="{FF2B5EF4-FFF2-40B4-BE49-F238E27FC236}">
                <a16:creationId xmlns:a16="http://schemas.microsoft.com/office/drawing/2014/main" id="{1CCEC628-F7E2-CAC2-AC29-F1F7AE97CC17}"/>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accent1"/>
                </a:solidFill>
                <a:latin typeface="+mj-lt"/>
              </a:rPr>
              <a:t>Confidential</a:t>
            </a:r>
          </a:p>
        </p:txBody>
      </p:sp>
      <p:cxnSp>
        <p:nvCxnSpPr>
          <p:cNvPr id="31" name="Straight Connector 30">
            <a:extLst>
              <a:ext uri="{FF2B5EF4-FFF2-40B4-BE49-F238E27FC236}">
                <a16:creationId xmlns:a16="http://schemas.microsoft.com/office/drawing/2014/main" id="{AAED6A2F-36B5-EF5B-F313-3065989C6904}"/>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2" name="Rounded Rectangle 31">
            <a:extLst>
              <a:ext uri="{FF2B5EF4-FFF2-40B4-BE49-F238E27FC236}">
                <a16:creationId xmlns:a16="http://schemas.microsoft.com/office/drawing/2014/main" id="{071A19EC-E4D0-4941-EB4C-1B09249B06F7}"/>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Slide Number Placeholder 5">
            <a:extLst>
              <a:ext uri="{FF2B5EF4-FFF2-40B4-BE49-F238E27FC236}">
                <a16:creationId xmlns:a16="http://schemas.microsoft.com/office/drawing/2014/main" id="{37B5B028-FAA5-E942-B2B9-964541023C79}"/>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392522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ullets_Blue Panel with Icons">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68798C3-AB86-E64F-84CC-2A7184E366CF}"/>
              </a:ext>
            </a:extLst>
          </p:cNvPr>
          <p:cNvSpPr/>
          <p:nvPr userDrawn="1"/>
        </p:nvSpPr>
        <p:spPr>
          <a:xfrm>
            <a:off x="8153990" y="0"/>
            <a:ext cx="4035425" cy="6858000"/>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Text Placeholder 13">
            <a:extLst>
              <a:ext uri="{FF2B5EF4-FFF2-40B4-BE49-F238E27FC236}">
                <a16:creationId xmlns:a16="http://schemas.microsoft.com/office/drawing/2014/main" id="{B581D4F2-85AA-F228-D208-51C310C2A8B9}"/>
              </a:ext>
            </a:extLst>
          </p:cNvPr>
          <p:cNvSpPr>
            <a:spLocks noGrp="1"/>
          </p:cNvSpPr>
          <p:nvPr>
            <p:ph type="body" sz="quarter" idx="17" hasCustomPrompt="1"/>
          </p:nvPr>
        </p:nvSpPr>
        <p:spPr>
          <a:xfrm>
            <a:off x="8894190" y="1507502"/>
            <a:ext cx="2843784" cy="859536"/>
          </a:xfrm>
          <a:noFill/>
        </p:spPr>
        <p:txBody>
          <a:bodyPr rIns="0"/>
          <a:lstStyle>
            <a:lvl1pPr marL="285750" indent="-285750" algn="l">
              <a:lnSpc>
                <a:spcPct val="100000"/>
              </a:lnSpc>
              <a:spcAft>
                <a:spcPts val="600"/>
              </a:spcAft>
              <a:buFont typeface="Wingdings" pitchFamily="2" charset="2"/>
              <a:buChar char="§"/>
              <a:defRPr sz="14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r>
              <a:rPr lang="en-GB" sz="1400">
                <a:solidFill>
                  <a:schemeClr val="accent1"/>
                </a:solidFill>
              </a:rPr>
              <a:t>Lorem ipsum </a:t>
            </a:r>
            <a:r>
              <a:rPr lang="en-GB" sz="1400" err="1">
                <a:solidFill>
                  <a:schemeClr val="accent1"/>
                </a:solidFill>
              </a:rPr>
              <a:t>dolor</a:t>
            </a:r>
            <a:r>
              <a:rPr lang="en-GB" sz="1400">
                <a:solidFill>
                  <a:schemeClr val="accent1"/>
                </a:solidFill>
              </a:rPr>
              <a:t> sit amet, consectetur </a:t>
            </a:r>
            <a:r>
              <a:rPr lang="en-GB" sz="1400" err="1">
                <a:solidFill>
                  <a:schemeClr val="accent1"/>
                </a:solidFill>
              </a:rPr>
              <a:t>adipiscing</a:t>
            </a:r>
            <a:r>
              <a:rPr lang="en-GB" sz="1400">
                <a:solidFill>
                  <a:schemeClr val="accent1"/>
                </a:solidFill>
              </a:rPr>
              <a:t> </a:t>
            </a:r>
            <a:r>
              <a:rPr lang="en-GB" sz="1400" err="1">
                <a:solidFill>
                  <a:schemeClr val="accent1"/>
                </a:solidFill>
              </a:rPr>
              <a:t>elit</a:t>
            </a:r>
            <a:r>
              <a:rPr lang="en-GB" sz="1400">
                <a:solidFill>
                  <a:schemeClr val="accent1"/>
                </a:solidFill>
              </a:rPr>
              <a:t>. </a:t>
            </a:r>
            <a:r>
              <a:rPr lang="en-GB" sz="1400" err="1">
                <a:solidFill>
                  <a:schemeClr val="accent1"/>
                </a:solidFill>
              </a:rPr>
              <a:t>Fusce</a:t>
            </a:r>
            <a:r>
              <a:rPr lang="en-GB" sz="1400">
                <a:solidFill>
                  <a:schemeClr val="accent1"/>
                </a:solidFill>
              </a:rPr>
              <a:t> </a:t>
            </a:r>
            <a:r>
              <a:rPr lang="en-GB" sz="1400" err="1">
                <a:solidFill>
                  <a:schemeClr val="accent1"/>
                </a:solidFill>
              </a:rPr>
              <a:t>elit</a:t>
            </a:r>
            <a:r>
              <a:rPr lang="en-GB" sz="1400">
                <a:solidFill>
                  <a:schemeClr val="accent1"/>
                </a:solidFill>
              </a:rPr>
              <a:t> </a:t>
            </a:r>
            <a:r>
              <a:rPr lang="en-GB" sz="1400" err="1">
                <a:solidFill>
                  <a:schemeClr val="accent1"/>
                </a:solidFill>
              </a:rPr>
              <a:t>diam</a:t>
            </a:r>
            <a:r>
              <a:rPr lang="en-GB" sz="1400">
                <a:solidFill>
                  <a:schemeClr val="accent1"/>
                </a:solidFill>
              </a:rPr>
              <a:t>, maximus a </a:t>
            </a:r>
            <a:r>
              <a:rPr lang="en-GB" sz="1400" err="1">
                <a:solidFill>
                  <a:schemeClr val="accent1"/>
                </a:solidFill>
              </a:rPr>
              <a:t>condimentum</a:t>
            </a:r>
            <a:r>
              <a:rPr lang="en-GB" sz="1400">
                <a:solidFill>
                  <a:schemeClr val="accent1"/>
                </a:solidFill>
              </a:rPr>
              <a:t> </a:t>
            </a:r>
            <a:r>
              <a:rPr lang="en-GB" sz="1400" err="1">
                <a:solidFill>
                  <a:schemeClr val="accent1"/>
                </a:solidFill>
              </a:rPr>
              <a:t>eget</a:t>
            </a:r>
            <a:r>
              <a:rPr lang="en-GB" sz="1400">
                <a:solidFill>
                  <a:schemeClr val="accent1"/>
                </a:solidFill>
              </a:rPr>
              <a:t>, </a:t>
            </a:r>
            <a:r>
              <a:rPr lang="en-GB" sz="1400" err="1">
                <a:solidFill>
                  <a:schemeClr val="accent1"/>
                </a:solidFill>
              </a:rPr>
              <a:t>lobortis</a:t>
            </a:r>
            <a:r>
              <a:rPr lang="en-GB" sz="1400">
                <a:solidFill>
                  <a:schemeClr val="accent1"/>
                </a:solidFill>
              </a:rPr>
              <a:t> in </a:t>
            </a:r>
            <a:r>
              <a:rPr lang="en-GB" sz="1400" err="1">
                <a:solidFill>
                  <a:schemeClr val="accent1"/>
                </a:solidFill>
              </a:rPr>
              <a:t>erat</a:t>
            </a:r>
            <a:r>
              <a:rPr lang="en-GB" sz="1400">
                <a:solidFill>
                  <a:schemeClr val="accent1"/>
                </a:solidFill>
              </a:rPr>
              <a:t>. </a:t>
            </a:r>
            <a:r>
              <a:rPr lang="en-GB" sz="1400" err="1">
                <a:solidFill>
                  <a:schemeClr val="accent1"/>
                </a:solidFill>
              </a:rPr>
              <a:t>Mauris</a:t>
            </a:r>
            <a:r>
              <a:rPr lang="en-GB" sz="1400">
                <a:solidFill>
                  <a:schemeClr val="accent1"/>
                </a:solidFill>
              </a:rPr>
              <a:t> </a:t>
            </a:r>
            <a:r>
              <a:rPr lang="en-GB" sz="1400" err="1">
                <a:solidFill>
                  <a:schemeClr val="accent1"/>
                </a:solidFill>
              </a:rPr>
              <a:t>efficitur</a:t>
            </a:r>
            <a:r>
              <a:rPr lang="en-GB" sz="1400">
                <a:solidFill>
                  <a:schemeClr val="accent1"/>
                </a:solidFill>
              </a:rPr>
              <a:t>, </a:t>
            </a:r>
            <a:r>
              <a:rPr lang="en-GB" sz="1400" err="1">
                <a:solidFill>
                  <a:schemeClr val="accent1"/>
                </a:solidFill>
              </a:rPr>
              <a:t>erat</a:t>
            </a:r>
            <a:r>
              <a:rPr lang="en-GB" sz="1400">
                <a:solidFill>
                  <a:schemeClr val="accent1"/>
                </a:solidFill>
              </a:rPr>
              <a:t>.</a:t>
            </a:r>
          </a:p>
        </p:txBody>
      </p:sp>
      <p:sp>
        <p:nvSpPr>
          <p:cNvPr id="51" name="Text Placeholder 13">
            <a:extLst>
              <a:ext uri="{FF2B5EF4-FFF2-40B4-BE49-F238E27FC236}">
                <a16:creationId xmlns:a16="http://schemas.microsoft.com/office/drawing/2014/main" id="{C79775E2-8320-AE30-A148-9C62BD074F4A}"/>
              </a:ext>
            </a:extLst>
          </p:cNvPr>
          <p:cNvSpPr>
            <a:spLocks noGrp="1"/>
          </p:cNvSpPr>
          <p:nvPr>
            <p:ph type="body" sz="quarter" idx="18" hasCustomPrompt="1"/>
          </p:nvPr>
        </p:nvSpPr>
        <p:spPr>
          <a:xfrm>
            <a:off x="8887074" y="1151902"/>
            <a:ext cx="2660904" cy="274320"/>
          </a:xfrm>
        </p:spPr>
        <p:txBody>
          <a:bodyPr rIns="0"/>
          <a:lstStyle>
            <a:lvl1pPr marL="0" indent="0" algn="l">
              <a:lnSpc>
                <a:spcPts val="2200"/>
              </a:lnSpc>
              <a:spcAft>
                <a:spcPts val="0"/>
              </a:spcAft>
              <a:buFont typeface="Arial" panose="020B0604020202020204" pitchFamily="34" charset="0"/>
              <a:buNone/>
              <a:defRPr sz="18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err="1"/>
              <a:t>Firstname</a:t>
            </a:r>
            <a:r>
              <a:rPr lang="en-US"/>
              <a:t> </a:t>
            </a:r>
            <a:r>
              <a:rPr lang="en-US" err="1"/>
              <a:t>Lastname</a:t>
            </a:r>
            <a:endParaRPr lang="en-US"/>
          </a:p>
        </p:txBody>
      </p:sp>
      <p:sp>
        <p:nvSpPr>
          <p:cNvPr id="16" name="Text Placeholder 13">
            <a:extLst>
              <a:ext uri="{FF2B5EF4-FFF2-40B4-BE49-F238E27FC236}">
                <a16:creationId xmlns:a16="http://schemas.microsoft.com/office/drawing/2014/main" id="{DC64187B-A282-2044-9156-234E2F54228F}"/>
              </a:ext>
            </a:extLst>
          </p:cNvPr>
          <p:cNvSpPr>
            <a:spLocks noGrp="1"/>
          </p:cNvSpPr>
          <p:nvPr>
            <p:ph type="body" sz="quarter" idx="13"/>
          </p:nvPr>
        </p:nvSpPr>
        <p:spPr>
          <a:xfrm>
            <a:off x="457200" y="2011680"/>
            <a:ext cx="4543425" cy="3143250"/>
          </a:xfrm>
        </p:spPr>
        <p:txBody>
          <a:bodyPr rIns="0"/>
          <a:lstStyle>
            <a:lvl1pPr marL="285750" indent="-285750" algn="l">
              <a:lnSpc>
                <a:spcPct val="100000"/>
              </a:lnSpc>
              <a:spcAft>
                <a:spcPts val="500"/>
              </a:spcAft>
              <a:buFont typeface="Wingdings" pitchFamily="2" charset="2"/>
              <a:buChar char="§"/>
              <a:defRPr sz="16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endParaRPr lang="en-US"/>
          </a:p>
        </p:txBody>
      </p:sp>
      <p:grpSp>
        <p:nvGrpSpPr>
          <p:cNvPr id="15" name="Graphic 62" hidden="1">
            <a:extLst>
              <a:ext uri="{FF2B5EF4-FFF2-40B4-BE49-F238E27FC236}">
                <a16:creationId xmlns:a16="http://schemas.microsoft.com/office/drawing/2014/main" id="{948C6D59-25E7-3F49-95B5-507A52B13D58}"/>
              </a:ext>
            </a:extLst>
          </p:cNvPr>
          <p:cNvGrpSpPr/>
          <p:nvPr userDrawn="1"/>
        </p:nvGrpSpPr>
        <p:grpSpPr>
          <a:xfrm>
            <a:off x="11389259" y="6063628"/>
            <a:ext cx="352694" cy="349203"/>
            <a:chOff x="10767269" y="208371"/>
            <a:chExt cx="182844" cy="181034"/>
          </a:xfrm>
        </p:grpSpPr>
        <p:sp>
          <p:nvSpPr>
            <p:cNvPr id="17" name="Freeform 16">
              <a:extLst>
                <a:ext uri="{FF2B5EF4-FFF2-40B4-BE49-F238E27FC236}">
                  <a16:creationId xmlns:a16="http://schemas.microsoft.com/office/drawing/2014/main" id="{4EDFDC05-D06B-6849-AE12-5F347D510309}"/>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62322414-1743-1A47-AFC4-7C3EBFA5E755}"/>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D575E018-FFCB-D245-BB07-77C84F1394D1}"/>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60B54936-3681-5349-A116-139E9BF3B95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1A89DB89-B0E0-D249-9AD7-5F89967696CD}"/>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0" name="Rounded Rectangle 29">
            <a:extLst>
              <a:ext uri="{FF2B5EF4-FFF2-40B4-BE49-F238E27FC236}">
                <a16:creationId xmlns:a16="http://schemas.microsoft.com/office/drawing/2014/main" id="{BA7DC0DD-84D0-F241-C460-50A171FAC315}"/>
              </a:ext>
            </a:extLst>
          </p:cNvPr>
          <p:cNvSpPr/>
          <p:nvPr userDrawn="1"/>
        </p:nvSpPr>
        <p:spPr>
          <a:xfrm>
            <a:off x="7661434" y="1151902"/>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Rounded Rectangle 30">
            <a:extLst>
              <a:ext uri="{FF2B5EF4-FFF2-40B4-BE49-F238E27FC236}">
                <a16:creationId xmlns:a16="http://schemas.microsoft.com/office/drawing/2014/main" id="{AEB2E90A-D666-698A-184A-F4227C0C35A0}"/>
              </a:ext>
            </a:extLst>
          </p:cNvPr>
          <p:cNvSpPr/>
          <p:nvPr userDrawn="1"/>
        </p:nvSpPr>
        <p:spPr>
          <a:xfrm>
            <a:off x="7661434" y="4730012"/>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Rounded Rectangle 31">
            <a:extLst>
              <a:ext uri="{FF2B5EF4-FFF2-40B4-BE49-F238E27FC236}">
                <a16:creationId xmlns:a16="http://schemas.microsoft.com/office/drawing/2014/main" id="{8DE7A901-FA30-F321-1AED-B52CF34F2CD0}"/>
              </a:ext>
            </a:extLst>
          </p:cNvPr>
          <p:cNvSpPr/>
          <p:nvPr userDrawn="1"/>
        </p:nvSpPr>
        <p:spPr>
          <a:xfrm>
            <a:off x="7661434" y="2940957"/>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3" name="Straight Connector 42">
            <a:extLst>
              <a:ext uri="{FF2B5EF4-FFF2-40B4-BE49-F238E27FC236}">
                <a16:creationId xmlns:a16="http://schemas.microsoft.com/office/drawing/2014/main" id="{70A92BFE-3FAB-A410-6901-C4C56FF9FCCD}"/>
              </a:ext>
            </a:extLst>
          </p:cNvPr>
          <p:cNvCxnSpPr>
            <a:cxnSpLocks/>
          </p:cNvCxnSpPr>
          <p:nvPr userDrawn="1"/>
        </p:nvCxnSpPr>
        <p:spPr>
          <a:xfrm>
            <a:off x="8889999" y="1085622"/>
            <a:ext cx="262906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0CCC00BC-DFCE-EBAA-70D5-9496120BFC68}"/>
              </a:ext>
            </a:extLst>
          </p:cNvPr>
          <p:cNvCxnSpPr>
            <a:cxnSpLocks/>
          </p:cNvCxnSpPr>
          <p:nvPr userDrawn="1"/>
        </p:nvCxnSpPr>
        <p:spPr>
          <a:xfrm>
            <a:off x="8889999" y="2902065"/>
            <a:ext cx="262906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D7B42AA-8A30-EB05-D320-656BB5471D1A}"/>
              </a:ext>
            </a:extLst>
          </p:cNvPr>
          <p:cNvCxnSpPr>
            <a:cxnSpLocks/>
          </p:cNvCxnSpPr>
          <p:nvPr userDrawn="1"/>
        </p:nvCxnSpPr>
        <p:spPr>
          <a:xfrm>
            <a:off x="8889999" y="4669081"/>
            <a:ext cx="262906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55" name="Text Placeholder 13">
            <a:extLst>
              <a:ext uri="{FF2B5EF4-FFF2-40B4-BE49-F238E27FC236}">
                <a16:creationId xmlns:a16="http://schemas.microsoft.com/office/drawing/2014/main" id="{1A16D3DB-833F-ACFD-6D11-A42FAB7080EC}"/>
              </a:ext>
            </a:extLst>
          </p:cNvPr>
          <p:cNvSpPr>
            <a:spLocks noGrp="1"/>
          </p:cNvSpPr>
          <p:nvPr>
            <p:ph type="body" sz="quarter" idx="19" hasCustomPrompt="1"/>
          </p:nvPr>
        </p:nvSpPr>
        <p:spPr>
          <a:xfrm>
            <a:off x="8894190" y="3310596"/>
            <a:ext cx="2843784" cy="859536"/>
          </a:xfrm>
          <a:noFill/>
        </p:spPr>
        <p:txBody>
          <a:bodyPr rIns="0"/>
          <a:lstStyle>
            <a:lvl1pPr marL="285750" indent="-285750" algn="l">
              <a:lnSpc>
                <a:spcPct val="100000"/>
              </a:lnSpc>
              <a:spcAft>
                <a:spcPts val="600"/>
              </a:spcAft>
              <a:buFont typeface="Wingdings" pitchFamily="2" charset="2"/>
              <a:buChar char="§"/>
              <a:defRPr sz="14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r>
              <a:rPr lang="en-GB" sz="1400">
                <a:solidFill>
                  <a:schemeClr val="accent1"/>
                </a:solidFill>
              </a:rPr>
              <a:t>Lorem ipsum </a:t>
            </a:r>
            <a:r>
              <a:rPr lang="en-GB" sz="1400" err="1">
                <a:solidFill>
                  <a:schemeClr val="accent1"/>
                </a:solidFill>
              </a:rPr>
              <a:t>dolor</a:t>
            </a:r>
            <a:r>
              <a:rPr lang="en-GB" sz="1400">
                <a:solidFill>
                  <a:schemeClr val="accent1"/>
                </a:solidFill>
              </a:rPr>
              <a:t> sit amet, consectetur </a:t>
            </a:r>
            <a:r>
              <a:rPr lang="en-GB" sz="1400" err="1">
                <a:solidFill>
                  <a:schemeClr val="accent1"/>
                </a:solidFill>
              </a:rPr>
              <a:t>adipiscing</a:t>
            </a:r>
            <a:r>
              <a:rPr lang="en-GB" sz="1400">
                <a:solidFill>
                  <a:schemeClr val="accent1"/>
                </a:solidFill>
              </a:rPr>
              <a:t> </a:t>
            </a:r>
            <a:r>
              <a:rPr lang="en-GB" sz="1400" err="1">
                <a:solidFill>
                  <a:schemeClr val="accent1"/>
                </a:solidFill>
              </a:rPr>
              <a:t>elit</a:t>
            </a:r>
            <a:r>
              <a:rPr lang="en-GB" sz="1400">
                <a:solidFill>
                  <a:schemeClr val="accent1"/>
                </a:solidFill>
              </a:rPr>
              <a:t>. </a:t>
            </a:r>
            <a:r>
              <a:rPr lang="en-GB" sz="1400" err="1">
                <a:solidFill>
                  <a:schemeClr val="accent1"/>
                </a:solidFill>
              </a:rPr>
              <a:t>Fusce</a:t>
            </a:r>
            <a:r>
              <a:rPr lang="en-GB" sz="1400">
                <a:solidFill>
                  <a:schemeClr val="accent1"/>
                </a:solidFill>
              </a:rPr>
              <a:t> </a:t>
            </a:r>
            <a:r>
              <a:rPr lang="en-GB" sz="1400" err="1">
                <a:solidFill>
                  <a:schemeClr val="accent1"/>
                </a:solidFill>
              </a:rPr>
              <a:t>elit</a:t>
            </a:r>
            <a:r>
              <a:rPr lang="en-GB" sz="1400">
                <a:solidFill>
                  <a:schemeClr val="accent1"/>
                </a:solidFill>
              </a:rPr>
              <a:t> </a:t>
            </a:r>
            <a:r>
              <a:rPr lang="en-GB" sz="1400" err="1">
                <a:solidFill>
                  <a:schemeClr val="accent1"/>
                </a:solidFill>
              </a:rPr>
              <a:t>diam</a:t>
            </a:r>
            <a:r>
              <a:rPr lang="en-GB" sz="1400">
                <a:solidFill>
                  <a:schemeClr val="accent1"/>
                </a:solidFill>
              </a:rPr>
              <a:t>, maximus a </a:t>
            </a:r>
            <a:r>
              <a:rPr lang="en-GB" sz="1400" err="1">
                <a:solidFill>
                  <a:schemeClr val="accent1"/>
                </a:solidFill>
              </a:rPr>
              <a:t>condimentum</a:t>
            </a:r>
            <a:r>
              <a:rPr lang="en-GB" sz="1400">
                <a:solidFill>
                  <a:schemeClr val="accent1"/>
                </a:solidFill>
              </a:rPr>
              <a:t> </a:t>
            </a:r>
            <a:r>
              <a:rPr lang="en-GB" sz="1400" err="1">
                <a:solidFill>
                  <a:schemeClr val="accent1"/>
                </a:solidFill>
              </a:rPr>
              <a:t>eget</a:t>
            </a:r>
            <a:r>
              <a:rPr lang="en-GB" sz="1400">
                <a:solidFill>
                  <a:schemeClr val="accent1"/>
                </a:solidFill>
              </a:rPr>
              <a:t>, </a:t>
            </a:r>
            <a:r>
              <a:rPr lang="en-GB" sz="1400" err="1">
                <a:solidFill>
                  <a:schemeClr val="accent1"/>
                </a:solidFill>
              </a:rPr>
              <a:t>lobortis</a:t>
            </a:r>
            <a:r>
              <a:rPr lang="en-GB" sz="1400">
                <a:solidFill>
                  <a:schemeClr val="accent1"/>
                </a:solidFill>
              </a:rPr>
              <a:t> in </a:t>
            </a:r>
            <a:r>
              <a:rPr lang="en-GB" sz="1400" err="1">
                <a:solidFill>
                  <a:schemeClr val="accent1"/>
                </a:solidFill>
              </a:rPr>
              <a:t>erat</a:t>
            </a:r>
            <a:r>
              <a:rPr lang="en-GB" sz="1400">
                <a:solidFill>
                  <a:schemeClr val="accent1"/>
                </a:solidFill>
              </a:rPr>
              <a:t>. </a:t>
            </a:r>
            <a:r>
              <a:rPr lang="en-GB" sz="1400" err="1">
                <a:solidFill>
                  <a:schemeClr val="accent1"/>
                </a:solidFill>
              </a:rPr>
              <a:t>Mauris</a:t>
            </a:r>
            <a:r>
              <a:rPr lang="en-GB" sz="1400">
                <a:solidFill>
                  <a:schemeClr val="accent1"/>
                </a:solidFill>
              </a:rPr>
              <a:t> </a:t>
            </a:r>
            <a:r>
              <a:rPr lang="en-GB" sz="1400" err="1">
                <a:solidFill>
                  <a:schemeClr val="accent1"/>
                </a:solidFill>
              </a:rPr>
              <a:t>efficitur</a:t>
            </a:r>
            <a:r>
              <a:rPr lang="en-GB" sz="1400">
                <a:solidFill>
                  <a:schemeClr val="accent1"/>
                </a:solidFill>
              </a:rPr>
              <a:t>, </a:t>
            </a:r>
            <a:r>
              <a:rPr lang="en-GB" sz="1400" err="1">
                <a:solidFill>
                  <a:schemeClr val="accent1"/>
                </a:solidFill>
              </a:rPr>
              <a:t>erat</a:t>
            </a:r>
            <a:r>
              <a:rPr lang="en-GB" sz="1400">
                <a:solidFill>
                  <a:schemeClr val="accent1"/>
                </a:solidFill>
              </a:rPr>
              <a:t>.</a:t>
            </a:r>
          </a:p>
        </p:txBody>
      </p:sp>
      <p:sp>
        <p:nvSpPr>
          <p:cNvPr id="56" name="Text Placeholder 13">
            <a:extLst>
              <a:ext uri="{FF2B5EF4-FFF2-40B4-BE49-F238E27FC236}">
                <a16:creationId xmlns:a16="http://schemas.microsoft.com/office/drawing/2014/main" id="{C87B0BF4-4187-5450-E7BA-7CFAC0C7BFAE}"/>
              </a:ext>
            </a:extLst>
          </p:cNvPr>
          <p:cNvSpPr>
            <a:spLocks noGrp="1"/>
          </p:cNvSpPr>
          <p:nvPr>
            <p:ph type="body" sz="quarter" idx="20" hasCustomPrompt="1"/>
          </p:nvPr>
        </p:nvSpPr>
        <p:spPr>
          <a:xfrm>
            <a:off x="8887074" y="2954996"/>
            <a:ext cx="2660904" cy="274320"/>
          </a:xfrm>
        </p:spPr>
        <p:txBody>
          <a:bodyPr rIns="0"/>
          <a:lstStyle>
            <a:lvl1pPr marL="0" indent="0" algn="l">
              <a:lnSpc>
                <a:spcPts val="2200"/>
              </a:lnSpc>
              <a:spcAft>
                <a:spcPts val="0"/>
              </a:spcAft>
              <a:buFont typeface="Arial" panose="020B0604020202020204" pitchFamily="34" charset="0"/>
              <a:buNone/>
              <a:defRPr sz="18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err="1"/>
              <a:t>Firstname</a:t>
            </a:r>
            <a:r>
              <a:rPr lang="en-US"/>
              <a:t> </a:t>
            </a:r>
            <a:r>
              <a:rPr lang="en-US" err="1"/>
              <a:t>Lastname</a:t>
            </a:r>
            <a:endParaRPr lang="en-US"/>
          </a:p>
        </p:txBody>
      </p:sp>
      <p:sp>
        <p:nvSpPr>
          <p:cNvPr id="59" name="Text Placeholder 13">
            <a:extLst>
              <a:ext uri="{FF2B5EF4-FFF2-40B4-BE49-F238E27FC236}">
                <a16:creationId xmlns:a16="http://schemas.microsoft.com/office/drawing/2014/main" id="{7E09C724-C851-6605-7927-33C10D8A483F}"/>
              </a:ext>
            </a:extLst>
          </p:cNvPr>
          <p:cNvSpPr>
            <a:spLocks noGrp="1"/>
          </p:cNvSpPr>
          <p:nvPr>
            <p:ph type="body" sz="quarter" idx="21" hasCustomPrompt="1"/>
          </p:nvPr>
        </p:nvSpPr>
        <p:spPr>
          <a:xfrm>
            <a:off x="8894190" y="5077264"/>
            <a:ext cx="2843784" cy="859536"/>
          </a:xfrm>
          <a:noFill/>
        </p:spPr>
        <p:txBody>
          <a:bodyPr rIns="0"/>
          <a:lstStyle>
            <a:lvl1pPr marL="285750" indent="-285750" algn="l">
              <a:lnSpc>
                <a:spcPct val="100000"/>
              </a:lnSpc>
              <a:spcAft>
                <a:spcPts val="600"/>
              </a:spcAft>
              <a:buFont typeface="Wingdings" pitchFamily="2" charset="2"/>
              <a:buChar char="§"/>
              <a:defRPr sz="14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r>
              <a:rPr lang="en-GB" sz="1400">
                <a:solidFill>
                  <a:schemeClr val="accent1"/>
                </a:solidFill>
              </a:rPr>
              <a:t>Lorem ipsum </a:t>
            </a:r>
            <a:r>
              <a:rPr lang="en-GB" sz="1400" err="1">
                <a:solidFill>
                  <a:schemeClr val="accent1"/>
                </a:solidFill>
              </a:rPr>
              <a:t>dolor</a:t>
            </a:r>
            <a:r>
              <a:rPr lang="en-GB" sz="1400">
                <a:solidFill>
                  <a:schemeClr val="accent1"/>
                </a:solidFill>
              </a:rPr>
              <a:t> sit amet, consectetur </a:t>
            </a:r>
            <a:r>
              <a:rPr lang="en-GB" sz="1400" err="1">
                <a:solidFill>
                  <a:schemeClr val="accent1"/>
                </a:solidFill>
              </a:rPr>
              <a:t>adipiscing</a:t>
            </a:r>
            <a:r>
              <a:rPr lang="en-GB" sz="1400">
                <a:solidFill>
                  <a:schemeClr val="accent1"/>
                </a:solidFill>
              </a:rPr>
              <a:t> </a:t>
            </a:r>
            <a:r>
              <a:rPr lang="en-GB" sz="1400" err="1">
                <a:solidFill>
                  <a:schemeClr val="accent1"/>
                </a:solidFill>
              </a:rPr>
              <a:t>elit</a:t>
            </a:r>
            <a:r>
              <a:rPr lang="en-GB" sz="1400">
                <a:solidFill>
                  <a:schemeClr val="accent1"/>
                </a:solidFill>
              </a:rPr>
              <a:t>. </a:t>
            </a:r>
            <a:r>
              <a:rPr lang="en-GB" sz="1400" err="1">
                <a:solidFill>
                  <a:schemeClr val="accent1"/>
                </a:solidFill>
              </a:rPr>
              <a:t>Fusce</a:t>
            </a:r>
            <a:r>
              <a:rPr lang="en-GB" sz="1400">
                <a:solidFill>
                  <a:schemeClr val="accent1"/>
                </a:solidFill>
              </a:rPr>
              <a:t> </a:t>
            </a:r>
            <a:r>
              <a:rPr lang="en-GB" sz="1400" err="1">
                <a:solidFill>
                  <a:schemeClr val="accent1"/>
                </a:solidFill>
              </a:rPr>
              <a:t>elit</a:t>
            </a:r>
            <a:r>
              <a:rPr lang="en-GB" sz="1400">
                <a:solidFill>
                  <a:schemeClr val="accent1"/>
                </a:solidFill>
              </a:rPr>
              <a:t> </a:t>
            </a:r>
            <a:r>
              <a:rPr lang="en-GB" sz="1400" err="1">
                <a:solidFill>
                  <a:schemeClr val="accent1"/>
                </a:solidFill>
              </a:rPr>
              <a:t>diam</a:t>
            </a:r>
            <a:r>
              <a:rPr lang="en-GB" sz="1400">
                <a:solidFill>
                  <a:schemeClr val="accent1"/>
                </a:solidFill>
              </a:rPr>
              <a:t>, maximus a </a:t>
            </a:r>
            <a:r>
              <a:rPr lang="en-GB" sz="1400" err="1">
                <a:solidFill>
                  <a:schemeClr val="accent1"/>
                </a:solidFill>
              </a:rPr>
              <a:t>condimentum</a:t>
            </a:r>
            <a:r>
              <a:rPr lang="en-GB" sz="1400">
                <a:solidFill>
                  <a:schemeClr val="accent1"/>
                </a:solidFill>
              </a:rPr>
              <a:t> </a:t>
            </a:r>
            <a:r>
              <a:rPr lang="en-GB" sz="1400" err="1">
                <a:solidFill>
                  <a:schemeClr val="accent1"/>
                </a:solidFill>
              </a:rPr>
              <a:t>eget</a:t>
            </a:r>
            <a:r>
              <a:rPr lang="en-GB" sz="1400">
                <a:solidFill>
                  <a:schemeClr val="accent1"/>
                </a:solidFill>
              </a:rPr>
              <a:t>, </a:t>
            </a:r>
            <a:r>
              <a:rPr lang="en-GB" sz="1400" err="1">
                <a:solidFill>
                  <a:schemeClr val="accent1"/>
                </a:solidFill>
              </a:rPr>
              <a:t>lobortis</a:t>
            </a:r>
            <a:r>
              <a:rPr lang="en-GB" sz="1400">
                <a:solidFill>
                  <a:schemeClr val="accent1"/>
                </a:solidFill>
              </a:rPr>
              <a:t> in </a:t>
            </a:r>
            <a:r>
              <a:rPr lang="en-GB" sz="1400" err="1">
                <a:solidFill>
                  <a:schemeClr val="accent1"/>
                </a:solidFill>
              </a:rPr>
              <a:t>erat</a:t>
            </a:r>
            <a:r>
              <a:rPr lang="en-GB" sz="1400">
                <a:solidFill>
                  <a:schemeClr val="accent1"/>
                </a:solidFill>
              </a:rPr>
              <a:t>. </a:t>
            </a:r>
            <a:r>
              <a:rPr lang="en-GB" sz="1400" err="1">
                <a:solidFill>
                  <a:schemeClr val="accent1"/>
                </a:solidFill>
              </a:rPr>
              <a:t>Mauris</a:t>
            </a:r>
            <a:r>
              <a:rPr lang="en-GB" sz="1400">
                <a:solidFill>
                  <a:schemeClr val="accent1"/>
                </a:solidFill>
              </a:rPr>
              <a:t> </a:t>
            </a:r>
            <a:r>
              <a:rPr lang="en-GB" sz="1400" err="1">
                <a:solidFill>
                  <a:schemeClr val="accent1"/>
                </a:solidFill>
              </a:rPr>
              <a:t>efficitur</a:t>
            </a:r>
            <a:r>
              <a:rPr lang="en-GB" sz="1400">
                <a:solidFill>
                  <a:schemeClr val="accent1"/>
                </a:solidFill>
              </a:rPr>
              <a:t>, </a:t>
            </a:r>
            <a:r>
              <a:rPr lang="en-GB" sz="1400" err="1">
                <a:solidFill>
                  <a:schemeClr val="accent1"/>
                </a:solidFill>
              </a:rPr>
              <a:t>erat</a:t>
            </a:r>
            <a:r>
              <a:rPr lang="en-GB" sz="1400">
                <a:solidFill>
                  <a:schemeClr val="accent1"/>
                </a:solidFill>
              </a:rPr>
              <a:t>.</a:t>
            </a:r>
          </a:p>
        </p:txBody>
      </p:sp>
      <p:sp>
        <p:nvSpPr>
          <p:cNvPr id="60" name="Text Placeholder 13">
            <a:extLst>
              <a:ext uri="{FF2B5EF4-FFF2-40B4-BE49-F238E27FC236}">
                <a16:creationId xmlns:a16="http://schemas.microsoft.com/office/drawing/2014/main" id="{DDF2B709-0915-EE64-F6E8-641D4A57FE03}"/>
              </a:ext>
            </a:extLst>
          </p:cNvPr>
          <p:cNvSpPr>
            <a:spLocks noGrp="1"/>
          </p:cNvSpPr>
          <p:nvPr>
            <p:ph type="body" sz="quarter" idx="22" hasCustomPrompt="1"/>
          </p:nvPr>
        </p:nvSpPr>
        <p:spPr>
          <a:xfrm>
            <a:off x="8887074" y="4721664"/>
            <a:ext cx="2660904" cy="274320"/>
          </a:xfrm>
        </p:spPr>
        <p:txBody>
          <a:bodyPr rIns="0"/>
          <a:lstStyle>
            <a:lvl1pPr marL="0" indent="0" algn="l">
              <a:lnSpc>
                <a:spcPts val="2200"/>
              </a:lnSpc>
              <a:spcAft>
                <a:spcPts val="0"/>
              </a:spcAft>
              <a:buFont typeface="Arial" panose="020B0604020202020204" pitchFamily="34" charset="0"/>
              <a:buNone/>
              <a:defRPr sz="18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err="1"/>
              <a:t>Firstname</a:t>
            </a:r>
            <a:r>
              <a:rPr lang="en-US"/>
              <a:t> </a:t>
            </a:r>
            <a:r>
              <a:rPr lang="en-US" err="1"/>
              <a:t>Lastname</a:t>
            </a:r>
            <a:endParaRPr lang="en-US"/>
          </a:p>
        </p:txBody>
      </p:sp>
      <p:sp>
        <p:nvSpPr>
          <p:cNvPr id="61" name="Title 36">
            <a:extLst>
              <a:ext uri="{FF2B5EF4-FFF2-40B4-BE49-F238E27FC236}">
                <a16:creationId xmlns:a16="http://schemas.microsoft.com/office/drawing/2014/main" id="{25C82455-F01E-1BE9-CAD4-F182BB271205}"/>
              </a:ext>
            </a:extLst>
          </p:cNvPr>
          <p:cNvSpPr>
            <a:spLocks noGrp="1"/>
          </p:cNvSpPr>
          <p:nvPr>
            <p:ph type="title" hasCustomPrompt="1"/>
          </p:nvPr>
        </p:nvSpPr>
        <p:spPr>
          <a:xfrm>
            <a:off x="454026" y="447392"/>
            <a:ext cx="5505450" cy="695608"/>
          </a:xfrm>
        </p:spPr>
        <p:txBody>
          <a:bodyPr/>
          <a:lstStyle/>
          <a:p>
            <a:r>
              <a:rPr lang="en-US"/>
              <a:t>Click To Edit Master Title Style</a:t>
            </a:r>
            <a:endParaRPr lang="en-GB"/>
          </a:p>
        </p:txBody>
      </p:sp>
      <p:sp>
        <p:nvSpPr>
          <p:cNvPr id="62" name="Subtitle 2">
            <a:extLst>
              <a:ext uri="{FF2B5EF4-FFF2-40B4-BE49-F238E27FC236}">
                <a16:creationId xmlns:a16="http://schemas.microsoft.com/office/drawing/2014/main" id="{4F5972DB-2B7F-13E6-3931-73AE28DAFF71}"/>
              </a:ext>
            </a:extLst>
          </p:cNvPr>
          <p:cNvSpPr>
            <a:spLocks noGrp="1"/>
          </p:cNvSpPr>
          <p:nvPr>
            <p:ph type="subTitle" idx="1" hasCustomPrompt="1"/>
          </p:nvPr>
        </p:nvSpPr>
        <p:spPr>
          <a:xfrm>
            <a:off x="454025" y="1155700"/>
            <a:ext cx="4543426"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cxnSp>
        <p:nvCxnSpPr>
          <p:cNvPr id="33" name="Straight Connector 32">
            <a:extLst>
              <a:ext uri="{FF2B5EF4-FFF2-40B4-BE49-F238E27FC236}">
                <a16:creationId xmlns:a16="http://schemas.microsoft.com/office/drawing/2014/main" id="{2632122A-1F78-1F5C-9B6C-0FCD22D20439}"/>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4" name="Rounded Rectangle 33">
            <a:extLst>
              <a:ext uri="{FF2B5EF4-FFF2-40B4-BE49-F238E27FC236}">
                <a16:creationId xmlns:a16="http://schemas.microsoft.com/office/drawing/2014/main" id="{DF27D3F4-D6D8-8656-3151-5C1BCF53BD5C}"/>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Slide Number Placeholder 5">
            <a:extLst>
              <a:ext uri="{FF2B5EF4-FFF2-40B4-BE49-F238E27FC236}">
                <a16:creationId xmlns:a16="http://schemas.microsoft.com/office/drawing/2014/main" id="{611C7E6D-96A3-0621-D76D-A1538421AEB8}"/>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3547691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ub-Section Divider">
    <p:bg>
      <p:bgPr>
        <a:solidFill>
          <a:schemeClr val="bg1"/>
        </a:solidFill>
        <a:effectLst/>
      </p:bgPr>
    </p:bg>
    <p:spTree>
      <p:nvGrpSpPr>
        <p:cNvPr id="1" name=""/>
        <p:cNvGrpSpPr/>
        <p:nvPr/>
      </p:nvGrpSpPr>
      <p:grpSpPr>
        <a:xfrm>
          <a:off x="0" y="0"/>
          <a:ext cx="0" cy="0"/>
          <a:chOff x="0" y="0"/>
          <a:chExt cx="0" cy="0"/>
        </a:xfrm>
      </p:grpSpPr>
      <p:cxnSp>
        <p:nvCxnSpPr>
          <p:cNvPr id="45" name="Straight Connector 44">
            <a:extLst>
              <a:ext uri="{FF2B5EF4-FFF2-40B4-BE49-F238E27FC236}">
                <a16:creationId xmlns:a16="http://schemas.microsoft.com/office/drawing/2014/main" id="{95A14D9D-82E3-F349-BE52-63BC561FEE14}"/>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46" name="Rounded Rectangle 45">
            <a:extLst>
              <a:ext uri="{FF2B5EF4-FFF2-40B4-BE49-F238E27FC236}">
                <a16:creationId xmlns:a16="http://schemas.microsoft.com/office/drawing/2014/main" id="{C6AE864F-189C-0B40-B760-21DF2F3E173C}"/>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AD92F158-10E5-5049-9BBD-B5FAB9634BF1}"/>
              </a:ext>
            </a:extLst>
          </p:cNvPr>
          <p:cNvSpPr/>
          <p:nvPr userDrawn="1"/>
        </p:nvSpPr>
        <p:spPr>
          <a:xfrm>
            <a:off x="0" y="884903"/>
            <a:ext cx="11428121" cy="5973097"/>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2" name="Graphic 21">
            <a:extLst>
              <a:ext uri="{FF2B5EF4-FFF2-40B4-BE49-F238E27FC236}">
                <a16:creationId xmlns:a16="http://schemas.microsoft.com/office/drawing/2014/main" id="{FA9BFBAA-411A-064C-9D83-C00A82963D8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9146" t="16412" r="6718" b="19722"/>
          <a:stretch/>
        </p:blipFill>
        <p:spPr>
          <a:xfrm>
            <a:off x="-2835" y="884903"/>
            <a:ext cx="11430956" cy="5973097"/>
          </a:xfrm>
          <a:prstGeom prst="rect">
            <a:avLst/>
          </a:prstGeom>
        </p:spPr>
      </p:pic>
      <p:cxnSp>
        <p:nvCxnSpPr>
          <p:cNvPr id="24" name="Straight Connector 23">
            <a:extLst>
              <a:ext uri="{FF2B5EF4-FFF2-40B4-BE49-F238E27FC236}">
                <a16:creationId xmlns:a16="http://schemas.microsoft.com/office/drawing/2014/main" id="{C888D6BB-AA3E-AB4C-A89D-8A6CD64D868C}"/>
              </a:ext>
            </a:extLst>
          </p:cNvPr>
          <p:cNvCxnSpPr>
            <a:cxnSpLocks/>
          </p:cNvCxnSpPr>
          <p:nvPr userDrawn="1"/>
        </p:nvCxnSpPr>
        <p:spPr>
          <a:xfrm>
            <a:off x="1273175" y="3314738"/>
            <a:ext cx="0" cy="852256"/>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9" name="Subtitle 2">
            <a:extLst>
              <a:ext uri="{FF2B5EF4-FFF2-40B4-BE49-F238E27FC236}">
                <a16:creationId xmlns:a16="http://schemas.microsoft.com/office/drawing/2014/main" id="{8226063C-9D21-E24E-8D6D-C2A9DEC924C9}"/>
              </a:ext>
            </a:extLst>
          </p:cNvPr>
          <p:cNvSpPr>
            <a:spLocks noGrp="1"/>
          </p:cNvSpPr>
          <p:nvPr>
            <p:ph type="subTitle" idx="1" hasCustomPrompt="1"/>
          </p:nvPr>
        </p:nvSpPr>
        <p:spPr>
          <a:xfrm>
            <a:off x="1453211" y="3263606"/>
            <a:ext cx="6467475" cy="361950"/>
          </a:xfrm>
        </p:spPr>
        <p:txBody>
          <a:bodyPr/>
          <a:lstStyle>
            <a:lvl1pPr marL="0" indent="0" algn="l">
              <a:lnSpc>
                <a:spcPts val="2000"/>
              </a:lnSpc>
              <a:spcAft>
                <a:spcPts val="0"/>
              </a:spcAft>
              <a:buNone/>
              <a:defRPr sz="200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1453211" y="3648916"/>
            <a:ext cx="9140141" cy="601479"/>
          </a:xfrm>
        </p:spPr>
        <p:txBody>
          <a:bodyPr/>
          <a:lstStyle>
            <a:lvl1pPr>
              <a:lnSpc>
                <a:spcPts val="4800"/>
              </a:lnSpc>
              <a:defRPr sz="4800"/>
            </a:lvl1pPr>
          </a:lstStyle>
          <a:p>
            <a:r>
              <a:rPr lang="en-US"/>
              <a:t>Click To Edit Master Title Style</a:t>
            </a:r>
            <a:endParaRPr lang="en-GB"/>
          </a:p>
        </p:txBody>
      </p:sp>
      <p:sp>
        <p:nvSpPr>
          <p:cNvPr id="17" name="TextBox 16">
            <a:extLst>
              <a:ext uri="{FF2B5EF4-FFF2-40B4-BE49-F238E27FC236}">
                <a16:creationId xmlns:a16="http://schemas.microsoft.com/office/drawing/2014/main" id="{8209B63F-B2F9-074E-3170-C105B6C8614F}"/>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accent1"/>
                </a:solidFill>
                <a:latin typeface="+mj-lt"/>
              </a:rPr>
              <a:t>Confidential</a:t>
            </a:r>
          </a:p>
        </p:txBody>
      </p:sp>
      <p:sp>
        <p:nvSpPr>
          <p:cNvPr id="19" name="Slide Number Placeholder 5">
            <a:extLst>
              <a:ext uri="{FF2B5EF4-FFF2-40B4-BE49-F238E27FC236}">
                <a16:creationId xmlns:a16="http://schemas.microsoft.com/office/drawing/2014/main" id="{5E797092-1603-830E-7EAF-B1E591D79B27}"/>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124752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dividual Bio">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68798C3-AB86-E64F-84CC-2A7184E366CF}"/>
              </a:ext>
            </a:extLst>
          </p:cNvPr>
          <p:cNvSpPr/>
          <p:nvPr userDrawn="1"/>
        </p:nvSpPr>
        <p:spPr>
          <a:xfrm>
            <a:off x="6562" y="2551114"/>
            <a:ext cx="12182853" cy="4306886"/>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Graphic 2">
            <a:extLst>
              <a:ext uri="{FF2B5EF4-FFF2-40B4-BE49-F238E27FC236}">
                <a16:creationId xmlns:a16="http://schemas.microsoft.com/office/drawing/2014/main" id="{30795210-74D3-0240-95AD-2521B7B99DF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30412" r="-54" b="18244"/>
          <a:stretch/>
        </p:blipFill>
        <p:spPr>
          <a:xfrm>
            <a:off x="0" y="2551112"/>
            <a:ext cx="12192000" cy="4306887"/>
          </a:xfrm>
          <a:prstGeom prst="rect">
            <a:avLst/>
          </a:prstGeom>
        </p:spPr>
      </p:pic>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6" y="447391"/>
            <a:ext cx="5505450" cy="694944"/>
          </a:xfrm>
        </p:spPr>
        <p:txBody>
          <a:bodyPr/>
          <a:lstStyle/>
          <a:p>
            <a:r>
              <a:rPr lang="en-US"/>
              <a:t>Click To Edit Master Title Style</a:t>
            </a:r>
            <a:endParaRPr lang="en-GB"/>
          </a:p>
        </p:txBody>
      </p:sp>
      <p:sp>
        <p:nvSpPr>
          <p:cNvPr id="25" name="Picture Placeholder 3">
            <a:extLst>
              <a:ext uri="{FF2B5EF4-FFF2-40B4-BE49-F238E27FC236}">
                <a16:creationId xmlns:a16="http://schemas.microsoft.com/office/drawing/2014/main" id="{D2BDC104-8279-E04F-B522-675353236A18}"/>
              </a:ext>
            </a:extLst>
          </p:cNvPr>
          <p:cNvSpPr>
            <a:spLocks noGrp="1"/>
          </p:cNvSpPr>
          <p:nvPr>
            <p:ph type="pic" sz="quarter" idx="10"/>
          </p:nvPr>
        </p:nvSpPr>
        <p:spPr>
          <a:xfrm>
            <a:off x="454026" y="1504950"/>
            <a:ext cx="3596209" cy="3838575"/>
          </a:xfrm>
          <a:prstGeom prst="roundRect">
            <a:avLst>
              <a:gd name="adj" fmla="val 5665"/>
            </a:avLst>
          </a:prstGeom>
          <a:solidFill>
            <a:schemeClr val="bg1">
              <a:lumMod val="95000"/>
            </a:schemeClr>
          </a:solidFill>
        </p:spPr>
        <p:txBody>
          <a:bodyPr/>
          <a:lstStyle>
            <a:lvl1pPr marL="0" indent="0">
              <a:buNone/>
              <a:defRPr/>
            </a:lvl1pPr>
          </a:lstStyle>
          <a:p>
            <a:endParaRPr lang="en-GB"/>
          </a:p>
        </p:txBody>
      </p:sp>
      <p:sp>
        <p:nvSpPr>
          <p:cNvPr id="26" name="Text Placeholder 13">
            <a:extLst>
              <a:ext uri="{FF2B5EF4-FFF2-40B4-BE49-F238E27FC236}">
                <a16:creationId xmlns:a16="http://schemas.microsoft.com/office/drawing/2014/main" id="{C17C4E27-7677-D141-99AE-AD14EA5A475F}"/>
              </a:ext>
            </a:extLst>
          </p:cNvPr>
          <p:cNvSpPr>
            <a:spLocks noGrp="1"/>
          </p:cNvSpPr>
          <p:nvPr>
            <p:ph type="body" sz="quarter" idx="17" hasCustomPrompt="1"/>
          </p:nvPr>
        </p:nvSpPr>
        <p:spPr>
          <a:xfrm>
            <a:off x="4497698" y="2781242"/>
            <a:ext cx="6256960" cy="2559956"/>
          </a:xfrm>
          <a:solidFill>
            <a:srgbClr val="F2F6FB"/>
          </a:solidFill>
        </p:spPr>
        <p:txBody>
          <a:bodyPr rIns="0"/>
          <a:lstStyle>
            <a:lvl1pPr marL="285750" indent="-285750" algn="l">
              <a:lnSpc>
                <a:spcPct val="100000"/>
              </a:lnSpc>
              <a:spcAft>
                <a:spcPts val="600"/>
              </a:spcAft>
              <a:buFont typeface="Wingdings" pitchFamily="2" charset="2"/>
              <a:buChar char="§"/>
              <a:defRPr sz="14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Nam vitae </a:t>
            </a:r>
            <a:r>
              <a:rPr lang="en-US" err="1"/>
              <a:t>tortor</a:t>
            </a:r>
            <a:r>
              <a:rPr lang="en-US"/>
              <a:t> </a:t>
            </a:r>
            <a:r>
              <a:rPr lang="en-US" err="1"/>
              <a:t>arcu</a:t>
            </a:r>
            <a:r>
              <a:rPr lang="en-US"/>
              <a:t>. In et nisi </a:t>
            </a:r>
            <a:r>
              <a:rPr lang="en-US" err="1"/>
              <a:t>justo</a:t>
            </a:r>
            <a:r>
              <a:rPr lang="en-US"/>
              <a:t>. Sed </a:t>
            </a:r>
            <a:r>
              <a:rPr lang="en-US" err="1"/>
              <a:t>pellentesque</a:t>
            </a:r>
            <a:r>
              <a:rPr lang="en-US"/>
              <a:t> </a:t>
            </a:r>
            <a:r>
              <a:rPr lang="en-US" err="1"/>
              <a:t>fringilla</a:t>
            </a:r>
            <a:r>
              <a:rPr lang="en-US"/>
              <a:t> </a:t>
            </a:r>
            <a:r>
              <a:rPr lang="en-US" err="1"/>
              <a:t>enim</a:t>
            </a:r>
            <a:r>
              <a:rPr lang="en-US"/>
              <a:t>, et </a:t>
            </a:r>
            <a:r>
              <a:rPr lang="en-US" err="1"/>
              <a:t>mollis</a:t>
            </a:r>
            <a:r>
              <a:rPr lang="en-US"/>
              <a:t> </a:t>
            </a:r>
            <a:r>
              <a:rPr lang="en-US" err="1"/>
              <a:t>lacus</a:t>
            </a:r>
            <a:r>
              <a:rPr lang="en-US"/>
              <a:t> </a:t>
            </a:r>
            <a:r>
              <a:rPr lang="en-US" err="1"/>
              <a:t>commodo</a:t>
            </a:r>
            <a:r>
              <a:rPr lang="en-US"/>
              <a:t> </a:t>
            </a:r>
            <a:r>
              <a:rPr lang="en-US" err="1"/>
              <a:t>laoreet</a:t>
            </a:r>
            <a:r>
              <a:rPr lang="en-US"/>
              <a:t>. </a:t>
            </a:r>
            <a:r>
              <a:rPr lang="en-US" err="1"/>
              <a:t>Vivamus</a:t>
            </a:r>
            <a:r>
              <a:rPr lang="en-US"/>
              <a:t> </a:t>
            </a:r>
            <a:r>
              <a:rPr lang="en-US" err="1"/>
              <a:t>pellentesque</a:t>
            </a:r>
            <a:r>
              <a:rPr lang="en-US"/>
              <a:t>, ipsum vitae </a:t>
            </a:r>
            <a:r>
              <a:rPr lang="en-US" err="1"/>
              <a:t>varius</a:t>
            </a:r>
            <a:r>
              <a:rPr lang="en-US"/>
              <a:t> convallis, </a:t>
            </a:r>
            <a:r>
              <a:rPr lang="en-US" err="1"/>
              <a:t>augue</a:t>
            </a:r>
            <a:r>
              <a:rPr lang="en-US"/>
              <a:t> </a:t>
            </a:r>
            <a:r>
              <a:rPr lang="en-US" err="1"/>
              <a:t>massa</a:t>
            </a:r>
            <a:r>
              <a:rPr lang="en-US"/>
              <a:t> </a:t>
            </a:r>
            <a:r>
              <a:rPr lang="en-US" err="1"/>
              <a:t>porttitor</a:t>
            </a:r>
            <a:r>
              <a:rPr lang="en-US"/>
              <a:t> </a:t>
            </a:r>
            <a:r>
              <a:rPr lang="en-US" err="1"/>
              <a:t>purus</a:t>
            </a:r>
            <a:r>
              <a:rPr lang="en-US"/>
              <a:t>, </a:t>
            </a:r>
            <a:r>
              <a:rPr lang="en-US" err="1"/>
              <a:t>quis</a:t>
            </a:r>
            <a:r>
              <a:rPr lang="en-US"/>
              <a:t> </a:t>
            </a:r>
            <a:r>
              <a:rPr lang="en-US" err="1"/>
              <a:t>aliquet</a:t>
            </a:r>
            <a:r>
              <a:rPr lang="en-US"/>
              <a:t> </a:t>
            </a:r>
            <a:r>
              <a:rPr lang="en-US" err="1"/>
              <a:t>erat</a:t>
            </a:r>
            <a:r>
              <a:rPr lang="en-US"/>
              <a:t> </a:t>
            </a:r>
            <a:r>
              <a:rPr lang="en-US" err="1"/>
              <a:t>sapien</a:t>
            </a:r>
            <a:r>
              <a:rPr lang="en-US"/>
              <a:t> a </a:t>
            </a:r>
            <a:r>
              <a:rPr lang="en-US" err="1"/>
              <a:t>augue</a:t>
            </a:r>
            <a:r>
              <a:rPr lang="en-US"/>
              <a:t>. Morbi </a:t>
            </a:r>
            <a:r>
              <a:rPr lang="en-US" err="1"/>
              <a:t>iaculis</a:t>
            </a:r>
            <a:r>
              <a:rPr lang="en-US"/>
              <a:t>, ante sit </a:t>
            </a:r>
            <a:r>
              <a:rPr lang="en-US" err="1"/>
              <a:t>amet</a:t>
            </a:r>
            <a:r>
              <a:rPr lang="en-US"/>
              <a:t> </a:t>
            </a:r>
            <a:r>
              <a:rPr lang="en-US" err="1"/>
              <a:t>malesuada</a:t>
            </a:r>
            <a:r>
              <a:rPr lang="en-US"/>
              <a:t> </a:t>
            </a:r>
            <a:r>
              <a:rPr lang="en-US" err="1"/>
              <a:t>lobortis</a:t>
            </a:r>
            <a:r>
              <a:rPr lang="en-US"/>
              <a:t>, </a:t>
            </a:r>
            <a:r>
              <a:rPr lang="en-US" err="1"/>
              <a:t>lacus</a:t>
            </a:r>
            <a:r>
              <a:rPr lang="en-US"/>
              <a:t> </a:t>
            </a:r>
            <a:r>
              <a:rPr lang="en-US" err="1"/>
              <a:t>purus</a:t>
            </a:r>
            <a:r>
              <a:rPr lang="en-US"/>
              <a:t> porta </a:t>
            </a:r>
            <a:r>
              <a:rPr lang="en-US" err="1"/>
              <a:t>est</a:t>
            </a:r>
            <a:r>
              <a:rPr lang="en-US"/>
              <a:t>, </a:t>
            </a:r>
            <a:r>
              <a:rPr lang="en-US" err="1"/>
              <a:t>ut</a:t>
            </a:r>
            <a:r>
              <a:rPr lang="en-US"/>
              <a:t> </a:t>
            </a:r>
            <a:r>
              <a:rPr lang="en-US" err="1"/>
              <a:t>sagittis</a:t>
            </a:r>
            <a:r>
              <a:rPr lang="en-US"/>
              <a:t> </a:t>
            </a:r>
            <a:r>
              <a:rPr lang="en-US" err="1"/>
              <a:t>nibh</a:t>
            </a:r>
            <a:r>
              <a:rPr lang="en-US"/>
              <a:t> </a:t>
            </a:r>
            <a:r>
              <a:rPr lang="en-US" err="1"/>
              <a:t>nisl</a:t>
            </a:r>
            <a:r>
              <a:rPr lang="en-US"/>
              <a:t> vitae </a:t>
            </a:r>
            <a:r>
              <a:rPr lang="en-US" err="1"/>
              <a:t>arcu</a:t>
            </a:r>
            <a:r>
              <a:rPr lang="en-US"/>
              <a:t>. </a:t>
            </a:r>
          </a:p>
          <a:p>
            <a:pPr lvl="0"/>
            <a:r>
              <a:rPr lang="en-US" err="1"/>
              <a:t>Vivamus</a:t>
            </a:r>
            <a:r>
              <a:rPr lang="en-US"/>
              <a:t> </a:t>
            </a:r>
            <a:r>
              <a:rPr lang="en-US" err="1"/>
              <a:t>varius</a:t>
            </a:r>
            <a:r>
              <a:rPr lang="en-US"/>
              <a:t> </a:t>
            </a:r>
            <a:r>
              <a:rPr lang="en-US" err="1"/>
              <a:t>purus</a:t>
            </a:r>
            <a:r>
              <a:rPr lang="en-US"/>
              <a:t> vitae </a:t>
            </a:r>
            <a:r>
              <a:rPr lang="en-US" err="1"/>
              <a:t>sagittis</a:t>
            </a:r>
            <a:r>
              <a:rPr lang="en-US"/>
              <a:t> semper. Proin vel ipsum pharetra, </a:t>
            </a:r>
            <a:r>
              <a:rPr lang="en-US" err="1"/>
              <a:t>condimentum</a:t>
            </a:r>
            <a:r>
              <a:rPr lang="en-US"/>
              <a:t> eros </a:t>
            </a:r>
            <a:r>
              <a:rPr lang="en-US" err="1"/>
              <a:t>eget</a:t>
            </a:r>
            <a:r>
              <a:rPr lang="en-US"/>
              <a:t>, </a:t>
            </a:r>
            <a:r>
              <a:rPr lang="en-US" err="1"/>
              <a:t>iaculis</a:t>
            </a:r>
            <a:r>
              <a:rPr lang="en-US"/>
              <a:t> </a:t>
            </a:r>
            <a:r>
              <a:rPr lang="en-US" err="1"/>
              <a:t>nibh</a:t>
            </a:r>
            <a:r>
              <a:rPr lang="en-US"/>
              <a:t>. Integer </a:t>
            </a:r>
            <a:r>
              <a:rPr lang="en-US" err="1"/>
              <a:t>nulla</a:t>
            </a:r>
            <a:r>
              <a:rPr lang="en-US"/>
              <a:t> ligula, semper et ex </a:t>
            </a:r>
            <a:r>
              <a:rPr lang="en-US" err="1"/>
              <a:t>mollis</a:t>
            </a:r>
            <a:r>
              <a:rPr lang="en-US"/>
              <a:t>, </a:t>
            </a:r>
            <a:r>
              <a:rPr lang="en-US" err="1"/>
              <a:t>aliquam</a:t>
            </a:r>
            <a:r>
              <a:rPr lang="en-US"/>
              <a:t> </a:t>
            </a:r>
            <a:r>
              <a:rPr lang="en-US" err="1"/>
              <a:t>luctus</a:t>
            </a:r>
            <a:r>
              <a:rPr lang="en-US"/>
              <a:t> </a:t>
            </a:r>
            <a:r>
              <a:rPr lang="en-US" err="1"/>
              <a:t>sapien</a:t>
            </a:r>
            <a:r>
              <a:rPr lang="en-US"/>
              <a:t>. In </a:t>
            </a:r>
            <a:r>
              <a:rPr lang="en-US" err="1"/>
              <a:t>luctus</a:t>
            </a:r>
            <a:r>
              <a:rPr lang="en-US"/>
              <a:t> lorem </a:t>
            </a:r>
            <a:r>
              <a:rPr lang="en-US" err="1"/>
              <a:t>quis</a:t>
            </a:r>
            <a:r>
              <a:rPr lang="en-US"/>
              <a:t> </a:t>
            </a:r>
            <a:r>
              <a:rPr lang="en-US" err="1"/>
              <a:t>tortor</a:t>
            </a:r>
            <a:r>
              <a:rPr lang="en-US"/>
              <a:t> </a:t>
            </a:r>
            <a:r>
              <a:rPr lang="en-US" err="1"/>
              <a:t>rutrum</a:t>
            </a:r>
            <a:r>
              <a:rPr lang="en-US"/>
              <a:t> </a:t>
            </a:r>
            <a:r>
              <a:rPr lang="en-US" err="1"/>
              <a:t>interdum</a:t>
            </a:r>
            <a:r>
              <a:rPr lang="en-US"/>
              <a:t>. Maecenas </a:t>
            </a:r>
            <a:r>
              <a:rPr lang="en-US" err="1"/>
              <a:t>lectus</a:t>
            </a:r>
            <a:r>
              <a:rPr lang="en-US"/>
              <a:t> </a:t>
            </a:r>
            <a:r>
              <a:rPr lang="en-US" err="1"/>
              <a:t>erat</a:t>
            </a:r>
            <a:r>
              <a:rPr lang="en-US"/>
              <a:t>, </a:t>
            </a:r>
            <a:r>
              <a:rPr lang="en-US" err="1"/>
              <a:t>feugiat</a:t>
            </a:r>
            <a:r>
              <a:rPr lang="en-US"/>
              <a:t> vitae </a:t>
            </a:r>
            <a:r>
              <a:rPr lang="en-US" err="1"/>
              <a:t>dapibus</a:t>
            </a:r>
            <a:r>
              <a:rPr lang="en-US"/>
              <a:t> sit </a:t>
            </a:r>
            <a:r>
              <a:rPr lang="en-US" err="1"/>
              <a:t>amet</a:t>
            </a:r>
            <a:r>
              <a:rPr lang="en-US"/>
              <a:t>, </a:t>
            </a:r>
            <a:r>
              <a:rPr lang="en-US" err="1"/>
              <a:t>elementum</a:t>
            </a:r>
            <a:r>
              <a:rPr lang="en-US"/>
              <a:t> </a:t>
            </a:r>
            <a:r>
              <a:rPr lang="en-US" err="1"/>
              <a:t>eu</a:t>
            </a:r>
            <a:r>
              <a:rPr lang="en-US"/>
              <a:t>. </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Nam vitae </a:t>
            </a:r>
            <a:r>
              <a:rPr lang="en-US" err="1"/>
              <a:t>tortor</a:t>
            </a:r>
            <a:r>
              <a:rPr lang="en-US"/>
              <a:t> </a:t>
            </a:r>
            <a:r>
              <a:rPr lang="en-US" err="1"/>
              <a:t>arcu</a:t>
            </a:r>
            <a:r>
              <a:rPr lang="en-US"/>
              <a:t>. In et nisi </a:t>
            </a:r>
            <a:r>
              <a:rPr lang="en-US" err="1"/>
              <a:t>justo</a:t>
            </a:r>
            <a:r>
              <a:rPr lang="en-US"/>
              <a:t>. Sed </a:t>
            </a:r>
            <a:r>
              <a:rPr lang="en-US" err="1"/>
              <a:t>pellentesque</a:t>
            </a:r>
            <a:r>
              <a:rPr lang="en-US"/>
              <a:t> </a:t>
            </a:r>
            <a:r>
              <a:rPr lang="en-US" err="1"/>
              <a:t>fringilla</a:t>
            </a:r>
            <a:r>
              <a:rPr lang="en-US"/>
              <a:t> </a:t>
            </a:r>
            <a:r>
              <a:rPr lang="en-US" err="1"/>
              <a:t>enim</a:t>
            </a:r>
            <a:r>
              <a:rPr lang="en-US"/>
              <a:t>, et </a:t>
            </a:r>
            <a:r>
              <a:rPr lang="en-US" err="1"/>
              <a:t>mollis</a:t>
            </a:r>
            <a:r>
              <a:rPr lang="en-US"/>
              <a:t> </a:t>
            </a:r>
            <a:r>
              <a:rPr lang="en-US" err="1"/>
              <a:t>lacus</a:t>
            </a:r>
            <a:r>
              <a:rPr lang="en-US"/>
              <a:t> </a:t>
            </a:r>
            <a:r>
              <a:rPr lang="en-US" err="1"/>
              <a:t>commodo</a:t>
            </a:r>
            <a:r>
              <a:rPr lang="en-US"/>
              <a:t> </a:t>
            </a:r>
            <a:r>
              <a:rPr lang="en-US" err="1"/>
              <a:t>laoreet</a:t>
            </a:r>
            <a:r>
              <a:rPr lang="en-US"/>
              <a:t>. </a:t>
            </a:r>
          </a:p>
        </p:txBody>
      </p:sp>
      <p:sp>
        <p:nvSpPr>
          <p:cNvPr id="27" name="Text Placeholder 13">
            <a:extLst>
              <a:ext uri="{FF2B5EF4-FFF2-40B4-BE49-F238E27FC236}">
                <a16:creationId xmlns:a16="http://schemas.microsoft.com/office/drawing/2014/main" id="{8EAE8603-A31E-514E-B8E7-9A6C5D134814}"/>
              </a:ext>
            </a:extLst>
          </p:cNvPr>
          <p:cNvSpPr>
            <a:spLocks noGrp="1"/>
          </p:cNvSpPr>
          <p:nvPr>
            <p:ph type="body" sz="quarter" idx="18" hasCustomPrompt="1"/>
          </p:nvPr>
        </p:nvSpPr>
        <p:spPr>
          <a:xfrm>
            <a:off x="4497698" y="1504950"/>
            <a:ext cx="3385827" cy="241982"/>
          </a:xfrm>
        </p:spPr>
        <p:txBody>
          <a:bodyPr rIns="0"/>
          <a:lstStyle>
            <a:lvl1pPr marL="0" indent="0" algn="l">
              <a:lnSpc>
                <a:spcPts val="2200"/>
              </a:lnSpc>
              <a:spcAft>
                <a:spcPts val="0"/>
              </a:spcAft>
              <a:buFont typeface="Arial" panose="020B0604020202020204" pitchFamily="34" charset="0"/>
              <a:buNone/>
              <a:defRPr sz="24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err="1"/>
              <a:t>Firstname</a:t>
            </a:r>
            <a:r>
              <a:rPr lang="en-US"/>
              <a:t> </a:t>
            </a:r>
            <a:r>
              <a:rPr lang="en-US" err="1"/>
              <a:t>Lastname</a:t>
            </a:r>
            <a:endParaRPr lang="en-US"/>
          </a:p>
        </p:txBody>
      </p:sp>
      <p:sp>
        <p:nvSpPr>
          <p:cNvPr id="28" name="Text Placeholder 13">
            <a:extLst>
              <a:ext uri="{FF2B5EF4-FFF2-40B4-BE49-F238E27FC236}">
                <a16:creationId xmlns:a16="http://schemas.microsoft.com/office/drawing/2014/main" id="{21D8A7EA-DD70-864B-821D-384727880F4B}"/>
              </a:ext>
            </a:extLst>
          </p:cNvPr>
          <p:cNvSpPr>
            <a:spLocks noGrp="1"/>
          </p:cNvSpPr>
          <p:nvPr>
            <p:ph type="body" sz="quarter" idx="19" hasCustomPrompt="1"/>
          </p:nvPr>
        </p:nvSpPr>
        <p:spPr>
          <a:xfrm>
            <a:off x="4497698" y="1852102"/>
            <a:ext cx="3385827" cy="348173"/>
          </a:xfrm>
        </p:spPr>
        <p:txBody>
          <a:bodyPr rIns="0"/>
          <a:lstStyle>
            <a:lvl1pPr marL="0" indent="0" algn="l">
              <a:lnSpc>
                <a:spcPts val="1600"/>
              </a:lnSpc>
              <a:spcAft>
                <a:spcPts val="600"/>
              </a:spcAft>
              <a:buFont typeface="Arial" panose="020B0604020202020204" pitchFamily="34" charset="0"/>
              <a:buNone/>
              <a:defRPr sz="1600" b="0" i="0">
                <a:solidFill>
                  <a:schemeClr val="accent1"/>
                </a:solidFill>
                <a:latin typeface="+mj-lt"/>
              </a:defRPr>
            </a:lvl1pPr>
            <a:lvl2pPr marL="239712" indent="0">
              <a:buNone/>
              <a:defRPr/>
            </a:lvl2pPr>
            <a:lvl3pPr marL="466725" indent="0">
              <a:buNone/>
              <a:defRPr/>
            </a:lvl3pPr>
            <a:lvl4pPr marL="1371600" indent="0">
              <a:buNone/>
              <a:defRPr/>
            </a:lvl4pPr>
            <a:lvl5pPr marL="1828800" indent="0">
              <a:buNone/>
              <a:defRPr/>
            </a:lvl5pPr>
          </a:lstStyle>
          <a:p>
            <a:pPr lvl="0"/>
            <a:r>
              <a:rPr lang="en-US"/>
              <a:t>Title Here</a:t>
            </a:r>
          </a:p>
        </p:txBody>
      </p:sp>
      <p:sp>
        <p:nvSpPr>
          <p:cNvPr id="19" name="TextBox 18">
            <a:extLst>
              <a:ext uri="{FF2B5EF4-FFF2-40B4-BE49-F238E27FC236}">
                <a16:creationId xmlns:a16="http://schemas.microsoft.com/office/drawing/2014/main" id="{19591A96-EDD5-8F0A-F654-1B0F1555406E}"/>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accent1"/>
                </a:solidFill>
                <a:latin typeface="+mj-lt"/>
              </a:rPr>
              <a:t>Confidential</a:t>
            </a:r>
          </a:p>
        </p:txBody>
      </p:sp>
      <p:cxnSp>
        <p:nvCxnSpPr>
          <p:cNvPr id="20" name="Straight Connector 19">
            <a:extLst>
              <a:ext uri="{FF2B5EF4-FFF2-40B4-BE49-F238E27FC236}">
                <a16:creationId xmlns:a16="http://schemas.microsoft.com/office/drawing/2014/main" id="{0D3D3C9C-D0B6-6479-797D-2991B06D7606}"/>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2" name="Rounded Rectangle 21">
            <a:extLst>
              <a:ext uri="{FF2B5EF4-FFF2-40B4-BE49-F238E27FC236}">
                <a16:creationId xmlns:a16="http://schemas.microsoft.com/office/drawing/2014/main" id="{AB5D2C05-62D8-75AB-4AA9-9508EBC7F198}"/>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Slide Number Placeholder 5">
            <a:extLst>
              <a:ext uri="{FF2B5EF4-FFF2-40B4-BE49-F238E27FC236}">
                <a16:creationId xmlns:a16="http://schemas.microsoft.com/office/drawing/2014/main" id="{BCCAEAF3-17C0-7049-4BEA-EDE1F8A28349}"/>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7842297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 Team Bio">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68798C3-AB86-E64F-84CC-2A7184E366CF}"/>
              </a:ext>
            </a:extLst>
          </p:cNvPr>
          <p:cNvSpPr/>
          <p:nvPr userDrawn="1"/>
        </p:nvSpPr>
        <p:spPr>
          <a:xfrm>
            <a:off x="6562" y="2551114"/>
            <a:ext cx="12182853" cy="4306886"/>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Graphic 2">
            <a:extLst>
              <a:ext uri="{FF2B5EF4-FFF2-40B4-BE49-F238E27FC236}">
                <a16:creationId xmlns:a16="http://schemas.microsoft.com/office/drawing/2014/main" id="{30795210-74D3-0240-95AD-2521B7B99DF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30412" r="-54" b="18244"/>
          <a:stretch/>
        </p:blipFill>
        <p:spPr>
          <a:xfrm>
            <a:off x="139700" y="2551113"/>
            <a:ext cx="12192000" cy="4306887"/>
          </a:xfrm>
          <a:prstGeom prst="rect">
            <a:avLst/>
          </a:prstGeom>
        </p:spPr>
      </p:pic>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6" y="447391"/>
            <a:ext cx="5505450" cy="694944"/>
          </a:xfrm>
        </p:spPr>
        <p:txBody>
          <a:bodyPr/>
          <a:lstStyle/>
          <a:p>
            <a:r>
              <a:rPr lang="en-US"/>
              <a:t>Click To Edit Master Title Style</a:t>
            </a:r>
            <a:endParaRPr lang="en-GB"/>
          </a:p>
        </p:txBody>
      </p:sp>
      <p:sp>
        <p:nvSpPr>
          <p:cNvPr id="25" name="Picture Placeholder 3">
            <a:extLst>
              <a:ext uri="{FF2B5EF4-FFF2-40B4-BE49-F238E27FC236}">
                <a16:creationId xmlns:a16="http://schemas.microsoft.com/office/drawing/2014/main" id="{D2BDC104-8279-E04F-B522-675353236A18}"/>
              </a:ext>
            </a:extLst>
          </p:cNvPr>
          <p:cNvSpPr>
            <a:spLocks noGrp="1"/>
          </p:cNvSpPr>
          <p:nvPr>
            <p:ph type="pic" sz="quarter" idx="10"/>
          </p:nvPr>
        </p:nvSpPr>
        <p:spPr>
          <a:xfrm>
            <a:off x="454026" y="1504951"/>
            <a:ext cx="2011680" cy="1746249"/>
          </a:xfrm>
          <a:prstGeom prst="roundRect">
            <a:avLst>
              <a:gd name="adj" fmla="val 5665"/>
            </a:avLst>
          </a:prstGeom>
          <a:solidFill>
            <a:schemeClr val="bg1">
              <a:lumMod val="95000"/>
            </a:schemeClr>
          </a:solidFill>
        </p:spPr>
        <p:txBody>
          <a:bodyPr/>
          <a:lstStyle>
            <a:lvl1pPr marL="0" indent="0">
              <a:buNone/>
              <a:defRPr/>
            </a:lvl1pPr>
          </a:lstStyle>
          <a:p>
            <a:endParaRPr lang="en-GB"/>
          </a:p>
        </p:txBody>
      </p:sp>
      <p:sp>
        <p:nvSpPr>
          <p:cNvPr id="26" name="Text Placeholder 13">
            <a:extLst>
              <a:ext uri="{FF2B5EF4-FFF2-40B4-BE49-F238E27FC236}">
                <a16:creationId xmlns:a16="http://schemas.microsoft.com/office/drawing/2014/main" id="{C17C4E27-7677-D141-99AE-AD14EA5A475F}"/>
              </a:ext>
            </a:extLst>
          </p:cNvPr>
          <p:cNvSpPr>
            <a:spLocks noGrp="1"/>
          </p:cNvSpPr>
          <p:nvPr>
            <p:ph type="body" sz="quarter" idx="17" hasCustomPrompt="1"/>
          </p:nvPr>
        </p:nvSpPr>
        <p:spPr>
          <a:xfrm>
            <a:off x="454025" y="3912101"/>
            <a:ext cx="2625090" cy="2092575"/>
          </a:xfrm>
          <a:solidFill>
            <a:srgbClr val="F2F6FB"/>
          </a:solidFill>
        </p:spPr>
        <p:txBody>
          <a:bodyPr rIns="0"/>
          <a:lstStyle>
            <a:lvl1pPr marL="171450" indent="-171450" algn="l">
              <a:lnSpc>
                <a:spcPct val="100000"/>
              </a:lnSpc>
              <a:spcAft>
                <a:spcPts val="600"/>
              </a:spcAft>
              <a:buFont typeface="Wingdings" pitchFamily="2" charset="2"/>
              <a:buChar char="§"/>
              <a:defRPr sz="11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 amet, consectetur </a:t>
            </a:r>
            <a:r>
              <a:rPr lang="en-US" err="1"/>
              <a:t>adipiscing</a:t>
            </a:r>
            <a:r>
              <a:rPr lang="en-US"/>
              <a:t> </a:t>
            </a:r>
            <a:r>
              <a:rPr lang="en-US" err="1"/>
              <a:t>elit</a:t>
            </a:r>
            <a:r>
              <a:rPr lang="en-US"/>
              <a:t>. Cras </a:t>
            </a:r>
            <a:r>
              <a:rPr lang="en-US" err="1"/>
              <a:t>ut</a:t>
            </a:r>
            <a:r>
              <a:rPr lang="en-US"/>
              <a:t> auctor </a:t>
            </a:r>
            <a:r>
              <a:rPr lang="en-US" err="1"/>
              <a:t>orci</a:t>
            </a:r>
            <a:r>
              <a:rPr lang="en-US"/>
              <a:t>, in </a:t>
            </a:r>
            <a:r>
              <a:rPr lang="en-US" err="1"/>
              <a:t>lobortis</a:t>
            </a:r>
            <a:r>
              <a:rPr lang="en-US"/>
              <a:t> </a:t>
            </a:r>
            <a:r>
              <a:rPr lang="en-US" err="1"/>
              <a:t>augue</a:t>
            </a:r>
            <a:r>
              <a:rPr lang="en-US"/>
              <a:t>. </a:t>
            </a:r>
            <a:r>
              <a:rPr lang="en-US" err="1"/>
              <a:t>Etiam</a:t>
            </a:r>
            <a:r>
              <a:rPr lang="en-US"/>
              <a:t> vitae </a:t>
            </a:r>
            <a:r>
              <a:rPr lang="en-US" err="1"/>
              <a:t>molestie</a:t>
            </a:r>
            <a:r>
              <a:rPr lang="en-US"/>
              <a:t> </a:t>
            </a:r>
            <a:r>
              <a:rPr lang="en-US" err="1"/>
              <a:t>felis</a:t>
            </a:r>
            <a:r>
              <a:rPr lang="en-US"/>
              <a:t>. </a:t>
            </a:r>
            <a:r>
              <a:rPr lang="en-US" err="1"/>
              <a:t>Aliquam</a:t>
            </a:r>
            <a:r>
              <a:rPr lang="en-US"/>
              <a:t> </a:t>
            </a:r>
            <a:r>
              <a:rPr lang="en-US" err="1"/>
              <a:t>pellentesque</a:t>
            </a:r>
            <a:r>
              <a:rPr lang="en-US"/>
              <a:t> porta </a:t>
            </a:r>
            <a:r>
              <a:rPr lang="en-US" err="1"/>
              <a:t>consequat</a:t>
            </a:r>
            <a:r>
              <a:rPr lang="en-US"/>
              <a:t>. Sed </a:t>
            </a:r>
            <a:r>
              <a:rPr lang="en-US" err="1"/>
              <a:t>quis</a:t>
            </a:r>
            <a:r>
              <a:rPr lang="en-US"/>
              <a:t> </a:t>
            </a:r>
            <a:r>
              <a:rPr lang="en-US" err="1"/>
              <a:t>accumsan</a:t>
            </a:r>
            <a:r>
              <a:rPr lang="en-US"/>
              <a:t> diam, ac </a:t>
            </a:r>
            <a:r>
              <a:rPr lang="en-US" err="1"/>
              <a:t>consequat</a:t>
            </a:r>
            <a:r>
              <a:rPr lang="en-US"/>
              <a:t> </a:t>
            </a:r>
            <a:r>
              <a:rPr lang="en-US" err="1"/>
              <a:t>sapien</a:t>
            </a:r>
            <a:r>
              <a:rPr lang="en-US"/>
              <a:t>. Ut vitae </a:t>
            </a:r>
            <a:r>
              <a:rPr lang="en-US" err="1"/>
              <a:t>velit</a:t>
            </a:r>
            <a:r>
              <a:rPr lang="en-US"/>
              <a:t> </a:t>
            </a:r>
            <a:r>
              <a:rPr lang="en-US" err="1"/>
              <a:t>ullamcorper</a:t>
            </a:r>
            <a:r>
              <a:rPr lang="en-US"/>
              <a:t>, </a:t>
            </a:r>
            <a:r>
              <a:rPr lang="en-US" err="1"/>
              <a:t>euismod</a:t>
            </a:r>
            <a:r>
              <a:rPr lang="en-US"/>
              <a:t> nisi </a:t>
            </a:r>
            <a:r>
              <a:rPr lang="en-US" err="1"/>
              <a:t>nec</a:t>
            </a:r>
            <a:r>
              <a:rPr lang="en-US"/>
              <a:t>, </a:t>
            </a:r>
            <a:r>
              <a:rPr lang="en-US" err="1"/>
              <a:t>fringilla</a:t>
            </a:r>
            <a:r>
              <a:rPr lang="en-US"/>
              <a:t> </a:t>
            </a:r>
            <a:r>
              <a:rPr lang="en-US" err="1"/>
              <a:t>enim</a:t>
            </a:r>
            <a:r>
              <a:rPr lang="en-US"/>
              <a:t>. </a:t>
            </a:r>
            <a:r>
              <a:rPr lang="en-US" err="1"/>
              <a:t>Aliquam</a:t>
            </a:r>
            <a:r>
              <a:rPr lang="en-US"/>
              <a:t> </a:t>
            </a:r>
            <a:r>
              <a:rPr lang="en-US" err="1"/>
              <a:t>posuere</a:t>
            </a:r>
            <a:r>
              <a:rPr lang="en-US"/>
              <a:t>, </a:t>
            </a:r>
            <a:r>
              <a:rPr lang="en-US" err="1"/>
              <a:t>lectus</a:t>
            </a:r>
            <a:r>
              <a:rPr lang="en-US"/>
              <a:t> sed </a:t>
            </a:r>
            <a:r>
              <a:rPr lang="en-US" err="1"/>
              <a:t>varius</a:t>
            </a:r>
            <a:r>
              <a:rPr lang="en-US"/>
              <a:t> </a:t>
            </a:r>
            <a:r>
              <a:rPr lang="en-US" err="1"/>
              <a:t>porttitor</a:t>
            </a:r>
            <a:r>
              <a:rPr lang="en-US"/>
              <a:t>, </a:t>
            </a:r>
            <a:r>
              <a:rPr lang="en-US" err="1"/>
              <a:t>lacus</a:t>
            </a:r>
            <a:r>
              <a:rPr lang="en-US"/>
              <a:t> </a:t>
            </a:r>
            <a:r>
              <a:rPr lang="en-US" err="1"/>
              <a:t>mauris</a:t>
            </a:r>
            <a:r>
              <a:rPr lang="en-US"/>
              <a:t> pulvinar eros, </a:t>
            </a:r>
            <a:r>
              <a:rPr lang="en-US" err="1"/>
              <a:t>dignissim</a:t>
            </a:r>
            <a:r>
              <a:rPr lang="en-US"/>
              <a:t>.</a:t>
            </a:r>
          </a:p>
        </p:txBody>
      </p:sp>
      <p:sp>
        <p:nvSpPr>
          <p:cNvPr id="27" name="Text Placeholder 13">
            <a:extLst>
              <a:ext uri="{FF2B5EF4-FFF2-40B4-BE49-F238E27FC236}">
                <a16:creationId xmlns:a16="http://schemas.microsoft.com/office/drawing/2014/main" id="{8EAE8603-A31E-514E-B8E7-9A6C5D134814}"/>
              </a:ext>
            </a:extLst>
          </p:cNvPr>
          <p:cNvSpPr>
            <a:spLocks noGrp="1"/>
          </p:cNvSpPr>
          <p:nvPr>
            <p:ph type="body" sz="quarter" idx="18" hasCustomPrompt="1"/>
          </p:nvPr>
        </p:nvSpPr>
        <p:spPr>
          <a:xfrm>
            <a:off x="454026" y="3353489"/>
            <a:ext cx="2011679" cy="241982"/>
          </a:xfrm>
        </p:spPr>
        <p:txBody>
          <a:bodyPr rIns="0"/>
          <a:lstStyle>
            <a:lvl1pPr marL="0" indent="0" algn="l">
              <a:lnSpc>
                <a:spcPts val="2200"/>
              </a:lnSpc>
              <a:spcAft>
                <a:spcPts val="0"/>
              </a:spcAft>
              <a:buFont typeface="Arial" panose="020B0604020202020204" pitchFamily="34" charset="0"/>
              <a:buNone/>
              <a:defRPr sz="14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err="1"/>
              <a:t>Firstname</a:t>
            </a:r>
            <a:r>
              <a:rPr lang="en-US"/>
              <a:t> </a:t>
            </a:r>
            <a:r>
              <a:rPr lang="en-US" err="1"/>
              <a:t>Lastname</a:t>
            </a:r>
            <a:endParaRPr lang="en-US"/>
          </a:p>
        </p:txBody>
      </p:sp>
      <p:sp>
        <p:nvSpPr>
          <p:cNvPr id="28" name="Text Placeholder 13">
            <a:extLst>
              <a:ext uri="{FF2B5EF4-FFF2-40B4-BE49-F238E27FC236}">
                <a16:creationId xmlns:a16="http://schemas.microsoft.com/office/drawing/2014/main" id="{21D8A7EA-DD70-864B-821D-384727880F4B}"/>
              </a:ext>
            </a:extLst>
          </p:cNvPr>
          <p:cNvSpPr>
            <a:spLocks noGrp="1"/>
          </p:cNvSpPr>
          <p:nvPr>
            <p:ph type="body" sz="quarter" idx="19" hasCustomPrompt="1"/>
          </p:nvPr>
        </p:nvSpPr>
        <p:spPr>
          <a:xfrm>
            <a:off x="454026" y="3646450"/>
            <a:ext cx="2011679" cy="265652"/>
          </a:xfrm>
        </p:spPr>
        <p:txBody>
          <a:bodyPr rIns="0"/>
          <a:lstStyle>
            <a:lvl1pPr marL="0" indent="0" algn="l">
              <a:lnSpc>
                <a:spcPts val="1600"/>
              </a:lnSpc>
              <a:spcAft>
                <a:spcPts val="600"/>
              </a:spcAft>
              <a:buFont typeface="Arial" panose="020B0604020202020204" pitchFamily="34" charset="0"/>
              <a:buNone/>
              <a:defRPr sz="1200" b="0" i="0">
                <a:solidFill>
                  <a:schemeClr val="accent1"/>
                </a:solidFill>
                <a:latin typeface="+mj-lt"/>
              </a:defRPr>
            </a:lvl1pPr>
            <a:lvl2pPr marL="239712" indent="0">
              <a:buNone/>
              <a:defRPr/>
            </a:lvl2pPr>
            <a:lvl3pPr marL="466725" indent="0">
              <a:buNone/>
              <a:defRPr/>
            </a:lvl3pPr>
            <a:lvl4pPr marL="1371600" indent="0">
              <a:buNone/>
              <a:defRPr/>
            </a:lvl4pPr>
            <a:lvl5pPr marL="1828800" indent="0">
              <a:buNone/>
              <a:defRPr/>
            </a:lvl5pPr>
          </a:lstStyle>
          <a:p>
            <a:pPr lvl="0"/>
            <a:r>
              <a:rPr lang="en-US"/>
              <a:t>Title Here</a:t>
            </a:r>
          </a:p>
        </p:txBody>
      </p:sp>
      <p:grpSp>
        <p:nvGrpSpPr>
          <p:cNvPr id="18" name="Graphic 62" hidden="1">
            <a:extLst>
              <a:ext uri="{FF2B5EF4-FFF2-40B4-BE49-F238E27FC236}">
                <a16:creationId xmlns:a16="http://schemas.microsoft.com/office/drawing/2014/main" id="{26F9C81A-CF38-1348-BB47-C2B86025E989}"/>
              </a:ext>
            </a:extLst>
          </p:cNvPr>
          <p:cNvGrpSpPr/>
          <p:nvPr userDrawn="1"/>
        </p:nvGrpSpPr>
        <p:grpSpPr>
          <a:xfrm>
            <a:off x="11389259" y="6063628"/>
            <a:ext cx="352694" cy="349203"/>
            <a:chOff x="10767269" y="208371"/>
            <a:chExt cx="182844" cy="181034"/>
          </a:xfrm>
        </p:grpSpPr>
        <p:sp>
          <p:nvSpPr>
            <p:cNvPr id="19" name="Freeform 18">
              <a:extLst>
                <a:ext uri="{FF2B5EF4-FFF2-40B4-BE49-F238E27FC236}">
                  <a16:creationId xmlns:a16="http://schemas.microsoft.com/office/drawing/2014/main" id="{549DB50F-7798-584F-AB0B-5E6AAA062955}"/>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DF0DBD95-6854-EC41-A86F-5B8D586C9DB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5AADC643-70B7-8747-9B9A-1B475225C42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D838A573-8950-E840-9B85-21F23ED6B875}"/>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8EDCE829-D7B4-4B41-8C34-03FAF7DCFCCA}"/>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3" name="Picture Placeholder 3">
            <a:extLst>
              <a:ext uri="{FF2B5EF4-FFF2-40B4-BE49-F238E27FC236}">
                <a16:creationId xmlns:a16="http://schemas.microsoft.com/office/drawing/2014/main" id="{9F87D64A-45FE-2547-9C65-0B9D79E45EF4}"/>
              </a:ext>
            </a:extLst>
          </p:cNvPr>
          <p:cNvSpPr>
            <a:spLocks noGrp="1"/>
          </p:cNvSpPr>
          <p:nvPr>
            <p:ph type="pic" sz="quarter" idx="23"/>
          </p:nvPr>
        </p:nvSpPr>
        <p:spPr>
          <a:xfrm>
            <a:off x="3364637" y="1516281"/>
            <a:ext cx="2011680" cy="1746249"/>
          </a:xfrm>
          <a:prstGeom prst="roundRect">
            <a:avLst>
              <a:gd name="adj" fmla="val 5665"/>
            </a:avLst>
          </a:prstGeom>
          <a:solidFill>
            <a:schemeClr val="bg1">
              <a:lumMod val="95000"/>
            </a:schemeClr>
          </a:solidFill>
        </p:spPr>
        <p:txBody>
          <a:bodyPr/>
          <a:lstStyle>
            <a:lvl1pPr marL="0" indent="0">
              <a:buNone/>
              <a:defRPr/>
            </a:lvl1pPr>
          </a:lstStyle>
          <a:p>
            <a:endParaRPr lang="en-GB"/>
          </a:p>
        </p:txBody>
      </p:sp>
      <p:sp>
        <p:nvSpPr>
          <p:cNvPr id="36" name="Picture Placeholder 3">
            <a:extLst>
              <a:ext uri="{FF2B5EF4-FFF2-40B4-BE49-F238E27FC236}">
                <a16:creationId xmlns:a16="http://schemas.microsoft.com/office/drawing/2014/main" id="{1BBFC044-61E6-F74A-BB05-25CD74533E57}"/>
              </a:ext>
            </a:extLst>
          </p:cNvPr>
          <p:cNvSpPr>
            <a:spLocks noGrp="1"/>
          </p:cNvSpPr>
          <p:nvPr>
            <p:ph type="pic" sz="quarter" idx="24"/>
          </p:nvPr>
        </p:nvSpPr>
        <p:spPr>
          <a:xfrm>
            <a:off x="6245429" y="1504951"/>
            <a:ext cx="2011680" cy="1746249"/>
          </a:xfrm>
          <a:prstGeom prst="roundRect">
            <a:avLst>
              <a:gd name="adj" fmla="val 5665"/>
            </a:avLst>
          </a:prstGeom>
          <a:solidFill>
            <a:schemeClr val="bg1">
              <a:lumMod val="95000"/>
            </a:schemeClr>
          </a:solidFill>
        </p:spPr>
        <p:txBody>
          <a:bodyPr/>
          <a:lstStyle>
            <a:lvl1pPr marL="0" indent="0">
              <a:buNone/>
              <a:defRPr/>
            </a:lvl1pPr>
          </a:lstStyle>
          <a:p>
            <a:endParaRPr lang="en-GB"/>
          </a:p>
        </p:txBody>
      </p:sp>
      <p:sp>
        <p:nvSpPr>
          <p:cNvPr id="38" name="Picture Placeholder 3">
            <a:extLst>
              <a:ext uri="{FF2B5EF4-FFF2-40B4-BE49-F238E27FC236}">
                <a16:creationId xmlns:a16="http://schemas.microsoft.com/office/drawing/2014/main" id="{B586CD5A-C0EB-9F43-B672-8CD3A42B9A1C}"/>
              </a:ext>
            </a:extLst>
          </p:cNvPr>
          <p:cNvSpPr>
            <a:spLocks noGrp="1"/>
          </p:cNvSpPr>
          <p:nvPr>
            <p:ph type="pic" sz="quarter" idx="25"/>
          </p:nvPr>
        </p:nvSpPr>
        <p:spPr>
          <a:xfrm>
            <a:off x="9152892" y="1516281"/>
            <a:ext cx="2011680" cy="1746249"/>
          </a:xfrm>
          <a:prstGeom prst="roundRect">
            <a:avLst>
              <a:gd name="adj" fmla="val 5665"/>
            </a:avLst>
          </a:prstGeom>
          <a:solidFill>
            <a:schemeClr val="bg1">
              <a:lumMod val="95000"/>
            </a:schemeClr>
          </a:solidFill>
        </p:spPr>
        <p:txBody>
          <a:bodyPr/>
          <a:lstStyle>
            <a:lvl1pPr marL="0" indent="0">
              <a:buNone/>
              <a:defRPr/>
            </a:lvl1pPr>
          </a:lstStyle>
          <a:p>
            <a:endParaRPr lang="en-GB"/>
          </a:p>
        </p:txBody>
      </p:sp>
      <p:sp>
        <p:nvSpPr>
          <p:cNvPr id="39" name="Text Placeholder 13">
            <a:extLst>
              <a:ext uri="{FF2B5EF4-FFF2-40B4-BE49-F238E27FC236}">
                <a16:creationId xmlns:a16="http://schemas.microsoft.com/office/drawing/2014/main" id="{EE6E668F-DB80-0649-AE51-B4BA25D9BDA0}"/>
              </a:ext>
            </a:extLst>
          </p:cNvPr>
          <p:cNvSpPr>
            <a:spLocks noGrp="1"/>
          </p:cNvSpPr>
          <p:nvPr>
            <p:ph type="body" sz="quarter" idx="26" hasCustomPrompt="1"/>
          </p:nvPr>
        </p:nvSpPr>
        <p:spPr>
          <a:xfrm>
            <a:off x="3362295" y="3912102"/>
            <a:ext cx="2584278" cy="2092574"/>
          </a:xfrm>
          <a:solidFill>
            <a:srgbClr val="F2F6FB"/>
          </a:solidFill>
        </p:spPr>
        <p:txBody>
          <a:bodyPr rIns="0"/>
          <a:lstStyle>
            <a:lvl1pPr marL="171450" indent="-171450" algn="l">
              <a:lnSpc>
                <a:spcPct val="100000"/>
              </a:lnSpc>
              <a:spcAft>
                <a:spcPts val="600"/>
              </a:spcAft>
              <a:buFont typeface="Wingdings" pitchFamily="2" charset="2"/>
              <a:buChar char="§"/>
              <a:defRPr sz="11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Cras </a:t>
            </a:r>
            <a:r>
              <a:rPr lang="en-US" err="1"/>
              <a:t>ut</a:t>
            </a:r>
            <a:r>
              <a:rPr lang="en-US"/>
              <a:t> auctor </a:t>
            </a:r>
            <a:r>
              <a:rPr lang="en-US" err="1"/>
              <a:t>orci</a:t>
            </a:r>
            <a:r>
              <a:rPr lang="en-US"/>
              <a:t>, in </a:t>
            </a:r>
            <a:r>
              <a:rPr lang="en-US" err="1"/>
              <a:t>lobortis</a:t>
            </a:r>
            <a:r>
              <a:rPr lang="en-US"/>
              <a:t> </a:t>
            </a:r>
            <a:r>
              <a:rPr lang="en-US" err="1"/>
              <a:t>augue</a:t>
            </a:r>
            <a:r>
              <a:rPr lang="en-US"/>
              <a:t>. </a:t>
            </a:r>
            <a:r>
              <a:rPr lang="en-US" err="1"/>
              <a:t>Etiam</a:t>
            </a:r>
            <a:r>
              <a:rPr lang="en-US"/>
              <a:t> vitae </a:t>
            </a:r>
            <a:r>
              <a:rPr lang="en-US" err="1"/>
              <a:t>molestie</a:t>
            </a:r>
            <a:r>
              <a:rPr lang="en-US"/>
              <a:t> </a:t>
            </a:r>
            <a:r>
              <a:rPr lang="en-US" err="1"/>
              <a:t>felis</a:t>
            </a:r>
            <a:r>
              <a:rPr lang="en-US"/>
              <a:t>. Aliquam </a:t>
            </a:r>
            <a:r>
              <a:rPr lang="en-US" err="1"/>
              <a:t>pellentesque</a:t>
            </a:r>
            <a:r>
              <a:rPr lang="en-US"/>
              <a:t> porta </a:t>
            </a:r>
            <a:r>
              <a:rPr lang="en-US" err="1"/>
              <a:t>consequat</a:t>
            </a:r>
            <a:r>
              <a:rPr lang="en-US"/>
              <a:t>. Sed </a:t>
            </a:r>
            <a:r>
              <a:rPr lang="en-US" err="1"/>
              <a:t>quis</a:t>
            </a:r>
            <a:r>
              <a:rPr lang="en-US"/>
              <a:t> </a:t>
            </a:r>
            <a:r>
              <a:rPr lang="en-US" err="1"/>
              <a:t>accumsan</a:t>
            </a:r>
            <a:r>
              <a:rPr lang="en-US"/>
              <a:t> diam, ac </a:t>
            </a:r>
            <a:r>
              <a:rPr lang="en-US" err="1"/>
              <a:t>consequat</a:t>
            </a:r>
            <a:r>
              <a:rPr lang="en-US"/>
              <a:t> </a:t>
            </a:r>
            <a:r>
              <a:rPr lang="en-US" err="1"/>
              <a:t>sapien</a:t>
            </a:r>
            <a:r>
              <a:rPr lang="en-US"/>
              <a:t>. Ut vitae </a:t>
            </a:r>
            <a:r>
              <a:rPr lang="en-US" err="1"/>
              <a:t>velit</a:t>
            </a:r>
            <a:r>
              <a:rPr lang="en-US"/>
              <a:t> </a:t>
            </a:r>
            <a:r>
              <a:rPr lang="en-US" err="1"/>
              <a:t>ullamcorper</a:t>
            </a:r>
            <a:r>
              <a:rPr lang="en-US"/>
              <a:t>, </a:t>
            </a:r>
            <a:r>
              <a:rPr lang="en-US" err="1"/>
              <a:t>euismod</a:t>
            </a:r>
            <a:r>
              <a:rPr lang="en-US"/>
              <a:t> nisi </a:t>
            </a:r>
            <a:r>
              <a:rPr lang="en-US" err="1"/>
              <a:t>nec</a:t>
            </a:r>
            <a:r>
              <a:rPr lang="en-US"/>
              <a:t>, </a:t>
            </a:r>
            <a:r>
              <a:rPr lang="en-US" err="1"/>
              <a:t>fringilla</a:t>
            </a:r>
            <a:r>
              <a:rPr lang="en-US"/>
              <a:t> </a:t>
            </a:r>
            <a:r>
              <a:rPr lang="en-US" err="1"/>
              <a:t>enim</a:t>
            </a:r>
            <a:r>
              <a:rPr lang="en-US"/>
              <a:t>. Aliquam </a:t>
            </a:r>
            <a:r>
              <a:rPr lang="en-US" err="1"/>
              <a:t>posuere</a:t>
            </a:r>
            <a:r>
              <a:rPr lang="en-US"/>
              <a:t>, </a:t>
            </a:r>
            <a:r>
              <a:rPr lang="en-US" err="1"/>
              <a:t>lectus</a:t>
            </a:r>
            <a:r>
              <a:rPr lang="en-US"/>
              <a:t> sed </a:t>
            </a:r>
            <a:r>
              <a:rPr lang="en-US" err="1"/>
              <a:t>varius</a:t>
            </a:r>
            <a:r>
              <a:rPr lang="en-US"/>
              <a:t> </a:t>
            </a:r>
            <a:r>
              <a:rPr lang="en-US" err="1"/>
              <a:t>porttitor</a:t>
            </a:r>
            <a:r>
              <a:rPr lang="en-US"/>
              <a:t>, </a:t>
            </a:r>
            <a:r>
              <a:rPr lang="en-US" err="1"/>
              <a:t>lacus</a:t>
            </a:r>
            <a:r>
              <a:rPr lang="en-US"/>
              <a:t> </a:t>
            </a:r>
            <a:r>
              <a:rPr lang="en-US" err="1"/>
              <a:t>mauris</a:t>
            </a:r>
            <a:r>
              <a:rPr lang="en-US"/>
              <a:t> pulvinar eros, </a:t>
            </a:r>
            <a:r>
              <a:rPr lang="en-US" err="1"/>
              <a:t>dignissim</a:t>
            </a:r>
            <a:r>
              <a:rPr lang="en-US"/>
              <a:t>.</a:t>
            </a:r>
          </a:p>
        </p:txBody>
      </p:sp>
      <p:sp>
        <p:nvSpPr>
          <p:cNvPr id="40" name="Text Placeholder 13">
            <a:extLst>
              <a:ext uri="{FF2B5EF4-FFF2-40B4-BE49-F238E27FC236}">
                <a16:creationId xmlns:a16="http://schemas.microsoft.com/office/drawing/2014/main" id="{51D9633E-DBB6-D44E-B2F0-3523D72F15D2}"/>
              </a:ext>
            </a:extLst>
          </p:cNvPr>
          <p:cNvSpPr>
            <a:spLocks noGrp="1"/>
          </p:cNvSpPr>
          <p:nvPr>
            <p:ph type="body" sz="quarter" idx="27" hasCustomPrompt="1"/>
          </p:nvPr>
        </p:nvSpPr>
        <p:spPr>
          <a:xfrm>
            <a:off x="3364638" y="3353489"/>
            <a:ext cx="2011679" cy="241982"/>
          </a:xfrm>
        </p:spPr>
        <p:txBody>
          <a:bodyPr rIns="0"/>
          <a:lstStyle>
            <a:lvl1pPr marL="0" indent="0" algn="l">
              <a:lnSpc>
                <a:spcPts val="2200"/>
              </a:lnSpc>
              <a:spcAft>
                <a:spcPts val="0"/>
              </a:spcAft>
              <a:buFont typeface="Arial" panose="020B0604020202020204" pitchFamily="34" charset="0"/>
              <a:buNone/>
              <a:defRPr sz="14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err="1"/>
              <a:t>Firstname</a:t>
            </a:r>
            <a:r>
              <a:rPr lang="en-US"/>
              <a:t> </a:t>
            </a:r>
            <a:r>
              <a:rPr lang="en-US" err="1"/>
              <a:t>Lastname</a:t>
            </a:r>
            <a:endParaRPr lang="en-US"/>
          </a:p>
        </p:txBody>
      </p:sp>
      <p:sp>
        <p:nvSpPr>
          <p:cNvPr id="41" name="Text Placeholder 13">
            <a:extLst>
              <a:ext uri="{FF2B5EF4-FFF2-40B4-BE49-F238E27FC236}">
                <a16:creationId xmlns:a16="http://schemas.microsoft.com/office/drawing/2014/main" id="{5C87320E-4A2A-E04F-A9C4-20354DC7B7B4}"/>
              </a:ext>
            </a:extLst>
          </p:cNvPr>
          <p:cNvSpPr>
            <a:spLocks noGrp="1"/>
          </p:cNvSpPr>
          <p:nvPr>
            <p:ph type="body" sz="quarter" idx="28" hasCustomPrompt="1"/>
          </p:nvPr>
        </p:nvSpPr>
        <p:spPr>
          <a:xfrm>
            <a:off x="3364638" y="3646450"/>
            <a:ext cx="2011679" cy="265652"/>
          </a:xfrm>
        </p:spPr>
        <p:txBody>
          <a:bodyPr rIns="0"/>
          <a:lstStyle>
            <a:lvl1pPr marL="0" indent="0" algn="l">
              <a:lnSpc>
                <a:spcPts val="1600"/>
              </a:lnSpc>
              <a:spcAft>
                <a:spcPts val="600"/>
              </a:spcAft>
              <a:buFont typeface="Arial" panose="020B0604020202020204" pitchFamily="34" charset="0"/>
              <a:buNone/>
              <a:defRPr sz="1200" b="0" i="0">
                <a:solidFill>
                  <a:schemeClr val="accent1"/>
                </a:solidFill>
                <a:latin typeface="+mj-lt"/>
              </a:defRPr>
            </a:lvl1pPr>
            <a:lvl2pPr marL="239712" indent="0">
              <a:buNone/>
              <a:defRPr/>
            </a:lvl2pPr>
            <a:lvl3pPr marL="466725" indent="0">
              <a:buNone/>
              <a:defRPr/>
            </a:lvl3pPr>
            <a:lvl4pPr marL="1371600" indent="0">
              <a:buNone/>
              <a:defRPr/>
            </a:lvl4pPr>
            <a:lvl5pPr marL="1828800" indent="0">
              <a:buNone/>
              <a:defRPr/>
            </a:lvl5pPr>
          </a:lstStyle>
          <a:p>
            <a:pPr lvl="0"/>
            <a:r>
              <a:rPr lang="en-US"/>
              <a:t>Title Here</a:t>
            </a:r>
          </a:p>
        </p:txBody>
      </p:sp>
      <p:sp>
        <p:nvSpPr>
          <p:cNvPr id="42" name="Text Placeholder 13">
            <a:extLst>
              <a:ext uri="{FF2B5EF4-FFF2-40B4-BE49-F238E27FC236}">
                <a16:creationId xmlns:a16="http://schemas.microsoft.com/office/drawing/2014/main" id="{E1318792-78A4-0944-8E28-53B69DD35D64}"/>
              </a:ext>
            </a:extLst>
          </p:cNvPr>
          <p:cNvSpPr>
            <a:spLocks noGrp="1"/>
          </p:cNvSpPr>
          <p:nvPr>
            <p:ph type="body" sz="quarter" idx="29" hasCustomPrompt="1"/>
          </p:nvPr>
        </p:nvSpPr>
        <p:spPr>
          <a:xfrm>
            <a:off x="6245428" y="3912102"/>
            <a:ext cx="2584278" cy="2092574"/>
          </a:xfrm>
          <a:solidFill>
            <a:srgbClr val="F2F6FB"/>
          </a:solidFill>
        </p:spPr>
        <p:txBody>
          <a:bodyPr rIns="0"/>
          <a:lstStyle>
            <a:lvl1pPr marL="171450" indent="-171450" algn="l">
              <a:lnSpc>
                <a:spcPct val="100000"/>
              </a:lnSpc>
              <a:spcAft>
                <a:spcPts val="600"/>
              </a:spcAft>
              <a:buFont typeface="Wingdings" pitchFamily="2" charset="2"/>
              <a:buChar char="§"/>
              <a:defRPr sz="11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Cras </a:t>
            </a:r>
            <a:r>
              <a:rPr lang="en-US" err="1"/>
              <a:t>ut</a:t>
            </a:r>
            <a:r>
              <a:rPr lang="en-US"/>
              <a:t> auctor </a:t>
            </a:r>
            <a:r>
              <a:rPr lang="en-US" err="1"/>
              <a:t>orci</a:t>
            </a:r>
            <a:r>
              <a:rPr lang="en-US"/>
              <a:t>, in </a:t>
            </a:r>
            <a:r>
              <a:rPr lang="en-US" err="1"/>
              <a:t>lobortis</a:t>
            </a:r>
            <a:r>
              <a:rPr lang="en-US"/>
              <a:t> </a:t>
            </a:r>
            <a:r>
              <a:rPr lang="en-US" err="1"/>
              <a:t>augue</a:t>
            </a:r>
            <a:r>
              <a:rPr lang="en-US"/>
              <a:t>. </a:t>
            </a:r>
            <a:r>
              <a:rPr lang="en-US" err="1"/>
              <a:t>Etiam</a:t>
            </a:r>
            <a:r>
              <a:rPr lang="en-US"/>
              <a:t> vitae </a:t>
            </a:r>
            <a:r>
              <a:rPr lang="en-US" err="1"/>
              <a:t>molestie</a:t>
            </a:r>
            <a:r>
              <a:rPr lang="en-US"/>
              <a:t> </a:t>
            </a:r>
            <a:r>
              <a:rPr lang="en-US" err="1"/>
              <a:t>felis</a:t>
            </a:r>
            <a:r>
              <a:rPr lang="en-US"/>
              <a:t>. Aliquam </a:t>
            </a:r>
            <a:r>
              <a:rPr lang="en-US" err="1"/>
              <a:t>pellentesque</a:t>
            </a:r>
            <a:r>
              <a:rPr lang="en-US"/>
              <a:t> porta </a:t>
            </a:r>
            <a:r>
              <a:rPr lang="en-US" err="1"/>
              <a:t>consequat</a:t>
            </a:r>
            <a:r>
              <a:rPr lang="en-US"/>
              <a:t>. Sed </a:t>
            </a:r>
            <a:r>
              <a:rPr lang="en-US" err="1"/>
              <a:t>quis</a:t>
            </a:r>
            <a:r>
              <a:rPr lang="en-US"/>
              <a:t> </a:t>
            </a:r>
            <a:r>
              <a:rPr lang="en-US" err="1"/>
              <a:t>accumsan</a:t>
            </a:r>
            <a:r>
              <a:rPr lang="en-US"/>
              <a:t> diam, ac </a:t>
            </a:r>
            <a:r>
              <a:rPr lang="en-US" err="1"/>
              <a:t>consequat</a:t>
            </a:r>
            <a:r>
              <a:rPr lang="en-US"/>
              <a:t> </a:t>
            </a:r>
            <a:r>
              <a:rPr lang="en-US" err="1"/>
              <a:t>sapien</a:t>
            </a:r>
            <a:r>
              <a:rPr lang="en-US"/>
              <a:t>. Ut vitae </a:t>
            </a:r>
            <a:r>
              <a:rPr lang="en-US" err="1"/>
              <a:t>velit</a:t>
            </a:r>
            <a:r>
              <a:rPr lang="en-US"/>
              <a:t> </a:t>
            </a:r>
            <a:r>
              <a:rPr lang="en-US" err="1"/>
              <a:t>ullamcorper</a:t>
            </a:r>
            <a:r>
              <a:rPr lang="en-US"/>
              <a:t>, </a:t>
            </a:r>
            <a:r>
              <a:rPr lang="en-US" err="1"/>
              <a:t>euismod</a:t>
            </a:r>
            <a:r>
              <a:rPr lang="en-US"/>
              <a:t> nisi </a:t>
            </a:r>
            <a:r>
              <a:rPr lang="en-US" err="1"/>
              <a:t>nec</a:t>
            </a:r>
            <a:r>
              <a:rPr lang="en-US"/>
              <a:t>, </a:t>
            </a:r>
            <a:r>
              <a:rPr lang="en-US" err="1"/>
              <a:t>fringilla</a:t>
            </a:r>
            <a:r>
              <a:rPr lang="en-US"/>
              <a:t> </a:t>
            </a:r>
            <a:r>
              <a:rPr lang="en-US" err="1"/>
              <a:t>enim</a:t>
            </a:r>
            <a:r>
              <a:rPr lang="en-US"/>
              <a:t>. Aliquam </a:t>
            </a:r>
            <a:r>
              <a:rPr lang="en-US" err="1"/>
              <a:t>posuere</a:t>
            </a:r>
            <a:r>
              <a:rPr lang="en-US"/>
              <a:t>, </a:t>
            </a:r>
            <a:r>
              <a:rPr lang="en-US" err="1"/>
              <a:t>lectus</a:t>
            </a:r>
            <a:r>
              <a:rPr lang="en-US"/>
              <a:t> sed </a:t>
            </a:r>
            <a:r>
              <a:rPr lang="en-US" err="1"/>
              <a:t>varius</a:t>
            </a:r>
            <a:r>
              <a:rPr lang="en-US"/>
              <a:t> </a:t>
            </a:r>
            <a:r>
              <a:rPr lang="en-US" err="1"/>
              <a:t>porttitor</a:t>
            </a:r>
            <a:r>
              <a:rPr lang="en-US"/>
              <a:t>, </a:t>
            </a:r>
            <a:r>
              <a:rPr lang="en-US" err="1"/>
              <a:t>lacus</a:t>
            </a:r>
            <a:r>
              <a:rPr lang="en-US"/>
              <a:t> </a:t>
            </a:r>
            <a:r>
              <a:rPr lang="en-US" err="1"/>
              <a:t>mauris</a:t>
            </a:r>
            <a:r>
              <a:rPr lang="en-US"/>
              <a:t> pulvinar eros, </a:t>
            </a:r>
            <a:r>
              <a:rPr lang="en-US" err="1"/>
              <a:t>dignissim</a:t>
            </a:r>
            <a:r>
              <a:rPr lang="en-US"/>
              <a:t>.</a:t>
            </a:r>
          </a:p>
        </p:txBody>
      </p:sp>
      <p:sp>
        <p:nvSpPr>
          <p:cNvPr id="43" name="Text Placeholder 13">
            <a:extLst>
              <a:ext uri="{FF2B5EF4-FFF2-40B4-BE49-F238E27FC236}">
                <a16:creationId xmlns:a16="http://schemas.microsoft.com/office/drawing/2014/main" id="{F490E0C5-B69F-FC46-877B-2C873AF1F322}"/>
              </a:ext>
            </a:extLst>
          </p:cNvPr>
          <p:cNvSpPr>
            <a:spLocks noGrp="1"/>
          </p:cNvSpPr>
          <p:nvPr>
            <p:ph type="body" sz="quarter" idx="30" hasCustomPrompt="1"/>
          </p:nvPr>
        </p:nvSpPr>
        <p:spPr>
          <a:xfrm>
            <a:off x="6245430" y="3353489"/>
            <a:ext cx="2011678" cy="241982"/>
          </a:xfrm>
        </p:spPr>
        <p:txBody>
          <a:bodyPr rIns="0"/>
          <a:lstStyle>
            <a:lvl1pPr marL="0" indent="0" algn="l">
              <a:lnSpc>
                <a:spcPts val="2200"/>
              </a:lnSpc>
              <a:spcAft>
                <a:spcPts val="0"/>
              </a:spcAft>
              <a:buFont typeface="Arial" panose="020B0604020202020204" pitchFamily="34" charset="0"/>
              <a:buNone/>
              <a:defRPr sz="14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err="1"/>
              <a:t>Firstname</a:t>
            </a:r>
            <a:r>
              <a:rPr lang="en-US"/>
              <a:t> </a:t>
            </a:r>
            <a:r>
              <a:rPr lang="en-US" err="1"/>
              <a:t>Lastname</a:t>
            </a:r>
            <a:endParaRPr lang="en-US"/>
          </a:p>
        </p:txBody>
      </p:sp>
      <p:sp>
        <p:nvSpPr>
          <p:cNvPr id="47" name="Text Placeholder 13">
            <a:extLst>
              <a:ext uri="{FF2B5EF4-FFF2-40B4-BE49-F238E27FC236}">
                <a16:creationId xmlns:a16="http://schemas.microsoft.com/office/drawing/2014/main" id="{C5641200-9DFD-BD44-A426-EF569115DDBE}"/>
              </a:ext>
            </a:extLst>
          </p:cNvPr>
          <p:cNvSpPr>
            <a:spLocks noGrp="1"/>
          </p:cNvSpPr>
          <p:nvPr>
            <p:ph type="body" sz="quarter" idx="31" hasCustomPrompt="1"/>
          </p:nvPr>
        </p:nvSpPr>
        <p:spPr>
          <a:xfrm>
            <a:off x="6245430" y="3646450"/>
            <a:ext cx="2011678" cy="265652"/>
          </a:xfrm>
        </p:spPr>
        <p:txBody>
          <a:bodyPr rIns="0"/>
          <a:lstStyle>
            <a:lvl1pPr marL="0" indent="0" algn="l">
              <a:lnSpc>
                <a:spcPts val="1600"/>
              </a:lnSpc>
              <a:spcAft>
                <a:spcPts val="600"/>
              </a:spcAft>
              <a:buFont typeface="Arial" panose="020B0604020202020204" pitchFamily="34" charset="0"/>
              <a:buNone/>
              <a:defRPr sz="1200" b="0" i="0">
                <a:solidFill>
                  <a:schemeClr val="accent1"/>
                </a:solidFill>
                <a:latin typeface="+mj-lt"/>
              </a:defRPr>
            </a:lvl1pPr>
            <a:lvl2pPr marL="239712" indent="0">
              <a:buNone/>
              <a:defRPr/>
            </a:lvl2pPr>
            <a:lvl3pPr marL="466725" indent="0">
              <a:buNone/>
              <a:defRPr/>
            </a:lvl3pPr>
            <a:lvl4pPr marL="1371600" indent="0">
              <a:buNone/>
              <a:defRPr/>
            </a:lvl4pPr>
            <a:lvl5pPr marL="1828800" indent="0">
              <a:buNone/>
              <a:defRPr/>
            </a:lvl5pPr>
          </a:lstStyle>
          <a:p>
            <a:pPr lvl="0"/>
            <a:r>
              <a:rPr lang="en-US"/>
              <a:t>Title Here</a:t>
            </a:r>
          </a:p>
        </p:txBody>
      </p:sp>
      <p:sp>
        <p:nvSpPr>
          <p:cNvPr id="48" name="Text Placeholder 13">
            <a:extLst>
              <a:ext uri="{FF2B5EF4-FFF2-40B4-BE49-F238E27FC236}">
                <a16:creationId xmlns:a16="http://schemas.microsoft.com/office/drawing/2014/main" id="{41EFB69E-AF83-C748-BB2E-342EC422E435}"/>
              </a:ext>
            </a:extLst>
          </p:cNvPr>
          <p:cNvSpPr>
            <a:spLocks noGrp="1"/>
          </p:cNvSpPr>
          <p:nvPr>
            <p:ph type="body" sz="quarter" idx="32" hasCustomPrompt="1"/>
          </p:nvPr>
        </p:nvSpPr>
        <p:spPr>
          <a:xfrm>
            <a:off x="9152894" y="3917081"/>
            <a:ext cx="2577143" cy="2092574"/>
          </a:xfrm>
          <a:solidFill>
            <a:srgbClr val="F2F6FB"/>
          </a:solidFill>
        </p:spPr>
        <p:txBody>
          <a:bodyPr rIns="0"/>
          <a:lstStyle>
            <a:lvl1pPr marL="171450" indent="-171450" algn="l">
              <a:lnSpc>
                <a:spcPct val="100000"/>
              </a:lnSpc>
              <a:spcAft>
                <a:spcPts val="600"/>
              </a:spcAft>
              <a:buFont typeface="Wingdings" pitchFamily="2" charset="2"/>
              <a:buChar char="§"/>
              <a:defRPr sz="11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Cras </a:t>
            </a:r>
            <a:r>
              <a:rPr lang="en-US" err="1"/>
              <a:t>ut</a:t>
            </a:r>
            <a:r>
              <a:rPr lang="en-US"/>
              <a:t> auctor </a:t>
            </a:r>
            <a:r>
              <a:rPr lang="en-US" err="1"/>
              <a:t>orci</a:t>
            </a:r>
            <a:r>
              <a:rPr lang="en-US"/>
              <a:t>, in </a:t>
            </a:r>
            <a:r>
              <a:rPr lang="en-US" err="1"/>
              <a:t>lobortis</a:t>
            </a:r>
            <a:r>
              <a:rPr lang="en-US"/>
              <a:t> </a:t>
            </a:r>
            <a:r>
              <a:rPr lang="en-US" err="1"/>
              <a:t>augue</a:t>
            </a:r>
            <a:r>
              <a:rPr lang="en-US"/>
              <a:t>. </a:t>
            </a:r>
            <a:r>
              <a:rPr lang="en-US" err="1"/>
              <a:t>Etiam</a:t>
            </a:r>
            <a:r>
              <a:rPr lang="en-US"/>
              <a:t> vitae </a:t>
            </a:r>
            <a:r>
              <a:rPr lang="en-US" err="1"/>
              <a:t>molestie</a:t>
            </a:r>
            <a:r>
              <a:rPr lang="en-US"/>
              <a:t> </a:t>
            </a:r>
            <a:r>
              <a:rPr lang="en-US" err="1"/>
              <a:t>felis</a:t>
            </a:r>
            <a:r>
              <a:rPr lang="en-US"/>
              <a:t>. Aliquam </a:t>
            </a:r>
            <a:r>
              <a:rPr lang="en-US" err="1"/>
              <a:t>pellentesque</a:t>
            </a:r>
            <a:r>
              <a:rPr lang="en-US"/>
              <a:t> porta </a:t>
            </a:r>
            <a:r>
              <a:rPr lang="en-US" err="1"/>
              <a:t>consequat</a:t>
            </a:r>
            <a:r>
              <a:rPr lang="en-US"/>
              <a:t>. Sed </a:t>
            </a:r>
            <a:r>
              <a:rPr lang="en-US" err="1"/>
              <a:t>quis</a:t>
            </a:r>
            <a:r>
              <a:rPr lang="en-US"/>
              <a:t> </a:t>
            </a:r>
            <a:r>
              <a:rPr lang="en-US" err="1"/>
              <a:t>accumsan</a:t>
            </a:r>
            <a:r>
              <a:rPr lang="en-US"/>
              <a:t> diam, ac </a:t>
            </a:r>
            <a:r>
              <a:rPr lang="en-US" err="1"/>
              <a:t>consequat</a:t>
            </a:r>
            <a:r>
              <a:rPr lang="en-US"/>
              <a:t> </a:t>
            </a:r>
            <a:r>
              <a:rPr lang="en-US" err="1"/>
              <a:t>sapien</a:t>
            </a:r>
            <a:r>
              <a:rPr lang="en-US"/>
              <a:t>. Ut vitae </a:t>
            </a:r>
            <a:r>
              <a:rPr lang="en-US" err="1"/>
              <a:t>velit</a:t>
            </a:r>
            <a:r>
              <a:rPr lang="en-US"/>
              <a:t> </a:t>
            </a:r>
            <a:r>
              <a:rPr lang="en-US" err="1"/>
              <a:t>ullamcorper</a:t>
            </a:r>
            <a:r>
              <a:rPr lang="en-US"/>
              <a:t>, </a:t>
            </a:r>
            <a:r>
              <a:rPr lang="en-US" err="1"/>
              <a:t>euismod</a:t>
            </a:r>
            <a:r>
              <a:rPr lang="en-US"/>
              <a:t> nisi </a:t>
            </a:r>
            <a:r>
              <a:rPr lang="en-US" err="1"/>
              <a:t>nec</a:t>
            </a:r>
            <a:r>
              <a:rPr lang="en-US"/>
              <a:t>, </a:t>
            </a:r>
            <a:r>
              <a:rPr lang="en-US" err="1"/>
              <a:t>fringilla</a:t>
            </a:r>
            <a:r>
              <a:rPr lang="en-US"/>
              <a:t> </a:t>
            </a:r>
            <a:r>
              <a:rPr lang="en-US" err="1"/>
              <a:t>enim</a:t>
            </a:r>
            <a:r>
              <a:rPr lang="en-US"/>
              <a:t>. Aliquam </a:t>
            </a:r>
            <a:r>
              <a:rPr lang="en-US" err="1"/>
              <a:t>posuere</a:t>
            </a:r>
            <a:r>
              <a:rPr lang="en-US"/>
              <a:t>, </a:t>
            </a:r>
            <a:r>
              <a:rPr lang="en-US" err="1"/>
              <a:t>lectus</a:t>
            </a:r>
            <a:r>
              <a:rPr lang="en-US"/>
              <a:t> sed </a:t>
            </a:r>
            <a:r>
              <a:rPr lang="en-US" err="1"/>
              <a:t>varius</a:t>
            </a:r>
            <a:r>
              <a:rPr lang="en-US"/>
              <a:t> </a:t>
            </a:r>
            <a:r>
              <a:rPr lang="en-US" err="1"/>
              <a:t>porttitor</a:t>
            </a:r>
            <a:r>
              <a:rPr lang="en-US"/>
              <a:t>, </a:t>
            </a:r>
            <a:r>
              <a:rPr lang="en-US" err="1"/>
              <a:t>lacus</a:t>
            </a:r>
            <a:r>
              <a:rPr lang="en-US"/>
              <a:t> </a:t>
            </a:r>
            <a:r>
              <a:rPr lang="en-US" err="1"/>
              <a:t>mauris</a:t>
            </a:r>
            <a:r>
              <a:rPr lang="en-US"/>
              <a:t> pulvinar eros, </a:t>
            </a:r>
            <a:r>
              <a:rPr lang="en-US" err="1"/>
              <a:t>dignissim</a:t>
            </a:r>
            <a:r>
              <a:rPr lang="en-US"/>
              <a:t>.</a:t>
            </a:r>
          </a:p>
        </p:txBody>
      </p:sp>
      <p:sp>
        <p:nvSpPr>
          <p:cNvPr id="49" name="Text Placeholder 13">
            <a:extLst>
              <a:ext uri="{FF2B5EF4-FFF2-40B4-BE49-F238E27FC236}">
                <a16:creationId xmlns:a16="http://schemas.microsoft.com/office/drawing/2014/main" id="{EFF6687A-707A-484E-8A6E-00BDDB30F09F}"/>
              </a:ext>
            </a:extLst>
          </p:cNvPr>
          <p:cNvSpPr>
            <a:spLocks noGrp="1"/>
          </p:cNvSpPr>
          <p:nvPr>
            <p:ph type="body" sz="quarter" idx="33" hasCustomPrompt="1"/>
          </p:nvPr>
        </p:nvSpPr>
        <p:spPr>
          <a:xfrm>
            <a:off x="9152895" y="3358468"/>
            <a:ext cx="2011677" cy="241982"/>
          </a:xfrm>
        </p:spPr>
        <p:txBody>
          <a:bodyPr rIns="0"/>
          <a:lstStyle>
            <a:lvl1pPr marL="0" indent="0" algn="l">
              <a:lnSpc>
                <a:spcPts val="2200"/>
              </a:lnSpc>
              <a:spcAft>
                <a:spcPts val="0"/>
              </a:spcAft>
              <a:buFont typeface="Arial" panose="020B0604020202020204" pitchFamily="34" charset="0"/>
              <a:buNone/>
              <a:defRPr sz="14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err="1"/>
              <a:t>Firstname</a:t>
            </a:r>
            <a:r>
              <a:rPr lang="en-US"/>
              <a:t> </a:t>
            </a:r>
            <a:r>
              <a:rPr lang="en-US" err="1"/>
              <a:t>Lastname</a:t>
            </a:r>
            <a:endParaRPr lang="en-US"/>
          </a:p>
        </p:txBody>
      </p:sp>
      <p:sp>
        <p:nvSpPr>
          <p:cNvPr id="50" name="Text Placeholder 13">
            <a:extLst>
              <a:ext uri="{FF2B5EF4-FFF2-40B4-BE49-F238E27FC236}">
                <a16:creationId xmlns:a16="http://schemas.microsoft.com/office/drawing/2014/main" id="{B2E81D1C-A882-7B49-AF6A-93F59ADB4C75}"/>
              </a:ext>
            </a:extLst>
          </p:cNvPr>
          <p:cNvSpPr>
            <a:spLocks noGrp="1"/>
          </p:cNvSpPr>
          <p:nvPr>
            <p:ph type="body" sz="quarter" idx="34" hasCustomPrompt="1"/>
          </p:nvPr>
        </p:nvSpPr>
        <p:spPr>
          <a:xfrm>
            <a:off x="9152895" y="3651429"/>
            <a:ext cx="2011677" cy="265652"/>
          </a:xfrm>
        </p:spPr>
        <p:txBody>
          <a:bodyPr rIns="0"/>
          <a:lstStyle>
            <a:lvl1pPr marL="0" indent="0" algn="l">
              <a:lnSpc>
                <a:spcPts val="1600"/>
              </a:lnSpc>
              <a:spcAft>
                <a:spcPts val="600"/>
              </a:spcAft>
              <a:buFont typeface="Arial" panose="020B0604020202020204" pitchFamily="34" charset="0"/>
              <a:buNone/>
              <a:defRPr sz="1200" b="0" i="0">
                <a:solidFill>
                  <a:schemeClr val="accent1"/>
                </a:solidFill>
                <a:latin typeface="+mj-lt"/>
              </a:defRPr>
            </a:lvl1pPr>
            <a:lvl2pPr marL="239712" indent="0">
              <a:buNone/>
              <a:defRPr/>
            </a:lvl2pPr>
            <a:lvl3pPr marL="466725" indent="0">
              <a:buNone/>
              <a:defRPr/>
            </a:lvl3pPr>
            <a:lvl4pPr marL="1371600" indent="0">
              <a:buNone/>
              <a:defRPr/>
            </a:lvl4pPr>
            <a:lvl5pPr marL="1828800" indent="0">
              <a:buNone/>
              <a:defRPr/>
            </a:lvl5pPr>
          </a:lstStyle>
          <a:p>
            <a:pPr lvl="0"/>
            <a:r>
              <a:rPr lang="en-US"/>
              <a:t>Title Here</a:t>
            </a:r>
          </a:p>
        </p:txBody>
      </p:sp>
      <p:cxnSp>
        <p:nvCxnSpPr>
          <p:cNvPr id="31" name="Straight Connector 30">
            <a:extLst>
              <a:ext uri="{FF2B5EF4-FFF2-40B4-BE49-F238E27FC236}">
                <a16:creationId xmlns:a16="http://schemas.microsoft.com/office/drawing/2014/main" id="{CF0E889B-0173-0C42-B8DB-B0AC87A9A688}"/>
              </a:ext>
            </a:extLst>
          </p:cNvPr>
          <p:cNvCxnSpPr>
            <a:cxnSpLocks/>
          </p:cNvCxnSpPr>
          <p:nvPr userDrawn="1"/>
        </p:nvCxnSpPr>
        <p:spPr>
          <a:xfrm>
            <a:off x="450047" y="3353489"/>
            <a:ext cx="262906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6267727-3208-4649-99B2-02645128A38A}"/>
              </a:ext>
            </a:extLst>
          </p:cNvPr>
          <p:cNvCxnSpPr>
            <a:cxnSpLocks/>
          </p:cNvCxnSpPr>
          <p:nvPr userDrawn="1"/>
        </p:nvCxnSpPr>
        <p:spPr>
          <a:xfrm>
            <a:off x="3343668" y="3353489"/>
            <a:ext cx="262906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DAA047ED-2904-D143-97D1-A32C79E14CD5}"/>
              </a:ext>
            </a:extLst>
          </p:cNvPr>
          <p:cNvCxnSpPr>
            <a:cxnSpLocks/>
          </p:cNvCxnSpPr>
          <p:nvPr userDrawn="1"/>
        </p:nvCxnSpPr>
        <p:spPr>
          <a:xfrm>
            <a:off x="6237289" y="3353489"/>
            <a:ext cx="262906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B6D556DD-275A-8FEC-4594-A65091297408}"/>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accent1"/>
                </a:solidFill>
                <a:latin typeface="+mj-lt"/>
              </a:rPr>
              <a:t>Confidential</a:t>
            </a:r>
          </a:p>
        </p:txBody>
      </p:sp>
      <p:cxnSp>
        <p:nvCxnSpPr>
          <p:cNvPr id="51" name="Straight Connector 50">
            <a:extLst>
              <a:ext uri="{FF2B5EF4-FFF2-40B4-BE49-F238E27FC236}">
                <a16:creationId xmlns:a16="http://schemas.microsoft.com/office/drawing/2014/main" id="{94B4982E-2DC1-7DA7-21D2-60CF0E2D4061}"/>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59" name="Rounded Rectangle 58">
            <a:extLst>
              <a:ext uri="{FF2B5EF4-FFF2-40B4-BE49-F238E27FC236}">
                <a16:creationId xmlns:a16="http://schemas.microsoft.com/office/drawing/2014/main" id="{52A42038-514E-DD8B-0AC9-9D1F34D2760A}"/>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Slide Number Placeholder 5">
            <a:extLst>
              <a:ext uri="{FF2B5EF4-FFF2-40B4-BE49-F238E27FC236}">
                <a16:creationId xmlns:a16="http://schemas.microsoft.com/office/drawing/2014/main" id="{D3C7A094-16EF-D4BF-5D64-4058B6356C28}"/>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cxnSp>
        <p:nvCxnSpPr>
          <p:cNvPr id="44" name="Straight Connector 43">
            <a:extLst>
              <a:ext uri="{FF2B5EF4-FFF2-40B4-BE49-F238E27FC236}">
                <a16:creationId xmlns:a16="http://schemas.microsoft.com/office/drawing/2014/main" id="{54FD49A1-AF80-9E2B-5182-F8E3211E4027}"/>
              </a:ext>
            </a:extLst>
          </p:cNvPr>
          <p:cNvCxnSpPr>
            <a:cxnSpLocks/>
          </p:cNvCxnSpPr>
          <p:nvPr userDrawn="1"/>
        </p:nvCxnSpPr>
        <p:spPr>
          <a:xfrm>
            <a:off x="9152892" y="3353489"/>
            <a:ext cx="262906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46924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_Statement">
    <p:bg>
      <p:bgPr>
        <a:solidFill>
          <a:schemeClr val="accent2"/>
        </a:solidFill>
        <a:effectLst/>
      </p:bgPr>
    </p:bg>
    <p:spTree>
      <p:nvGrpSpPr>
        <p:cNvPr id="1" name=""/>
        <p:cNvGrpSpPr/>
        <p:nvPr/>
      </p:nvGrpSpPr>
      <p:grpSpPr>
        <a:xfrm>
          <a:off x="0" y="0"/>
          <a:ext cx="0" cy="0"/>
          <a:chOff x="0" y="0"/>
          <a:chExt cx="0" cy="0"/>
        </a:xfrm>
      </p:grpSpPr>
      <p:cxnSp>
        <p:nvCxnSpPr>
          <p:cNvPr id="45" name="Straight Connector 44">
            <a:extLst>
              <a:ext uri="{FF2B5EF4-FFF2-40B4-BE49-F238E27FC236}">
                <a16:creationId xmlns:a16="http://schemas.microsoft.com/office/drawing/2014/main" id="{95A14D9D-82E3-F349-BE52-63BC561FEE14}"/>
              </a:ext>
            </a:extLst>
          </p:cNvPr>
          <p:cNvCxnSpPr>
            <a:cxnSpLocks/>
          </p:cNvCxnSpPr>
          <p:nvPr userDrawn="1"/>
        </p:nvCxnSpPr>
        <p:spPr>
          <a:xfrm>
            <a:off x="11634435" y="6412967"/>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46" name="Rounded Rectangle 45">
            <a:extLst>
              <a:ext uri="{FF2B5EF4-FFF2-40B4-BE49-F238E27FC236}">
                <a16:creationId xmlns:a16="http://schemas.microsoft.com/office/drawing/2014/main" id="{C6AE864F-189C-0B40-B760-21DF2F3E173C}"/>
              </a:ext>
            </a:extLst>
          </p:cNvPr>
          <p:cNvSpPr>
            <a:spLocks noChangeAspect="1"/>
          </p:cNvSpPr>
          <p:nvPr userDrawn="1"/>
        </p:nvSpPr>
        <p:spPr>
          <a:xfrm rot="2700000">
            <a:off x="11576386" y="6344385"/>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ound Single Corner Rectangle 21">
            <a:extLst>
              <a:ext uri="{FF2B5EF4-FFF2-40B4-BE49-F238E27FC236}">
                <a16:creationId xmlns:a16="http://schemas.microsoft.com/office/drawing/2014/main" id="{AD46FF13-C543-CD47-8F3C-0E5202A3534B}"/>
              </a:ext>
            </a:extLst>
          </p:cNvPr>
          <p:cNvSpPr/>
          <p:nvPr userDrawn="1"/>
        </p:nvSpPr>
        <p:spPr>
          <a:xfrm rot="5400000">
            <a:off x="1459687" y="-1459696"/>
            <a:ext cx="6886602" cy="9805991"/>
          </a:xfrm>
          <a:prstGeom prst="round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3" name="Right side ">
            <a:extLst>
              <a:ext uri="{FF2B5EF4-FFF2-40B4-BE49-F238E27FC236}">
                <a16:creationId xmlns:a16="http://schemas.microsoft.com/office/drawing/2014/main" id="{C7DCB3E0-65BB-4749-8440-103779AD880D}"/>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5924" t="1798" r="8377" b="7883"/>
          <a:stretch/>
        </p:blipFill>
        <p:spPr>
          <a:xfrm>
            <a:off x="2232891" y="0"/>
            <a:ext cx="7573095" cy="6886602"/>
          </a:xfrm>
          <a:prstGeom prst="rect">
            <a:avLst/>
          </a:prstGeom>
        </p:spPr>
      </p:pic>
      <p:sp>
        <p:nvSpPr>
          <p:cNvPr id="21" name="Freeform 20">
            <a:extLst>
              <a:ext uri="{FF2B5EF4-FFF2-40B4-BE49-F238E27FC236}">
                <a16:creationId xmlns:a16="http://schemas.microsoft.com/office/drawing/2014/main" id="{DFD15E9A-945C-4145-85F3-336590BDB1F7}"/>
              </a:ext>
            </a:extLst>
          </p:cNvPr>
          <p:cNvSpPr/>
          <p:nvPr userDrawn="1"/>
        </p:nvSpPr>
        <p:spPr>
          <a:xfrm>
            <a:off x="724912" y="1360801"/>
            <a:ext cx="1168591" cy="946615"/>
          </a:xfrm>
          <a:custGeom>
            <a:avLst/>
            <a:gdLst>
              <a:gd name="connsiteX0" fmla="*/ 0 w 1336609"/>
              <a:gd name="connsiteY0" fmla="*/ 657548 h 1082719"/>
              <a:gd name="connsiteX1" fmla="*/ 397509 w 1336609"/>
              <a:gd name="connsiteY1" fmla="*/ 0 h 1082719"/>
              <a:gd name="connsiteX2" fmla="*/ 586319 w 1336609"/>
              <a:gd name="connsiteY2" fmla="*/ 0 h 1082719"/>
              <a:gd name="connsiteX3" fmla="*/ 293112 w 1336609"/>
              <a:gd name="connsiteY3" fmla="*/ 593252 h 1082719"/>
              <a:gd name="connsiteX4" fmla="*/ 496863 w 1336609"/>
              <a:gd name="connsiteY4" fmla="*/ 593252 h 1082719"/>
              <a:gd name="connsiteX5" fmla="*/ 496863 w 1336609"/>
              <a:gd name="connsiteY5" fmla="*/ 1082720 h 1082719"/>
              <a:gd name="connsiteX6" fmla="*/ 0 w 1336609"/>
              <a:gd name="connsiteY6" fmla="*/ 1082720 h 1082719"/>
              <a:gd name="connsiteX7" fmla="*/ 0 w 1336609"/>
              <a:gd name="connsiteY7" fmla="*/ 657548 h 1082719"/>
              <a:gd name="connsiteX8" fmla="*/ 750291 w 1336609"/>
              <a:gd name="connsiteY8" fmla="*/ 657548 h 1082719"/>
              <a:gd name="connsiteX9" fmla="*/ 1147800 w 1336609"/>
              <a:gd name="connsiteY9" fmla="*/ 0 h 1082719"/>
              <a:gd name="connsiteX10" fmla="*/ 1336610 w 1336609"/>
              <a:gd name="connsiteY10" fmla="*/ 0 h 1082719"/>
              <a:gd name="connsiteX11" fmla="*/ 1043498 w 1336609"/>
              <a:gd name="connsiteY11" fmla="*/ 593252 h 1082719"/>
              <a:gd name="connsiteX12" fmla="*/ 1247153 w 1336609"/>
              <a:gd name="connsiteY12" fmla="*/ 593252 h 1082719"/>
              <a:gd name="connsiteX13" fmla="*/ 1247153 w 1336609"/>
              <a:gd name="connsiteY13" fmla="*/ 1082720 h 1082719"/>
              <a:gd name="connsiteX14" fmla="*/ 750291 w 1336609"/>
              <a:gd name="connsiteY14" fmla="*/ 1082720 h 1082719"/>
              <a:gd name="connsiteX15" fmla="*/ 750291 w 1336609"/>
              <a:gd name="connsiteY15" fmla="*/ 657548 h 1082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36609" h="1082719">
                <a:moveTo>
                  <a:pt x="0" y="657548"/>
                </a:moveTo>
                <a:lnTo>
                  <a:pt x="397509" y="0"/>
                </a:lnTo>
                <a:lnTo>
                  <a:pt x="586319" y="0"/>
                </a:lnTo>
                <a:lnTo>
                  <a:pt x="293112" y="593252"/>
                </a:lnTo>
                <a:lnTo>
                  <a:pt x="496863" y="593252"/>
                </a:lnTo>
                <a:lnTo>
                  <a:pt x="496863" y="1082720"/>
                </a:lnTo>
                <a:lnTo>
                  <a:pt x="0" y="1082720"/>
                </a:lnTo>
                <a:lnTo>
                  <a:pt x="0" y="657548"/>
                </a:lnTo>
                <a:close/>
                <a:moveTo>
                  <a:pt x="750291" y="657548"/>
                </a:moveTo>
                <a:lnTo>
                  <a:pt x="1147800" y="0"/>
                </a:lnTo>
                <a:lnTo>
                  <a:pt x="1336610" y="0"/>
                </a:lnTo>
                <a:lnTo>
                  <a:pt x="1043498" y="593252"/>
                </a:lnTo>
                <a:lnTo>
                  <a:pt x="1247153" y="593252"/>
                </a:lnTo>
                <a:lnTo>
                  <a:pt x="1247153" y="1082720"/>
                </a:lnTo>
                <a:lnTo>
                  <a:pt x="750291" y="1082720"/>
                </a:lnTo>
                <a:lnTo>
                  <a:pt x="750291" y="657548"/>
                </a:lnTo>
                <a:close/>
              </a:path>
            </a:pathLst>
          </a:custGeom>
          <a:solidFill>
            <a:schemeClr val="accent1">
              <a:lumMod val="10000"/>
              <a:lumOff val="90000"/>
            </a:schemeClr>
          </a:solidFill>
          <a:ln w="9500" cap="flat">
            <a:noFill/>
            <a:prstDash val="solid"/>
            <a:miter/>
          </a:ln>
        </p:spPr>
        <p:txBody>
          <a:bodyPr rtlCol="0" anchor="ctr"/>
          <a:lstStyle/>
          <a:p>
            <a:endParaRPr lang="en-GB"/>
          </a:p>
        </p:txBody>
      </p:sp>
      <p:sp>
        <p:nvSpPr>
          <p:cNvPr id="4" name="Title 3">
            <a:extLst>
              <a:ext uri="{FF2B5EF4-FFF2-40B4-BE49-F238E27FC236}">
                <a16:creationId xmlns:a16="http://schemas.microsoft.com/office/drawing/2014/main" id="{36608668-0C71-D84E-BAE5-6E0294650572}"/>
              </a:ext>
            </a:extLst>
          </p:cNvPr>
          <p:cNvSpPr>
            <a:spLocks noGrp="1"/>
          </p:cNvSpPr>
          <p:nvPr>
            <p:ph type="title" hasCustomPrompt="1"/>
          </p:nvPr>
        </p:nvSpPr>
        <p:spPr>
          <a:xfrm>
            <a:off x="2264520" y="1360800"/>
            <a:ext cx="6089767" cy="3309171"/>
          </a:xfrm>
        </p:spPr>
        <p:txBody>
          <a:bodyPr/>
          <a:lstStyle>
            <a:lvl1pPr marL="0" indent="0">
              <a:lnSpc>
                <a:spcPct val="100000"/>
              </a:lnSpc>
              <a:buNone/>
              <a:defRPr sz="3600"/>
            </a:lvl1pPr>
          </a:lstStyle>
          <a:p>
            <a:pPr marL="0" indent="0">
              <a:lnSpc>
                <a:spcPts val="3800"/>
              </a:lnSpc>
              <a:buNone/>
            </a:pPr>
            <a:r>
              <a:rPr lang="en-GB" sz="3200">
                <a:solidFill>
                  <a:schemeClr val="accent2"/>
                </a:solidFill>
                <a:latin typeface="Franklin Gothic Medium" panose="020B0603020102020204" pitchFamily="34" charset="0"/>
              </a:rPr>
              <a:t>Statement Slide </a:t>
            </a:r>
            <a:r>
              <a:rPr lang="en-GB" sz="3200" err="1">
                <a:latin typeface="Franklin Gothic Medium" panose="020B0603020102020204" pitchFamily="34" charset="0"/>
              </a:rPr>
              <a:t>dolor</a:t>
            </a:r>
            <a:r>
              <a:rPr lang="en-GB" sz="3200">
                <a:latin typeface="Franklin Gothic Medium" panose="020B0603020102020204" pitchFamily="34" charset="0"/>
              </a:rPr>
              <a:t> sit am, </a:t>
            </a:r>
            <a:r>
              <a:rPr lang="en-GB" sz="3200" err="1">
                <a:latin typeface="Franklin Gothic Medium" panose="020B0603020102020204" pitchFamily="34" charset="0"/>
              </a:rPr>
              <a:t>consectetur</a:t>
            </a:r>
            <a:r>
              <a:rPr lang="en-GB" sz="3200">
                <a:latin typeface="Franklin Gothic Medium" panose="020B0603020102020204" pitchFamily="34" charset="0"/>
              </a:rPr>
              <a:t> </a:t>
            </a:r>
            <a:r>
              <a:rPr lang="en-GB" sz="3200" err="1">
                <a:latin typeface="Franklin Gothic Medium" panose="020B0603020102020204" pitchFamily="34" charset="0"/>
              </a:rPr>
              <a:t>adipiscing</a:t>
            </a:r>
            <a:r>
              <a:rPr lang="en-GB" sz="3200">
                <a:latin typeface="Franklin Gothic Medium" panose="020B0603020102020204" pitchFamily="34" charset="0"/>
              </a:rPr>
              <a:t> </a:t>
            </a:r>
            <a:r>
              <a:rPr lang="en-GB" sz="3200" err="1">
                <a:latin typeface="Franklin Gothic Medium" panose="020B0603020102020204" pitchFamily="34" charset="0"/>
              </a:rPr>
              <a:t>elit</a:t>
            </a:r>
            <a:r>
              <a:rPr lang="en-GB" sz="3200">
                <a:latin typeface="Franklin Gothic Medium" panose="020B0603020102020204" pitchFamily="34" charset="0"/>
              </a:rPr>
              <a:t>. Cras </a:t>
            </a:r>
            <a:br>
              <a:rPr lang="en-GB" sz="3200">
                <a:latin typeface="Franklin Gothic Medium" panose="020B0603020102020204" pitchFamily="34" charset="0"/>
              </a:rPr>
            </a:br>
            <a:r>
              <a:rPr lang="en-GB" sz="3200" err="1">
                <a:latin typeface="Franklin Gothic Medium" panose="020B0603020102020204" pitchFamily="34" charset="0"/>
              </a:rPr>
              <a:t>ut</a:t>
            </a:r>
            <a:r>
              <a:rPr lang="en-GB" sz="3200">
                <a:latin typeface="Franklin Gothic Medium" panose="020B0603020102020204" pitchFamily="34" charset="0"/>
              </a:rPr>
              <a:t> auctor </a:t>
            </a:r>
            <a:r>
              <a:rPr lang="en-GB" sz="3200" err="1">
                <a:latin typeface="Franklin Gothic Medium" panose="020B0603020102020204" pitchFamily="34" charset="0"/>
              </a:rPr>
              <a:t>orci</a:t>
            </a:r>
            <a:r>
              <a:rPr lang="en-GB" sz="3200">
                <a:latin typeface="Franklin Gothic Medium" panose="020B0603020102020204" pitchFamily="34" charset="0"/>
              </a:rPr>
              <a:t>, in </a:t>
            </a:r>
            <a:r>
              <a:rPr lang="en-GB" sz="3200" err="1">
                <a:latin typeface="Franklin Gothic Medium" panose="020B0603020102020204" pitchFamily="34" charset="0"/>
              </a:rPr>
              <a:t>lobortis</a:t>
            </a:r>
            <a:r>
              <a:rPr lang="en-GB" sz="3200">
                <a:latin typeface="Franklin Gothic Medium" panose="020B0603020102020204" pitchFamily="34" charset="0"/>
              </a:rPr>
              <a:t> </a:t>
            </a:r>
            <a:r>
              <a:rPr lang="en-GB" sz="3200" err="1">
                <a:latin typeface="Franklin Gothic Medium" panose="020B0603020102020204" pitchFamily="34" charset="0"/>
              </a:rPr>
              <a:t>augue</a:t>
            </a:r>
            <a:r>
              <a:rPr lang="en-GB" sz="3200">
                <a:latin typeface="Franklin Gothic Medium" panose="020B0603020102020204" pitchFamily="34" charset="0"/>
              </a:rPr>
              <a:t>. </a:t>
            </a:r>
            <a:r>
              <a:rPr lang="en-GB" sz="3200" err="1">
                <a:latin typeface="Franklin Gothic Medium" panose="020B0603020102020204" pitchFamily="34" charset="0"/>
              </a:rPr>
              <a:t>Etiam</a:t>
            </a:r>
            <a:r>
              <a:rPr lang="en-GB" sz="3200">
                <a:latin typeface="Franklin Gothic Medium" panose="020B0603020102020204" pitchFamily="34" charset="0"/>
              </a:rPr>
              <a:t> vitae </a:t>
            </a:r>
            <a:r>
              <a:rPr lang="en-GB" sz="3200" err="1">
                <a:latin typeface="Franklin Gothic Medium" panose="020B0603020102020204" pitchFamily="34" charset="0"/>
              </a:rPr>
              <a:t>molestie</a:t>
            </a:r>
            <a:r>
              <a:rPr lang="en-GB" sz="3200">
                <a:latin typeface="Franklin Gothic Medium" panose="020B0603020102020204" pitchFamily="34" charset="0"/>
              </a:rPr>
              <a:t> </a:t>
            </a:r>
            <a:r>
              <a:rPr lang="en-GB" sz="3200" err="1">
                <a:latin typeface="Franklin Gothic Medium" panose="020B0603020102020204" pitchFamily="34" charset="0"/>
              </a:rPr>
              <a:t>felis</a:t>
            </a:r>
            <a:r>
              <a:rPr lang="en-GB" sz="3200">
                <a:latin typeface="Franklin Gothic Medium" panose="020B0603020102020204" pitchFamily="34" charset="0"/>
              </a:rPr>
              <a:t>. </a:t>
            </a:r>
            <a:br>
              <a:rPr lang="en-GB" sz="3200">
                <a:latin typeface="Franklin Gothic Medium" panose="020B0603020102020204" pitchFamily="34" charset="0"/>
              </a:rPr>
            </a:br>
            <a:r>
              <a:rPr lang="en-GB" sz="3200">
                <a:latin typeface="Franklin Gothic Medium" panose="020B0603020102020204" pitchFamily="34" charset="0"/>
              </a:rPr>
              <a:t>Aliquam </a:t>
            </a:r>
            <a:r>
              <a:rPr lang="en-GB" sz="3200" err="1">
                <a:latin typeface="Franklin Gothic Medium" panose="020B0603020102020204" pitchFamily="34" charset="0"/>
              </a:rPr>
              <a:t>pellentesque</a:t>
            </a:r>
            <a:r>
              <a:rPr lang="en-GB" sz="3200">
                <a:latin typeface="Franklin Gothic Medium" panose="020B0603020102020204" pitchFamily="34" charset="0"/>
              </a:rPr>
              <a:t> porta </a:t>
            </a:r>
            <a:r>
              <a:rPr lang="en-GB" sz="3200" err="1">
                <a:latin typeface="Franklin Gothic Medium" panose="020B0603020102020204" pitchFamily="34" charset="0"/>
              </a:rPr>
              <a:t>consequat</a:t>
            </a:r>
            <a:r>
              <a:rPr lang="en-GB" sz="3200">
                <a:latin typeface="Franklin Gothic Medium" panose="020B0603020102020204" pitchFamily="34" charset="0"/>
              </a:rPr>
              <a:t>. Aliquam </a:t>
            </a:r>
            <a:r>
              <a:rPr lang="en-GB" sz="3200" err="1">
                <a:latin typeface="Franklin Gothic Medium" panose="020B0603020102020204" pitchFamily="34" charset="0"/>
              </a:rPr>
              <a:t>posuere</a:t>
            </a:r>
            <a:r>
              <a:rPr lang="en-GB" sz="3200">
                <a:latin typeface="Franklin Gothic Medium" panose="020B0603020102020204" pitchFamily="34" charset="0"/>
              </a:rPr>
              <a:t>, </a:t>
            </a:r>
            <a:r>
              <a:rPr lang="en-GB" sz="3200" err="1">
                <a:latin typeface="Franklin Gothic Medium" panose="020B0603020102020204" pitchFamily="34" charset="0"/>
              </a:rPr>
              <a:t>lectus</a:t>
            </a:r>
            <a:r>
              <a:rPr lang="en-GB" sz="3200">
                <a:latin typeface="Franklin Gothic Medium" panose="020B0603020102020204" pitchFamily="34" charset="0"/>
              </a:rPr>
              <a:t> </a:t>
            </a:r>
            <a:r>
              <a:rPr lang="en-GB" sz="3200" err="1">
                <a:latin typeface="Franklin Gothic Medium" panose="020B0603020102020204" pitchFamily="34" charset="0"/>
              </a:rPr>
              <a:t>sed</a:t>
            </a:r>
            <a:r>
              <a:rPr lang="en-GB" sz="3200">
                <a:latin typeface="Franklin Gothic Medium" panose="020B0603020102020204" pitchFamily="34" charset="0"/>
              </a:rPr>
              <a:t> </a:t>
            </a:r>
            <a:r>
              <a:rPr lang="en-GB" sz="3200" err="1">
                <a:latin typeface="Franklin Gothic Medium" panose="020B0603020102020204" pitchFamily="34" charset="0"/>
              </a:rPr>
              <a:t>adipiscing</a:t>
            </a:r>
            <a:r>
              <a:rPr lang="en-GB" sz="3200">
                <a:latin typeface="Franklin Gothic Medium" panose="020B0603020102020204" pitchFamily="34" charset="0"/>
              </a:rPr>
              <a:t>.</a:t>
            </a:r>
          </a:p>
        </p:txBody>
      </p:sp>
      <p:grpSp>
        <p:nvGrpSpPr>
          <p:cNvPr id="15" name="Graphic 62" hidden="1">
            <a:extLst>
              <a:ext uri="{FF2B5EF4-FFF2-40B4-BE49-F238E27FC236}">
                <a16:creationId xmlns:a16="http://schemas.microsoft.com/office/drawing/2014/main" id="{83A1819B-53A5-E944-8506-3333A678F4A6}"/>
              </a:ext>
            </a:extLst>
          </p:cNvPr>
          <p:cNvGrpSpPr/>
          <p:nvPr userDrawn="1"/>
        </p:nvGrpSpPr>
        <p:grpSpPr>
          <a:xfrm>
            <a:off x="11389259" y="6063628"/>
            <a:ext cx="352694" cy="349203"/>
            <a:chOff x="10767269" y="208371"/>
            <a:chExt cx="182844" cy="181034"/>
          </a:xfrm>
          <a:solidFill>
            <a:schemeClr val="bg1"/>
          </a:solidFill>
        </p:grpSpPr>
        <p:sp>
          <p:nvSpPr>
            <p:cNvPr id="16" name="Freeform 15">
              <a:extLst>
                <a:ext uri="{FF2B5EF4-FFF2-40B4-BE49-F238E27FC236}">
                  <a16:creationId xmlns:a16="http://schemas.microsoft.com/office/drawing/2014/main" id="{F484DDA6-0ADA-234E-A561-AC8432F74410}"/>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grp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BF1B9B5B-3858-624D-B612-E93A3B60D086}"/>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grp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2EAA171B-D5DC-BE47-96AC-8CF4A5AD9AED}"/>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grp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38EFD4C6-EB58-7B46-A1E7-FC68A3659800}"/>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grp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FCE7C1B9-7A32-2745-B2CB-14AE21B87B8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grpFill/>
            <a:ln w="1795" cap="flat">
              <a:noFill/>
              <a:prstDash val="solid"/>
              <a:miter/>
            </a:ln>
          </p:spPr>
          <p:txBody>
            <a:bodyPr rtlCol="0" anchor="ctr"/>
            <a:lstStyle/>
            <a:p>
              <a:endParaRPr lang="en-GB"/>
            </a:p>
          </p:txBody>
        </p:sp>
      </p:grpSp>
      <p:sp>
        <p:nvSpPr>
          <p:cNvPr id="30" name="TextBox 29">
            <a:extLst>
              <a:ext uri="{FF2B5EF4-FFF2-40B4-BE49-F238E27FC236}">
                <a16:creationId xmlns:a16="http://schemas.microsoft.com/office/drawing/2014/main" id="{5E13A6C9-0B68-6FA9-CAB7-3E4BFA625552}"/>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accent1"/>
                </a:solidFill>
                <a:latin typeface="+mj-lt"/>
              </a:rPr>
              <a:t>Confidential</a:t>
            </a:r>
          </a:p>
        </p:txBody>
      </p:sp>
      <p:sp>
        <p:nvSpPr>
          <p:cNvPr id="23" name="Slide Number Placeholder 5">
            <a:extLst>
              <a:ext uri="{FF2B5EF4-FFF2-40B4-BE49-F238E27FC236}">
                <a16:creationId xmlns:a16="http://schemas.microsoft.com/office/drawing/2014/main" id="{FC22FF65-1E8C-481C-4221-E2F3A19F296C}"/>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bg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290542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ver 1">
    <p:spTree>
      <p:nvGrpSpPr>
        <p:cNvPr id="1" name=""/>
        <p:cNvGrpSpPr/>
        <p:nvPr/>
      </p:nvGrpSpPr>
      <p:grpSpPr>
        <a:xfrm>
          <a:off x="0" y="0"/>
          <a:ext cx="0" cy="0"/>
          <a:chOff x="0" y="0"/>
          <a:chExt cx="0" cy="0"/>
        </a:xfrm>
      </p:grpSpPr>
      <p:sp>
        <p:nvSpPr>
          <p:cNvPr id="4" name="Picture Placeholder 3" hidden="1">
            <a:extLst>
              <a:ext uri="{FF2B5EF4-FFF2-40B4-BE49-F238E27FC236}">
                <a16:creationId xmlns:a16="http://schemas.microsoft.com/office/drawing/2014/main" id="{50414987-E602-D247-B27C-47B0956233F2}"/>
              </a:ext>
            </a:extLst>
          </p:cNvPr>
          <p:cNvSpPr>
            <a:spLocks noGrp="1"/>
          </p:cNvSpPr>
          <p:nvPr>
            <p:ph type="pic" sz="quarter" idx="10"/>
          </p:nvPr>
        </p:nvSpPr>
        <p:spPr>
          <a:xfrm>
            <a:off x="-1" y="-1"/>
            <a:ext cx="12292150" cy="6857999"/>
          </a:xfrm>
          <a:solidFill>
            <a:schemeClr val="bg1">
              <a:lumMod val="95000"/>
            </a:schemeClr>
          </a:solidFill>
        </p:spPr>
        <p:txBody>
          <a:bodyPr/>
          <a:lstStyle>
            <a:lvl1pPr marL="0" indent="0">
              <a:buNone/>
              <a:defRPr/>
            </a:lvl1pPr>
          </a:lstStyle>
          <a:p>
            <a:endParaRPr lang="en-GB"/>
          </a:p>
        </p:txBody>
      </p:sp>
      <p:grpSp>
        <p:nvGrpSpPr>
          <p:cNvPr id="7" name="Graphic 16">
            <a:extLst>
              <a:ext uri="{FF2B5EF4-FFF2-40B4-BE49-F238E27FC236}">
                <a16:creationId xmlns:a16="http://schemas.microsoft.com/office/drawing/2014/main" id="{3F55EC19-6DD8-114B-8C44-87A83E4A105B}"/>
              </a:ext>
            </a:extLst>
          </p:cNvPr>
          <p:cNvGrpSpPr/>
          <p:nvPr userDrawn="1"/>
        </p:nvGrpSpPr>
        <p:grpSpPr>
          <a:xfrm>
            <a:off x="0" y="0"/>
            <a:ext cx="12192000" cy="6858000"/>
            <a:chOff x="0" y="0"/>
            <a:chExt cx="12192000" cy="6858000"/>
          </a:xfrm>
          <a:solidFill>
            <a:srgbClr val="071F3E"/>
          </a:solidFill>
        </p:grpSpPr>
        <p:sp>
          <p:nvSpPr>
            <p:cNvPr id="8" name="Freeform 7">
              <a:extLst>
                <a:ext uri="{FF2B5EF4-FFF2-40B4-BE49-F238E27FC236}">
                  <a16:creationId xmlns:a16="http://schemas.microsoft.com/office/drawing/2014/main" id="{F9DB5CB7-F9BA-E34D-9701-10C66172BCBA}"/>
                </a:ext>
              </a:extLst>
            </p:cNvPr>
            <p:cNvSpPr/>
            <p:nvPr/>
          </p:nvSpPr>
          <p:spPr>
            <a:xfrm>
              <a:off x="0" y="0"/>
              <a:ext cx="10436288" cy="6858000"/>
            </a:xfrm>
            <a:custGeom>
              <a:avLst/>
              <a:gdLst>
                <a:gd name="connsiteX0" fmla="*/ 10436289 w 10436288"/>
                <a:gd name="connsiteY0" fmla="*/ 0 h 6858000"/>
                <a:gd name="connsiteX1" fmla="*/ 8992426 w 10436288"/>
                <a:gd name="connsiteY1" fmla="*/ 1443800 h 6858000"/>
                <a:gd name="connsiteX2" fmla="*/ 8650669 w 10436288"/>
                <a:gd name="connsiteY2" fmla="*/ 1585405 h 6858000"/>
                <a:gd name="connsiteX3" fmla="*/ 6253734 w 10436288"/>
                <a:gd name="connsiteY3" fmla="*/ 1585405 h 6858000"/>
                <a:gd name="connsiteX4" fmla="*/ 5770436 w 10436288"/>
                <a:gd name="connsiteY4" fmla="*/ 2068703 h 6858000"/>
                <a:gd name="connsiteX5" fmla="*/ 5770436 w 10436288"/>
                <a:gd name="connsiteY5" fmla="*/ 4465765 h 6858000"/>
                <a:gd name="connsiteX6" fmla="*/ 5628894 w 10436288"/>
                <a:gd name="connsiteY6" fmla="*/ 4807522 h 6858000"/>
                <a:gd name="connsiteX7" fmla="*/ 3578352 w 10436288"/>
                <a:gd name="connsiteY7" fmla="*/ 6858000 h 6858000"/>
                <a:gd name="connsiteX8" fmla="*/ 0 w 10436288"/>
                <a:gd name="connsiteY8" fmla="*/ 6858000 h 6858000"/>
                <a:gd name="connsiteX9" fmla="*/ 0 w 10436288"/>
                <a:gd name="connsiteY9" fmla="*/ 0 h 6858000"/>
                <a:gd name="connsiteX10" fmla="*/ 10436289 w 10436288"/>
                <a:gd name="connsiteY10"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436288" h="6858000">
                  <a:moveTo>
                    <a:pt x="10436289" y="0"/>
                  </a:moveTo>
                  <a:lnTo>
                    <a:pt x="8992426" y="1443800"/>
                  </a:lnTo>
                  <a:cubicBezTo>
                    <a:pt x="8901811" y="1534478"/>
                    <a:pt x="8778875" y="1585405"/>
                    <a:pt x="8650669" y="1585405"/>
                  </a:cubicBezTo>
                  <a:lnTo>
                    <a:pt x="6253734" y="1585405"/>
                  </a:lnTo>
                  <a:cubicBezTo>
                    <a:pt x="5986844" y="1585405"/>
                    <a:pt x="5770436" y="1801749"/>
                    <a:pt x="5770436" y="2068703"/>
                  </a:cubicBezTo>
                  <a:lnTo>
                    <a:pt x="5770436" y="4465765"/>
                  </a:lnTo>
                  <a:cubicBezTo>
                    <a:pt x="5770436" y="4593908"/>
                    <a:pt x="5719509" y="4716844"/>
                    <a:pt x="5628894" y="4807522"/>
                  </a:cubicBezTo>
                  <a:lnTo>
                    <a:pt x="3578352" y="6858000"/>
                  </a:lnTo>
                  <a:lnTo>
                    <a:pt x="0" y="6858000"/>
                  </a:lnTo>
                  <a:lnTo>
                    <a:pt x="0" y="0"/>
                  </a:lnTo>
                  <a:lnTo>
                    <a:pt x="10436289" y="0"/>
                  </a:lnTo>
                  <a:close/>
                </a:path>
              </a:pathLst>
            </a:custGeom>
            <a:solidFill>
              <a:srgbClr val="071F3E"/>
            </a:solidFill>
            <a:ln w="6350"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07CEF7E6-48F3-C943-A34E-3EB2BD17015B}"/>
                </a:ext>
              </a:extLst>
            </p:cNvPr>
            <p:cNvSpPr/>
            <p:nvPr/>
          </p:nvSpPr>
          <p:spPr>
            <a:xfrm>
              <a:off x="7821485" y="2487548"/>
              <a:ext cx="4370514" cy="4370451"/>
            </a:xfrm>
            <a:custGeom>
              <a:avLst/>
              <a:gdLst>
                <a:gd name="connsiteX0" fmla="*/ 4370515 w 4370514"/>
                <a:gd name="connsiteY0" fmla="*/ 0 h 4370451"/>
                <a:gd name="connsiteX1" fmla="*/ 4370515 w 4370514"/>
                <a:gd name="connsiteY1" fmla="*/ 4370451 h 4370451"/>
                <a:gd name="connsiteX2" fmla="*/ 0 w 4370514"/>
                <a:gd name="connsiteY2" fmla="*/ 4370451 h 4370451"/>
                <a:gd name="connsiteX3" fmla="*/ 496380 w 4370514"/>
                <a:gd name="connsiteY3" fmla="*/ 3874072 h 4370451"/>
                <a:gd name="connsiteX4" fmla="*/ 838835 w 4370514"/>
                <a:gd name="connsiteY4" fmla="*/ 3732213 h 4370451"/>
                <a:gd name="connsiteX5" fmla="*/ 3242437 w 4370514"/>
                <a:gd name="connsiteY5" fmla="*/ 3732213 h 4370451"/>
                <a:gd name="connsiteX6" fmla="*/ 3726752 w 4370514"/>
                <a:gd name="connsiteY6" fmla="*/ 3247835 h 4370451"/>
                <a:gd name="connsiteX7" fmla="*/ 3726752 w 4370514"/>
                <a:gd name="connsiteY7" fmla="*/ 844296 h 4370451"/>
                <a:gd name="connsiteX8" fmla="*/ 3868674 w 4370514"/>
                <a:gd name="connsiteY8" fmla="*/ 501841 h 4370451"/>
                <a:gd name="connsiteX9" fmla="*/ 4370515 w 4370514"/>
                <a:gd name="connsiteY9" fmla="*/ 0 h 4370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70514" h="4370451">
                  <a:moveTo>
                    <a:pt x="4370515" y="0"/>
                  </a:moveTo>
                  <a:lnTo>
                    <a:pt x="4370515" y="4370451"/>
                  </a:lnTo>
                  <a:lnTo>
                    <a:pt x="0" y="4370451"/>
                  </a:lnTo>
                  <a:lnTo>
                    <a:pt x="496380" y="3874072"/>
                  </a:lnTo>
                  <a:cubicBezTo>
                    <a:pt x="587184" y="3783267"/>
                    <a:pt x="710375" y="3732213"/>
                    <a:pt x="838835" y="3732213"/>
                  </a:cubicBezTo>
                  <a:lnTo>
                    <a:pt x="3242437" y="3732213"/>
                  </a:lnTo>
                  <a:cubicBezTo>
                    <a:pt x="3509899" y="3732213"/>
                    <a:pt x="3726752" y="3515360"/>
                    <a:pt x="3726752" y="3247835"/>
                  </a:cubicBezTo>
                  <a:lnTo>
                    <a:pt x="3726752" y="844296"/>
                  </a:lnTo>
                  <a:cubicBezTo>
                    <a:pt x="3726752" y="715836"/>
                    <a:pt x="3777806" y="592646"/>
                    <a:pt x="3868674" y="501841"/>
                  </a:cubicBezTo>
                  <a:lnTo>
                    <a:pt x="4370515" y="0"/>
                  </a:lnTo>
                  <a:close/>
                </a:path>
              </a:pathLst>
            </a:custGeom>
            <a:solidFill>
              <a:schemeClr val="accent2"/>
            </a:solidFill>
            <a:ln w="6350" cap="flat">
              <a:noFill/>
              <a:prstDash val="solid"/>
              <a:miter/>
            </a:ln>
          </p:spPr>
          <p:txBody>
            <a:bodyPr rtlCol="0" anchor="ctr"/>
            <a:lstStyle/>
            <a:p>
              <a:endParaRPr lang="en-US"/>
            </a:p>
          </p:txBody>
        </p:sp>
      </p:grpSp>
      <p:sp>
        <p:nvSpPr>
          <p:cNvPr id="10" name="Freeform 9">
            <a:extLst>
              <a:ext uri="{FF2B5EF4-FFF2-40B4-BE49-F238E27FC236}">
                <a16:creationId xmlns:a16="http://schemas.microsoft.com/office/drawing/2014/main" id="{6EE0003A-A4F5-0F49-9924-CB5B6307F8DD}"/>
              </a:ext>
            </a:extLst>
          </p:cNvPr>
          <p:cNvSpPr/>
          <p:nvPr userDrawn="1"/>
        </p:nvSpPr>
        <p:spPr>
          <a:xfrm>
            <a:off x="7821486" y="2487547"/>
            <a:ext cx="4370514" cy="4370451"/>
          </a:xfrm>
          <a:custGeom>
            <a:avLst/>
            <a:gdLst>
              <a:gd name="connsiteX0" fmla="*/ 4370515 w 4370514"/>
              <a:gd name="connsiteY0" fmla="*/ 0 h 4370451"/>
              <a:gd name="connsiteX1" fmla="*/ 4370515 w 4370514"/>
              <a:gd name="connsiteY1" fmla="*/ 4370451 h 4370451"/>
              <a:gd name="connsiteX2" fmla="*/ 0 w 4370514"/>
              <a:gd name="connsiteY2" fmla="*/ 4370451 h 4370451"/>
              <a:gd name="connsiteX3" fmla="*/ 496380 w 4370514"/>
              <a:gd name="connsiteY3" fmla="*/ 3874072 h 4370451"/>
              <a:gd name="connsiteX4" fmla="*/ 838835 w 4370514"/>
              <a:gd name="connsiteY4" fmla="*/ 3732213 h 4370451"/>
              <a:gd name="connsiteX5" fmla="*/ 3242437 w 4370514"/>
              <a:gd name="connsiteY5" fmla="*/ 3732213 h 4370451"/>
              <a:gd name="connsiteX6" fmla="*/ 3726752 w 4370514"/>
              <a:gd name="connsiteY6" fmla="*/ 3247835 h 4370451"/>
              <a:gd name="connsiteX7" fmla="*/ 3726752 w 4370514"/>
              <a:gd name="connsiteY7" fmla="*/ 844296 h 4370451"/>
              <a:gd name="connsiteX8" fmla="*/ 3868674 w 4370514"/>
              <a:gd name="connsiteY8" fmla="*/ 501841 h 4370451"/>
              <a:gd name="connsiteX9" fmla="*/ 4370515 w 4370514"/>
              <a:gd name="connsiteY9" fmla="*/ 0 h 4370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70514" h="4370451">
                <a:moveTo>
                  <a:pt x="4370515" y="0"/>
                </a:moveTo>
                <a:lnTo>
                  <a:pt x="4370515" y="4370451"/>
                </a:lnTo>
                <a:lnTo>
                  <a:pt x="0" y="4370451"/>
                </a:lnTo>
                <a:lnTo>
                  <a:pt x="496380" y="3874072"/>
                </a:lnTo>
                <a:cubicBezTo>
                  <a:pt x="587184" y="3783267"/>
                  <a:pt x="710375" y="3732213"/>
                  <a:pt x="838835" y="3732213"/>
                </a:cubicBezTo>
                <a:lnTo>
                  <a:pt x="3242437" y="3732213"/>
                </a:lnTo>
                <a:cubicBezTo>
                  <a:pt x="3509899" y="3732213"/>
                  <a:pt x="3726752" y="3515360"/>
                  <a:pt x="3726752" y="3247835"/>
                </a:cubicBezTo>
                <a:lnTo>
                  <a:pt x="3726752" y="844296"/>
                </a:lnTo>
                <a:cubicBezTo>
                  <a:pt x="3726752" y="715836"/>
                  <a:pt x="3777806" y="592646"/>
                  <a:pt x="3868674" y="501841"/>
                </a:cubicBezTo>
                <a:lnTo>
                  <a:pt x="4370515" y="0"/>
                </a:lnTo>
                <a:close/>
              </a:path>
            </a:pathLst>
          </a:custGeom>
          <a:blipFill dpi="0" rotWithShape="1">
            <a:blip>
              <a:extLst>
                <a:ext uri="{96DAC541-7B7A-43D3-8B79-37D633B846F1}">
                  <asvg:svgBlip xmlns:asvg="http://schemas.microsoft.com/office/drawing/2016/SVG/main" r:embed="rId2"/>
                </a:ext>
              </a:extLst>
            </a:blip>
            <a:srcRect/>
            <a:stretch>
              <a:fillRect l="-28634" t="-9866" r="-32814" b="-6844"/>
            </a:stretch>
          </a:blipFill>
          <a:ln w="6350" cap="flat">
            <a:noFill/>
            <a:prstDash val="solid"/>
            <a:miter/>
          </a:ln>
        </p:spPr>
        <p:txBody>
          <a:bodyPr rtlCol="0" anchor="ctr"/>
          <a:lstStyle/>
          <a:p>
            <a:endParaRPr lang="en-US"/>
          </a:p>
        </p:txBody>
      </p:sp>
      <p:sp>
        <p:nvSpPr>
          <p:cNvPr id="6" name="Title 5">
            <a:extLst>
              <a:ext uri="{FF2B5EF4-FFF2-40B4-BE49-F238E27FC236}">
                <a16:creationId xmlns:a16="http://schemas.microsoft.com/office/drawing/2014/main" id="{F29E55CC-5655-1C46-B225-9E47F4070043}"/>
              </a:ext>
            </a:extLst>
          </p:cNvPr>
          <p:cNvSpPr>
            <a:spLocks noGrp="1"/>
          </p:cNvSpPr>
          <p:nvPr>
            <p:ph type="title" hasCustomPrompt="1"/>
          </p:nvPr>
        </p:nvSpPr>
        <p:spPr>
          <a:xfrm>
            <a:off x="450047" y="2578455"/>
            <a:ext cx="4547403" cy="862154"/>
          </a:xfrm>
        </p:spPr>
        <p:txBody>
          <a:bodyPr/>
          <a:lstStyle>
            <a:lvl1pPr>
              <a:lnSpc>
                <a:spcPts val="3800"/>
              </a:lnSpc>
              <a:defRPr sz="4000">
                <a:solidFill>
                  <a:schemeClr val="bg1"/>
                </a:solidFill>
              </a:defRPr>
            </a:lvl1pPr>
          </a:lstStyle>
          <a:p>
            <a:r>
              <a:rPr lang="en-US"/>
              <a:t>Click To Edit Master Title Style</a:t>
            </a:r>
            <a:endParaRPr lang="en-GB"/>
          </a:p>
        </p:txBody>
      </p:sp>
      <p:sp>
        <p:nvSpPr>
          <p:cNvPr id="11" name="Text Placeholder 10">
            <a:extLst>
              <a:ext uri="{FF2B5EF4-FFF2-40B4-BE49-F238E27FC236}">
                <a16:creationId xmlns:a16="http://schemas.microsoft.com/office/drawing/2014/main" id="{495540D7-504C-074F-81A7-37787D7A7BFC}"/>
              </a:ext>
            </a:extLst>
          </p:cNvPr>
          <p:cNvSpPr>
            <a:spLocks noGrp="1"/>
          </p:cNvSpPr>
          <p:nvPr>
            <p:ph type="body" sz="quarter" idx="11" hasCustomPrompt="1"/>
          </p:nvPr>
        </p:nvSpPr>
        <p:spPr>
          <a:xfrm>
            <a:off x="454025" y="4672772"/>
            <a:ext cx="3851275" cy="347799"/>
          </a:xfrm>
        </p:spPr>
        <p:txBody>
          <a:bodyPr/>
          <a:lstStyle>
            <a:lvl1pPr marL="0" indent="0">
              <a:spcAft>
                <a:spcPts val="0"/>
              </a:spcAft>
              <a:buNone/>
              <a:defRPr>
                <a:solidFill>
                  <a:schemeClr val="accent3"/>
                </a:solidFill>
              </a:defRPr>
            </a:lvl1pPr>
            <a:lvl2pPr marL="239712" indent="0">
              <a:buNone/>
              <a:defRPr>
                <a:solidFill>
                  <a:schemeClr val="bg1"/>
                </a:solidFill>
              </a:defRPr>
            </a:lvl2pPr>
            <a:lvl3pPr marL="466725"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Month, Year</a:t>
            </a:r>
          </a:p>
        </p:txBody>
      </p:sp>
      <p:pic>
        <p:nvPicPr>
          <p:cNvPr id="12" name="Graphic 11">
            <a:extLst>
              <a:ext uri="{FF2B5EF4-FFF2-40B4-BE49-F238E27FC236}">
                <a16:creationId xmlns:a16="http://schemas.microsoft.com/office/drawing/2014/main" id="{AB1DA241-DBEB-9643-AD56-E078E2FDA46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34240" y="454025"/>
            <a:ext cx="3581400" cy="710595"/>
          </a:xfrm>
          <a:prstGeom prst="rect">
            <a:avLst/>
          </a:prstGeom>
        </p:spPr>
      </p:pic>
      <p:sp>
        <p:nvSpPr>
          <p:cNvPr id="20" name="Picture Placeholder 19">
            <a:extLst>
              <a:ext uri="{FF2B5EF4-FFF2-40B4-BE49-F238E27FC236}">
                <a16:creationId xmlns:a16="http://schemas.microsoft.com/office/drawing/2014/main" id="{4FF61B82-B698-C441-A2F6-B65B85BA4EFF}"/>
              </a:ext>
            </a:extLst>
          </p:cNvPr>
          <p:cNvSpPr>
            <a:spLocks noGrp="1"/>
          </p:cNvSpPr>
          <p:nvPr>
            <p:ph type="pic" sz="quarter" idx="12"/>
          </p:nvPr>
        </p:nvSpPr>
        <p:spPr>
          <a:xfrm>
            <a:off x="3532981" y="0"/>
            <a:ext cx="8659019" cy="6858000"/>
          </a:xfrm>
          <a:custGeom>
            <a:avLst/>
            <a:gdLst>
              <a:gd name="connsiteX0" fmla="*/ 6852913 w 8659019"/>
              <a:gd name="connsiteY0" fmla="*/ 0 h 6858000"/>
              <a:gd name="connsiteX1" fmla="*/ 8659019 w 8659019"/>
              <a:gd name="connsiteY1" fmla="*/ 0 h 6858000"/>
              <a:gd name="connsiteX2" fmla="*/ 8659019 w 8659019"/>
              <a:gd name="connsiteY2" fmla="*/ 2492916 h 6858000"/>
              <a:gd name="connsiteX3" fmla="*/ 8162909 w 8659019"/>
              <a:gd name="connsiteY3" fmla="*/ 2989390 h 6858000"/>
              <a:gd name="connsiteX4" fmla="*/ 8021091 w 8659019"/>
              <a:gd name="connsiteY4" fmla="*/ 3331845 h 6858000"/>
              <a:gd name="connsiteX5" fmla="*/ 8021091 w 8659019"/>
              <a:gd name="connsiteY5" fmla="*/ 5735384 h 6858000"/>
              <a:gd name="connsiteX6" fmla="*/ 7537131 w 8659019"/>
              <a:gd name="connsiteY6" fmla="*/ 6219762 h 6858000"/>
              <a:gd name="connsiteX7" fmla="*/ 5135290 w 8659019"/>
              <a:gd name="connsiteY7" fmla="*/ 6219762 h 6858000"/>
              <a:gd name="connsiteX8" fmla="*/ 4793086 w 8659019"/>
              <a:gd name="connsiteY8" fmla="*/ 6361621 h 6858000"/>
              <a:gd name="connsiteX9" fmla="*/ 4297070 w 8659019"/>
              <a:gd name="connsiteY9" fmla="*/ 6858000 h 6858000"/>
              <a:gd name="connsiteX10" fmla="*/ 0 w 8659019"/>
              <a:gd name="connsiteY10" fmla="*/ 6858000 h 6858000"/>
              <a:gd name="connsiteX11" fmla="*/ 2049040 w 8659019"/>
              <a:gd name="connsiteY11" fmla="*/ 4807522 h 6858000"/>
              <a:gd name="connsiteX12" fmla="*/ 2190478 w 8659019"/>
              <a:gd name="connsiteY12" fmla="*/ 4465765 h 6858000"/>
              <a:gd name="connsiteX13" fmla="*/ 2190478 w 8659019"/>
              <a:gd name="connsiteY13" fmla="*/ 2068703 h 6858000"/>
              <a:gd name="connsiteX14" fmla="*/ 2673422 w 8659019"/>
              <a:gd name="connsiteY14" fmla="*/ 1585405 h 6858000"/>
              <a:gd name="connsiteX15" fmla="*/ 5068601 w 8659019"/>
              <a:gd name="connsiteY15" fmla="*/ 1585405 h 6858000"/>
              <a:gd name="connsiteX16" fmla="*/ 5410107 w 8659019"/>
              <a:gd name="connsiteY16" fmla="*/ 1443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59019" h="6858000">
                <a:moveTo>
                  <a:pt x="6852913" y="0"/>
                </a:moveTo>
                <a:lnTo>
                  <a:pt x="8659019" y="0"/>
                </a:lnTo>
                <a:lnTo>
                  <a:pt x="8659019" y="2492916"/>
                </a:lnTo>
                <a:lnTo>
                  <a:pt x="8162909" y="2989390"/>
                </a:lnTo>
                <a:cubicBezTo>
                  <a:pt x="8072108" y="3080195"/>
                  <a:pt x="8021091" y="3203385"/>
                  <a:pt x="8021091" y="3331845"/>
                </a:cubicBezTo>
                <a:lnTo>
                  <a:pt x="8021091" y="5735384"/>
                </a:lnTo>
                <a:cubicBezTo>
                  <a:pt x="8021091" y="6002909"/>
                  <a:pt x="7804397" y="6219762"/>
                  <a:pt x="7537131" y="6219762"/>
                </a:cubicBezTo>
                <a:lnTo>
                  <a:pt x="5135290" y="6219762"/>
                </a:lnTo>
                <a:cubicBezTo>
                  <a:pt x="5006924" y="6219762"/>
                  <a:pt x="4883824" y="6270816"/>
                  <a:pt x="4793086" y="6361621"/>
                </a:cubicBezTo>
                <a:lnTo>
                  <a:pt x="4297070" y="6858000"/>
                </a:lnTo>
                <a:lnTo>
                  <a:pt x="0" y="6858000"/>
                </a:lnTo>
                <a:lnTo>
                  <a:pt x="2049040" y="4807522"/>
                </a:lnTo>
                <a:cubicBezTo>
                  <a:pt x="2139588" y="4716844"/>
                  <a:pt x="2190478" y="4593908"/>
                  <a:pt x="2190478" y="4465765"/>
                </a:cubicBezTo>
                <a:lnTo>
                  <a:pt x="2190478" y="2068703"/>
                </a:lnTo>
                <a:cubicBezTo>
                  <a:pt x="2190478" y="1801749"/>
                  <a:pt x="2406727" y="1585405"/>
                  <a:pt x="2673422" y="1585405"/>
                </a:cubicBezTo>
                <a:lnTo>
                  <a:pt x="5068601" y="1585405"/>
                </a:lnTo>
                <a:cubicBezTo>
                  <a:pt x="5196713" y="1585405"/>
                  <a:pt x="5319559" y="1534478"/>
                  <a:pt x="5410107" y="1443800"/>
                </a:cubicBezTo>
                <a:close/>
              </a:path>
            </a:pathLst>
          </a:custGeom>
        </p:spPr>
        <p:txBody>
          <a:bodyPr wrap="square">
            <a:noAutofit/>
          </a:bodyPr>
          <a:lstStyle/>
          <a:p>
            <a:endParaRPr lang="en-US"/>
          </a:p>
        </p:txBody>
      </p:sp>
      <p:sp>
        <p:nvSpPr>
          <p:cNvPr id="14" name="TextBox 13">
            <a:extLst>
              <a:ext uri="{FF2B5EF4-FFF2-40B4-BE49-F238E27FC236}">
                <a16:creationId xmlns:a16="http://schemas.microsoft.com/office/drawing/2014/main" id="{3C2911DF-5F14-0B42-B568-8BF4A555AAC3}"/>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bg1"/>
                </a:solidFill>
                <a:latin typeface="+mj-lt"/>
              </a:rPr>
              <a:t>Confidential</a:t>
            </a:r>
          </a:p>
        </p:txBody>
      </p:sp>
    </p:spTree>
    <p:extLst>
      <p:ext uri="{BB962C8B-B14F-4D97-AF65-F5344CB8AC3E}">
        <p14:creationId xmlns:p14="http://schemas.microsoft.com/office/powerpoint/2010/main" val="13740046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able of Contents">
    <p:bg>
      <p:bgPr>
        <a:solidFill>
          <a:srgbClr val="F2F6FB"/>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2DEBBC-106B-AD4C-B838-42D7F7EB23BC}"/>
              </a:ext>
            </a:extLst>
          </p:cNvPr>
          <p:cNvSpPr>
            <a:spLocks noGrp="1"/>
          </p:cNvSpPr>
          <p:nvPr>
            <p:ph type="title" hasCustomPrompt="1"/>
          </p:nvPr>
        </p:nvSpPr>
        <p:spPr>
          <a:xfrm>
            <a:off x="3348832" y="1389829"/>
            <a:ext cx="5494337" cy="546100"/>
          </a:xfrm>
        </p:spPr>
        <p:txBody>
          <a:bodyPr/>
          <a:lstStyle>
            <a:lvl1pPr>
              <a:lnSpc>
                <a:spcPts val="3800"/>
              </a:lnSpc>
              <a:defRPr sz="3200"/>
            </a:lvl1pPr>
          </a:lstStyle>
          <a:p>
            <a:r>
              <a:rPr lang="en-US"/>
              <a:t>Click To Edit Master Title</a:t>
            </a:r>
            <a:endParaRPr lang="en-GB"/>
          </a:p>
        </p:txBody>
      </p:sp>
      <p:sp>
        <p:nvSpPr>
          <p:cNvPr id="14" name="Text Placeholder 13">
            <a:extLst>
              <a:ext uri="{FF2B5EF4-FFF2-40B4-BE49-F238E27FC236}">
                <a16:creationId xmlns:a16="http://schemas.microsoft.com/office/drawing/2014/main" id="{C5BDD823-5E5B-4B4F-A79C-C865BBB7067F}"/>
              </a:ext>
            </a:extLst>
          </p:cNvPr>
          <p:cNvSpPr>
            <a:spLocks noGrp="1"/>
          </p:cNvSpPr>
          <p:nvPr>
            <p:ph type="body" sz="quarter" idx="11" hasCustomPrompt="1"/>
          </p:nvPr>
        </p:nvSpPr>
        <p:spPr>
          <a:xfrm>
            <a:off x="3348832" y="2158314"/>
            <a:ext cx="685801" cy="322714"/>
          </a:xfrm>
        </p:spPr>
        <p:txBody>
          <a:bodyPr rIns="0"/>
          <a:lstStyle>
            <a:lvl1pPr marL="0" indent="0" algn="l">
              <a:lnSpc>
                <a:spcPts val="3000"/>
              </a:lnSpc>
              <a:spcAft>
                <a:spcPts val="0"/>
              </a:spcAft>
              <a:buNone/>
              <a:defRPr sz="3200" b="1" i="0">
                <a:solidFill>
                  <a:schemeClr val="accent3">
                    <a:lumMod val="90000"/>
                  </a:schemeClr>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a:t>01</a:t>
            </a:r>
            <a:endParaRPr lang="en-GB"/>
          </a:p>
        </p:txBody>
      </p:sp>
      <p:sp>
        <p:nvSpPr>
          <p:cNvPr id="15" name="Text Placeholder 13">
            <a:extLst>
              <a:ext uri="{FF2B5EF4-FFF2-40B4-BE49-F238E27FC236}">
                <a16:creationId xmlns:a16="http://schemas.microsoft.com/office/drawing/2014/main" id="{29B4D8F6-F313-D642-BD53-A757A05BDCF6}"/>
              </a:ext>
            </a:extLst>
          </p:cNvPr>
          <p:cNvSpPr>
            <a:spLocks noGrp="1"/>
          </p:cNvSpPr>
          <p:nvPr>
            <p:ph type="body" sz="quarter" idx="12" hasCustomPrompt="1"/>
          </p:nvPr>
        </p:nvSpPr>
        <p:spPr>
          <a:xfrm>
            <a:off x="3348832" y="2857058"/>
            <a:ext cx="685801" cy="322714"/>
          </a:xfrm>
        </p:spPr>
        <p:txBody>
          <a:bodyPr rIns="0"/>
          <a:lstStyle>
            <a:lvl1pPr marL="0" indent="0" algn="l">
              <a:lnSpc>
                <a:spcPts val="3000"/>
              </a:lnSpc>
              <a:spcAft>
                <a:spcPts val="0"/>
              </a:spcAft>
              <a:buNone/>
              <a:defRPr sz="3200" b="1" i="0">
                <a:solidFill>
                  <a:schemeClr val="accent3">
                    <a:lumMod val="90000"/>
                  </a:schemeClr>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a:t>02</a:t>
            </a:r>
            <a:endParaRPr lang="en-GB"/>
          </a:p>
        </p:txBody>
      </p:sp>
      <p:sp>
        <p:nvSpPr>
          <p:cNvPr id="16" name="Text Placeholder 13">
            <a:extLst>
              <a:ext uri="{FF2B5EF4-FFF2-40B4-BE49-F238E27FC236}">
                <a16:creationId xmlns:a16="http://schemas.microsoft.com/office/drawing/2014/main" id="{DC64187B-A282-2044-9156-234E2F54228F}"/>
              </a:ext>
            </a:extLst>
          </p:cNvPr>
          <p:cNvSpPr>
            <a:spLocks noGrp="1"/>
          </p:cNvSpPr>
          <p:nvPr>
            <p:ph type="body" sz="quarter" idx="13" hasCustomPrompt="1"/>
          </p:nvPr>
        </p:nvSpPr>
        <p:spPr>
          <a:xfrm>
            <a:off x="4312416" y="2158314"/>
            <a:ext cx="3329652" cy="322714"/>
          </a:xfrm>
        </p:spPr>
        <p:txBody>
          <a:bodyPr rIns="0"/>
          <a:lstStyle>
            <a:lvl1pPr marL="0" indent="0" algn="l">
              <a:lnSpc>
                <a:spcPts val="2000"/>
              </a:lnSpc>
              <a:spcAft>
                <a:spcPts val="0"/>
              </a:spcAft>
              <a:buNone/>
              <a:defRPr sz="20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a:t>
            </a:r>
          </a:p>
        </p:txBody>
      </p:sp>
      <p:sp>
        <p:nvSpPr>
          <p:cNvPr id="17" name="Text Placeholder 13">
            <a:extLst>
              <a:ext uri="{FF2B5EF4-FFF2-40B4-BE49-F238E27FC236}">
                <a16:creationId xmlns:a16="http://schemas.microsoft.com/office/drawing/2014/main" id="{842F868F-5289-F045-876F-43A88F69783F}"/>
              </a:ext>
            </a:extLst>
          </p:cNvPr>
          <p:cNvSpPr>
            <a:spLocks noGrp="1"/>
          </p:cNvSpPr>
          <p:nvPr>
            <p:ph type="body" sz="quarter" idx="14" hasCustomPrompt="1"/>
          </p:nvPr>
        </p:nvSpPr>
        <p:spPr>
          <a:xfrm>
            <a:off x="4312416" y="2857058"/>
            <a:ext cx="3329652" cy="322714"/>
          </a:xfrm>
        </p:spPr>
        <p:txBody>
          <a:bodyPr rIns="0"/>
          <a:lstStyle>
            <a:lvl1pPr marL="0" indent="0" algn="l">
              <a:lnSpc>
                <a:spcPts val="2000"/>
              </a:lnSpc>
              <a:spcAft>
                <a:spcPts val="0"/>
              </a:spcAft>
              <a:buNone/>
              <a:defRPr sz="20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a:t>
            </a:r>
          </a:p>
        </p:txBody>
      </p:sp>
      <p:sp>
        <p:nvSpPr>
          <p:cNvPr id="18" name="Text Placeholder 13">
            <a:extLst>
              <a:ext uri="{FF2B5EF4-FFF2-40B4-BE49-F238E27FC236}">
                <a16:creationId xmlns:a16="http://schemas.microsoft.com/office/drawing/2014/main" id="{ED56BFEC-F99B-1A48-9434-5F8C973BDD74}"/>
              </a:ext>
            </a:extLst>
          </p:cNvPr>
          <p:cNvSpPr>
            <a:spLocks noGrp="1"/>
          </p:cNvSpPr>
          <p:nvPr>
            <p:ph type="body" sz="quarter" idx="15" hasCustomPrompt="1"/>
          </p:nvPr>
        </p:nvSpPr>
        <p:spPr>
          <a:xfrm>
            <a:off x="3348832" y="3581623"/>
            <a:ext cx="685801" cy="322714"/>
          </a:xfrm>
        </p:spPr>
        <p:txBody>
          <a:bodyPr rIns="0"/>
          <a:lstStyle>
            <a:lvl1pPr marL="0" indent="0" algn="l">
              <a:lnSpc>
                <a:spcPts val="3000"/>
              </a:lnSpc>
              <a:spcAft>
                <a:spcPts val="0"/>
              </a:spcAft>
              <a:buNone/>
              <a:defRPr sz="3200" b="1" i="0">
                <a:solidFill>
                  <a:schemeClr val="accent3">
                    <a:lumMod val="90000"/>
                  </a:schemeClr>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a:t>03</a:t>
            </a:r>
            <a:endParaRPr lang="en-GB"/>
          </a:p>
        </p:txBody>
      </p:sp>
      <p:sp>
        <p:nvSpPr>
          <p:cNvPr id="19" name="Text Placeholder 13">
            <a:extLst>
              <a:ext uri="{FF2B5EF4-FFF2-40B4-BE49-F238E27FC236}">
                <a16:creationId xmlns:a16="http://schemas.microsoft.com/office/drawing/2014/main" id="{2975C49F-94BF-674C-A732-796BBF832107}"/>
              </a:ext>
            </a:extLst>
          </p:cNvPr>
          <p:cNvSpPr>
            <a:spLocks noGrp="1"/>
          </p:cNvSpPr>
          <p:nvPr>
            <p:ph type="body" sz="quarter" idx="16" hasCustomPrompt="1"/>
          </p:nvPr>
        </p:nvSpPr>
        <p:spPr>
          <a:xfrm>
            <a:off x="4312416" y="3581623"/>
            <a:ext cx="3329652" cy="322714"/>
          </a:xfrm>
        </p:spPr>
        <p:txBody>
          <a:bodyPr rIns="0"/>
          <a:lstStyle>
            <a:lvl1pPr marL="0" indent="0" algn="l">
              <a:lnSpc>
                <a:spcPts val="2000"/>
              </a:lnSpc>
              <a:spcAft>
                <a:spcPts val="0"/>
              </a:spcAft>
              <a:buNone/>
              <a:defRPr sz="20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a:t>
            </a:r>
          </a:p>
        </p:txBody>
      </p:sp>
      <p:sp>
        <p:nvSpPr>
          <p:cNvPr id="20" name="Text Placeholder 13">
            <a:extLst>
              <a:ext uri="{FF2B5EF4-FFF2-40B4-BE49-F238E27FC236}">
                <a16:creationId xmlns:a16="http://schemas.microsoft.com/office/drawing/2014/main" id="{2A8695B6-CE35-B644-BF5F-973687AA9366}"/>
              </a:ext>
            </a:extLst>
          </p:cNvPr>
          <p:cNvSpPr>
            <a:spLocks noGrp="1"/>
          </p:cNvSpPr>
          <p:nvPr>
            <p:ph type="body" sz="quarter" idx="17" hasCustomPrompt="1"/>
          </p:nvPr>
        </p:nvSpPr>
        <p:spPr>
          <a:xfrm>
            <a:off x="3348832" y="4289930"/>
            <a:ext cx="685801" cy="322714"/>
          </a:xfrm>
        </p:spPr>
        <p:txBody>
          <a:bodyPr rIns="0"/>
          <a:lstStyle>
            <a:lvl1pPr marL="0" indent="0" algn="l">
              <a:lnSpc>
                <a:spcPts val="3000"/>
              </a:lnSpc>
              <a:spcAft>
                <a:spcPts val="0"/>
              </a:spcAft>
              <a:buNone/>
              <a:defRPr sz="3200" b="1" i="0">
                <a:solidFill>
                  <a:schemeClr val="accent3">
                    <a:lumMod val="90000"/>
                  </a:schemeClr>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a:t>04</a:t>
            </a:r>
            <a:endParaRPr lang="en-GB"/>
          </a:p>
        </p:txBody>
      </p:sp>
      <p:sp>
        <p:nvSpPr>
          <p:cNvPr id="21" name="Text Placeholder 13">
            <a:extLst>
              <a:ext uri="{FF2B5EF4-FFF2-40B4-BE49-F238E27FC236}">
                <a16:creationId xmlns:a16="http://schemas.microsoft.com/office/drawing/2014/main" id="{3FE2B202-97A1-4142-8C90-CC4A4B60DBEF}"/>
              </a:ext>
            </a:extLst>
          </p:cNvPr>
          <p:cNvSpPr>
            <a:spLocks noGrp="1"/>
          </p:cNvSpPr>
          <p:nvPr>
            <p:ph type="body" sz="quarter" idx="18" hasCustomPrompt="1"/>
          </p:nvPr>
        </p:nvSpPr>
        <p:spPr>
          <a:xfrm>
            <a:off x="4312416" y="4288346"/>
            <a:ext cx="3329652" cy="322714"/>
          </a:xfrm>
        </p:spPr>
        <p:txBody>
          <a:bodyPr rIns="0"/>
          <a:lstStyle>
            <a:lvl1pPr marL="0" indent="0" algn="l">
              <a:lnSpc>
                <a:spcPts val="2000"/>
              </a:lnSpc>
              <a:spcAft>
                <a:spcPts val="0"/>
              </a:spcAft>
              <a:buNone/>
              <a:defRPr sz="20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a:t>
            </a:r>
          </a:p>
        </p:txBody>
      </p:sp>
      <p:sp>
        <p:nvSpPr>
          <p:cNvPr id="22" name="Text Placeholder 13">
            <a:extLst>
              <a:ext uri="{FF2B5EF4-FFF2-40B4-BE49-F238E27FC236}">
                <a16:creationId xmlns:a16="http://schemas.microsoft.com/office/drawing/2014/main" id="{B5613D67-7330-EF47-A755-BEDDC4EEB184}"/>
              </a:ext>
            </a:extLst>
          </p:cNvPr>
          <p:cNvSpPr>
            <a:spLocks noGrp="1"/>
          </p:cNvSpPr>
          <p:nvPr>
            <p:ph type="body" sz="quarter" idx="19" hasCustomPrompt="1"/>
          </p:nvPr>
        </p:nvSpPr>
        <p:spPr>
          <a:xfrm>
            <a:off x="3348832" y="4962196"/>
            <a:ext cx="685801" cy="322714"/>
          </a:xfrm>
        </p:spPr>
        <p:txBody>
          <a:bodyPr rIns="0"/>
          <a:lstStyle>
            <a:lvl1pPr marL="0" indent="0" algn="l">
              <a:lnSpc>
                <a:spcPts val="3000"/>
              </a:lnSpc>
              <a:spcAft>
                <a:spcPts val="0"/>
              </a:spcAft>
              <a:buNone/>
              <a:defRPr sz="3200" b="1" i="0">
                <a:solidFill>
                  <a:schemeClr val="accent3">
                    <a:lumMod val="90000"/>
                  </a:schemeClr>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a:t>05</a:t>
            </a:r>
            <a:endParaRPr lang="en-GB"/>
          </a:p>
        </p:txBody>
      </p:sp>
      <p:sp>
        <p:nvSpPr>
          <p:cNvPr id="23" name="Text Placeholder 13">
            <a:extLst>
              <a:ext uri="{FF2B5EF4-FFF2-40B4-BE49-F238E27FC236}">
                <a16:creationId xmlns:a16="http://schemas.microsoft.com/office/drawing/2014/main" id="{95E08F81-B6C0-EC49-ABDB-CB4DD09C0D4D}"/>
              </a:ext>
            </a:extLst>
          </p:cNvPr>
          <p:cNvSpPr>
            <a:spLocks noGrp="1"/>
          </p:cNvSpPr>
          <p:nvPr>
            <p:ph type="body" sz="quarter" idx="20" hasCustomPrompt="1"/>
          </p:nvPr>
        </p:nvSpPr>
        <p:spPr>
          <a:xfrm>
            <a:off x="4312416" y="4962196"/>
            <a:ext cx="3329652" cy="322714"/>
          </a:xfrm>
        </p:spPr>
        <p:txBody>
          <a:bodyPr rIns="0"/>
          <a:lstStyle>
            <a:lvl1pPr marL="0" indent="0" algn="l">
              <a:lnSpc>
                <a:spcPts val="2000"/>
              </a:lnSpc>
              <a:spcAft>
                <a:spcPts val="0"/>
              </a:spcAft>
              <a:buNone/>
              <a:defRPr sz="20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a:t>
            </a:r>
          </a:p>
        </p:txBody>
      </p:sp>
      <p:sp>
        <p:nvSpPr>
          <p:cNvPr id="24" name="Text Placeholder 13">
            <a:extLst>
              <a:ext uri="{FF2B5EF4-FFF2-40B4-BE49-F238E27FC236}">
                <a16:creationId xmlns:a16="http://schemas.microsoft.com/office/drawing/2014/main" id="{8B1EBE28-A127-1A47-81CA-C011D0306EE7}"/>
              </a:ext>
            </a:extLst>
          </p:cNvPr>
          <p:cNvSpPr>
            <a:spLocks noGrp="1"/>
          </p:cNvSpPr>
          <p:nvPr>
            <p:ph type="body" sz="quarter" idx="21" hasCustomPrompt="1"/>
          </p:nvPr>
        </p:nvSpPr>
        <p:spPr>
          <a:xfrm>
            <a:off x="7908926" y="2158314"/>
            <a:ext cx="680761" cy="322714"/>
          </a:xfrm>
        </p:spPr>
        <p:txBody>
          <a:bodyPr rIns="0"/>
          <a:lstStyle>
            <a:lvl1pPr marL="0" indent="0" algn="r">
              <a:lnSpc>
                <a:spcPts val="2000"/>
              </a:lnSpc>
              <a:spcAft>
                <a:spcPts val="0"/>
              </a:spcAft>
              <a:buNone/>
              <a:defRPr sz="20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XX</a:t>
            </a:r>
            <a:endParaRPr lang="en-GB"/>
          </a:p>
        </p:txBody>
      </p:sp>
      <p:sp>
        <p:nvSpPr>
          <p:cNvPr id="25" name="Text Placeholder 13">
            <a:extLst>
              <a:ext uri="{FF2B5EF4-FFF2-40B4-BE49-F238E27FC236}">
                <a16:creationId xmlns:a16="http://schemas.microsoft.com/office/drawing/2014/main" id="{0A7DF1DF-F64D-BD49-A308-E0D07BB453F7}"/>
              </a:ext>
            </a:extLst>
          </p:cNvPr>
          <p:cNvSpPr>
            <a:spLocks noGrp="1"/>
          </p:cNvSpPr>
          <p:nvPr>
            <p:ph type="body" sz="quarter" idx="22" hasCustomPrompt="1"/>
          </p:nvPr>
        </p:nvSpPr>
        <p:spPr>
          <a:xfrm>
            <a:off x="7908926" y="2857058"/>
            <a:ext cx="680761" cy="322714"/>
          </a:xfrm>
        </p:spPr>
        <p:txBody>
          <a:bodyPr rIns="0"/>
          <a:lstStyle>
            <a:lvl1pPr marL="0" indent="0" algn="r">
              <a:lnSpc>
                <a:spcPts val="2000"/>
              </a:lnSpc>
              <a:spcAft>
                <a:spcPts val="0"/>
              </a:spcAft>
              <a:buNone/>
              <a:defRPr sz="20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XX</a:t>
            </a:r>
            <a:endParaRPr lang="en-GB"/>
          </a:p>
        </p:txBody>
      </p:sp>
      <p:sp>
        <p:nvSpPr>
          <p:cNvPr id="26" name="Text Placeholder 13">
            <a:extLst>
              <a:ext uri="{FF2B5EF4-FFF2-40B4-BE49-F238E27FC236}">
                <a16:creationId xmlns:a16="http://schemas.microsoft.com/office/drawing/2014/main" id="{37251DA1-18DE-2D49-9D21-170CFCC4F443}"/>
              </a:ext>
            </a:extLst>
          </p:cNvPr>
          <p:cNvSpPr>
            <a:spLocks noGrp="1"/>
          </p:cNvSpPr>
          <p:nvPr>
            <p:ph type="body" sz="quarter" idx="23" hasCustomPrompt="1"/>
          </p:nvPr>
        </p:nvSpPr>
        <p:spPr>
          <a:xfrm>
            <a:off x="7908926" y="3581623"/>
            <a:ext cx="680761" cy="322714"/>
          </a:xfrm>
        </p:spPr>
        <p:txBody>
          <a:bodyPr rIns="0"/>
          <a:lstStyle>
            <a:lvl1pPr marL="0" indent="0" algn="r">
              <a:lnSpc>
                <a:spcPts val="2000"/>
              </a:lnSpc>
              <a:spcAft>
                <a:spcPts val="0"/>
              </a:spcAft>
              <a:buNone/>
              <a:defRPr sz="20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XX</a:t>
            </a:r>
            <a:endParaRPr lang="en-GB"/>
          </a:p>
        </p:txBody>
      </p:sp>
      <p:sp>
        <p:nvSpPr>
          <p:cNvPr id="27" name="Text Placeholder 13">
            <a:extLst>
              <a:ext uri="{FF2B5EF4-FFF2-40B4-BE49-F238E27FC236}">
                <a16:creationId xmlns:a16="http://schemas.microsoft.com/office/drawing/2014/main" id="{B61CB9B6-1B69-D742-8B94-0E88C434563A}"/>
              </a:ext>
            </a:extLst>
          </p:cNvPr>
          <p:cNvSpPr>
            <a:spLocks noGrp="1"/>
          </p:cNvSpPr>
          <p:nvPr>
            <p:ph type="body" sz="quarter" idx="24" hasCustomPrompt="1"/>
          </p:nvPr>
        </p:nvSpPr>
        <p:spPr>
          <a:xfrm>
            <a:off x="7908926" y="4289930"/>
            <a:ext cx="680761" cy="322714"/>
          </a:xfrm>
        </p:spPr>
        <p:txBody>
          <a:bodyPr rIns="0"/>
          <a:lstStyle>
            <a:lvl1pPr marL="0" indent="0" algn="r">
              <a:lnSpc>
                <a:spcPts val="2000"/>
              </a:lnSpc>
              <a:spcAft>
                <a:spcPts val="0"/>
              </a:spcAft>
              <a:buNone/>
              <a:defRPr sz="20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XX</a:t>
            </a:r>
            <a:endParaRPr lang="en-GB"/>
          </a:p>
        </p:txBody>
      </p:sp>
      <p:sp>
        <p:nvSpPr>
          <p:cNvPr id="28" name="Text Placeholder 13">
            <a:extLst>
              <a:ext uri="{FF2B5EF4-FFF2-40B4-BE49-F238E27FC236}">
                <a16:creationId xmlns:a16="http://schemas.microsoft.com/office/drawing/2014/main" id="{A453E117-C442-B34D-BA50-8FE728CA2C82}"/>
              </a:ext>
            </a:extLst>
          </p:cNvPr>
          <p:cNvSpPr>
            <a:spLocks noGrp="1"/>
          </p:cNvSpPr>
          <p:nvPr>
            <p:ph type="body" sz="quarter" idx="25" hasCustomPrompt="1"/>
          </p:nvPr>
        </p:nvSpPr>
        <p:spPr>
          <a:xfrm>
            <a:off x="7908926" y="4962196"/>
            <a:ext cx="680761" cy="322714"/>
          </a:xfrm>
        </p:spPr>
        <p:txBody>
          <a:bodyPr rIns="0"/>
          <a:lstStyle>
            <a:lvl1pPr marL="0" indent="0" algn="r">
              <a:lnSpc>
                <a:spcPts val="2000"/>
              </a:lnSpc>
              <a:spcAft>
                <a:spcPts val="0"/>
              </a:spcAft>
              <a:buNone/>
              <a:defRPr sz="20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XX</a:t>
            </a:r>
            <a:endParaRPr lang="en-GB"/>
          </a:p>
        </p:txBody>
      </p:sp>
      <p:sp>
        <p:nvSpPr>
          <p:cNvPr id="30" name="TextBox 29">
            <a:extLst>
              <a:ext uri="{FF2B5EF4-FFF2-40B4-BE49-F238E27FC236}">
                <a16:creationId xmlns:a16="http://schemas.microsoft.com/office/drawing/2014/main" id="{5FB2BF4A-E013-0044-B402-DDFB14E4E7D5}"/>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accent1"/>
                </a:solidFill>
                <a:latin typeface="+mj-lt"/>
              </a:rPr>
              <a:t>Confidential</a:t>
            </a:r>
          </a:p>
        </p:txBody>
      </p:sp>
      <p:cxnSp>
        <p:nvCxnSpPr>
          <p:cNvPr id="34" name="Straight Connector 33">
            <a:extLst>
              <a:ext uri="{FF2B5EF4-FFF2-40B4-BE49-F238E27FC236}">
                <a16:creationId xmlns:a16="http://schemas.microsoft.com/office/drawing/2014/main" id="{798F6CF2-D6CA-6CB3-1382-8ACEF852FDCF}"/>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7" name="Rounded Rectangle 36">
            <a:extLst>
              <a:ext uri="{FF2B5EF4-FFF2-40B4-BE49-F238E27FC236}">
                <a16:creationId xmlns:a16="http://schemas.microsoft.com/office/drawing/2014/main" id="{F46BEED3-431B-B95D-ED51-66BAECE0CC67}"/>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3" name="Graphic 62">
            <a:extLst>
              <a:ext uri="{FF2B5EF4-FFF2-40B4-BE49-F238E27FC236}">
                <a16:creationId xmlns:a16="http://schemas.microsoft.com/office/drawing/2014/main" id="{FD541A6F-DEF3-85F9-7C13-A79693F47BC4}"/>
              </a:ext>
            </a:extLst>
          </p:cNvPr>
          <p:cNvGrpSpPr/>
          <p:nvPr userDrawn="1"/>
        </p:nvGrpSpPr>
        <p:grpSpPr>
          <a:xfrm>
            <a:off x="11428121" y="358976"/>
            <a:ext cx="517993" cy="512866"/>
            <a:chOff x="10767269" y="208371"/>
            <a:chExt cx="182844" cy="181034"/>
          </a:xfrm>
        </p:grpSpPr>
        <p:sp>
          <p:nvSpPr>
            <p:cNvPr id="44" name="Freeform 43">
              <a:extLst>
                <a:ext uri="{FF2B5EF4-FFF2-40B4-BE49-F238E27FC236}">
                  <a16:creationId xmlns:a16="http://schemas.microsoft.com/office/drawing/2014/main" id="{2EAA15DF-0D49-B479-7C27-BEAFDC1775C9}"/>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5" name="Freeform 44">
              <a:extLst>
                <a:ext uri="{FF2B5EF4-FFF2-40B4-BE49-F238E27FC236}">
                  <a16:creationId xmlns:a16="http://schemas.microsoft.com/office/drawing/2014/main" id="{06D191ED-7F60-5439-10BE-BD312F07668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46" name="Freeform 45">
              <a:extLst>
                <a:ext uri="{FF2B5EF4-FFF2-40B4-BE49-F238E27FC236}">
                  <a16:creationId xmlns:a16="http://schemas.microsoft.com/office/drawing/2014/main" id="{8930D796-E281-FD21-F27A-E0240D195566}"/>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7" name="Freeform 46">
              <a:extLst>
                <a:ext uri="{FF2B5EF4-FFF2-40B4-BE49-F238E27FC236}">
                  <a16:creationId xmlns:a16="http://schemas.microsoft.com/office/drawing/2014/main" id="{4087EBAA-7A52-50F4-1D0D-558CC03E124A}"/>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48" name="Freeform 47">
              <a:extLst>
                <a:ext uri="{FF2B5EF4-FFF2-40B4-BE49-F238E27FC236}">
                  <a16:creationId xmlns:a16="http://schemas.microsoft.com/office/drawing/2014/main" id="{C2B71777-9314-4BE6-891F-0B7FEEA27197}"/>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49" name="Slide Number Placeholder 5">
            <a:extLst>
              <a:ext uri="{FF2B5EF4-FFF2-40B4-BE49-F238E27FC236}">
                <a16:creationId xmlns:a16="http://schemas.microsoft.com/office/drawing/2014/main" id="{F6E994A2-6049-93ED-0988-999BA49BA823}"/>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189002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b-Section Divider">
    <p:bg>
      <p:bgPr>
        <a:solidFill>
          <a:schemeClr val="bg1"/>
        </a:solidFill>
        <a:effectLst/>
      </p:bgPr>
    </p:bg>
    <p:spTree>
      <p:nvGrpSpPr>
        <p:cNvPr id="1" name=""/>
        <p:cNvGrpSpPr/>
        <p:nvPr/>
      </p:nvGrpSpPr>
      <p:grpSpPr>
        <a:xfrm>
          <a:off x="0" y="0"/>
          <a:ext cx="0" cy="0"/>
          <a:chOff x="0" y="0"/>
          <a:chExt cx="0" cy="0"/>
        </a:xfrm>
      </p:grpSpPr>
      <p:cxnSp>
        <p:nvCxnSpPr>
          <p:cNvPr id="45" name="Straight Connector 44">
            <a:extLst>
              <a:ext uri="{FF2B5EF4-FFF2-40B4-BE49-F238E27FC236}">
                <a16:creationId xmlns:a16="http://schemas.microsoft.com/office/drawing/2014/main" id="{95A14D9D-82E3-F349-BE52-63BC561FEE14}"/>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46" name="Rounded Rectangle 45">
            <a:extLst>
              <a:ext uri="{FF2B5EF4-FFF2-40B4-BE49-F238E27FC236}">
                <a16:creationId xmlns:a16="http://schemas.microsoft.com/office/drawing/2014/main" id="{C6AE864F-189C-0B40-B760-21DF2F3E173C}"/>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4" name="Straight Connector 23">
            <a:extLst>
              <a:ext uri="{FF2B5EF4-FFF2-40B4-BE49-F238E27FC236}">
                <a16:creationId xmlns:a16="http://schemas.microsoft.com/office/drawing/2014/main" id="{C888D6BB-AA3E-AB4C-A89D-8A6CD64D868C}"/>
              </a:ext>
            </a:extLst>
          </p:cNvPr>
          <p:cNvCxnSpPr>
            <a:cxnSpLocks/>
          </p:cNvCxnSpPr>
          <p:nvPr userDrawn="1"/>
        </p:nvCxnSpPr>
        <p:spPr>
          <a:xfrm>
            <a:off x="1273175" y="3314738"/>
            <a:ext cx="0" cy="852256"/>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26" name="Graphic 62">
            <a:extLst>
              <a:ext uri="{FF2B5EF4-FFF2-40B4-BE49-F238E27FC236}">
                <a16:creationId xmlns:a16="http://schemas.microsoft.com/office/drawing/2014/main" id="{FFD1ACE8-3029-D141-B85F-3E86298620D9}"/>
              </a:ext>
            </a:extLst>
          </p:cNvPr>
          <p:cNvGrpSpPr/>
          <p:nvPr userDrawn="1"/>
        </p:nvGrpSpPr>
        <p:grpSpPr>
          <a:xfrm>
            <a:off x="11428121" y="358976"/>
            <a:ext cx="517993" cy="512866"/>
            <a:chOff x="10767269" y="208371"/>
            <a:chExt cx="182844" cy="181034"/>
          </a:xfrm>
        </p:grpSpPr>
        <p:sp>
          <p:nvSpPr>
            <p:cNvPr id="27" name="Freeform 26">
              <a:extLst>
                <a:ext uri="{FF2B5EF4-FFF2-40B4-BE49-F238E27FC236}">
                  <a16:creationId xmlns:a16="http://schemas.microsoft.com/office/drawing/2014/main" id="{0284396A-513B-F540-A962-9500A862C6CF}"/>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8" name="Freeform 27">
              <a:extLst>
                <a:ext uri="{FF2B5EF4-FFF2-40B4-BE49-F238E27FC236}">
                  <a16:creationId xmlns:a16="http://schemas.microsoft.com/office/drawing/2014/main" id="{49D3B413-616D-B145-8D50-469DB5154496}"/>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4" name="Freeform 33">
              <a:extLst>
                <a:ext uri="{FF2B5EF4-FFF2-40B4-BE49-F238E27FC236}">
                  <a16:creationId xmlns:a16="http://schemas.microsoft.com/office/drawing/2014/main" id="{431B2658-9FCB-A746-8089-453A0CED2B8F}"/>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B4FB02AD-AF35-5C48-8D62-5224D59AB2FB}"/>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F980AF88-ADBD-6D4F-BD67-A005C2C36D1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49" name="Subtitle 2">
            <a:extLst>
              <a:ext uri="{FF2B5EF4-FFF2-40B4-BE49-F238E27FC236}">
                <a16:creationId xmlns:a16="http://schemas.microsoft.com/office/drawing/2014/main" id="{8226063C-9D21-E24E-8D6D-C2A9DEC924C9}"/>
              </a:ext>
            </a:extLst>
          </p:cNvPr>
          <p:cNvSpPr>
            <a:spLocks noGrp="1"/>
          </p:cNvSpPr>
          <p:nvPr>
            <p:ph type="subTitle" idx="1" hasCustomPrompt="1"/>
          </p:nvPr>
        </p:nvSpPr>
        <p:spPr>
          <a:xfrm>
            <a:off x="1453211" y="3263606"/>
            <a:ext cx="6467475" cy="361950"/>
          </a:xfrm>
        </p:spPr>
        <p:txBody>
          <a:bodyPr/>
          <a:lstStyle>
            <a:lvl1pPr marL="0" indent="0" algn="l">
              <a:lnSpc>
                <a:spcPts val="2000"/>
              </a:lnSpc>
              <a:spcAft>
                <a:spcPts val="0"/>
              </a:spcAft>
              <a:buNone/>
              <a:defRPr sz="200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1453211" y="3648916"/>
            <a:ext cx="9140141" cy="601479"/>
          </a:xfrm>
        </p:spPr>
        <p:txBody>
          <a:bodyPr/>
          <a:lstStyle>
            <a:lvl1pPr>
              <a:lnSpc>
                <a:spcPts val="4800"/>
              </a:lnSpc>
              <a:defRPr sz="4800"/>
            </a:lvl1pPr>
          </a:lstStyle>
          <a:p>
            <a:r>
              <a:rPr lang="en-US"/>
              <a:t>Click To Edit Master Title Style</a:t>
            </a:r>
            <a:endParaRPr lang="en-GB"/>
          </a:p>
        </p:txBody>
      </p:sp>
      <p:sp>
        <p:nvSpPr>
          <p:cNvPr id="17" name="TextBox 16">
            <a:extLst>
              <a:ext uri="{FF2B5EF4-FFF2-40B4-BE49-F238E27FC236}">
                <a16:creationId xmlns:a16="http://schemas.microsoft.com/office/drawing/2014/main" id="{8209B63F-B2F9-074E-3170-C105B6C8614F}"/>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accent1"/>
                </a:solidFill>
                <a:latin typeface="+mj-lt"/>
              </a:rPr>
              <a:t>Confidential</a:t>
            </a:r>
          </a:p>
        </p:txBody>
      </p:sp>
      <p:sp>
        <p:nvSpPr>
          <p:cNvPr id="19" name="Slide Number Placeholder 5">
            <a:extLst>
              <a:ext uri="{FF2B5EF4-FFF2-40B4-BE49-F238E27FC236}">
                <a16:creationId xmlns:a16="http://schemas.microsoft.com/office/drawing/2014/main" id="{5E797092-1603-830E-7EAF-B1E591D79B27}"/>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1247527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dividual Bio">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68798C3-AB86-E64F-84CC-2A7184E366CF}"/>
              </a:ext>
            </a:extLst>
          </p:cNvPr>
          <p:cNvSpPr/>
          <p:nvPr userDrawn="1"/>
        </p:nvSpPr>
        <p:spPr>
          <a:xfrm>
            <a:off x="6562" y="2551114"/>
            <a:ext cx="12182853" cy="4306886"/>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Graphic 2">
            <a:extLst>
              <a:ext uri="{FF2B5EF4-FFF2-40B4-BE49-F238E27FC236}">
                <a16:creationId xmlns:a16="http://schemas.microsoft.com/office/drawing/2014/main" id="{30795210-74D3-0240-95AD-2521B7B99DF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30412" r="-54" b="18244"/>
          <a:stretch/>
        </p:blipFill>
        <p:spPr>
          <a:xfrm>
            <a:off x="0" y="2551112"/>
            <a:ext cx="12192000" cy="4306887"/>
          </a:xfrm>
          <a:prstGeom prst="rect">
            <a:avLst/>
          </a:prstGeom>
        </p:spPr>
      </p:pic>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6" y="447391"/>
            <a:ext cx="5505450" cy="694944"/>
          </a:xfrm>
        </p:spPr>
        <p:txBody>
          <a:bodyPr/>
          <a:lstStyle/>
          <a:p>
            <a:r>
              <a:rPr lang="en-US"/>
              <a:t>Click To Edit Master Title Style</a:t>
            </a:r>
            <a:endParaRPr lang="en-GB"/>
          </a:p>
        </p:txBody>
      </p:sp>
      <p:sp>
        <p:nvSpPr>
          <p:cNvPr id="25" name="Picture Placeholder 3">
            <a:extLst>
              <a:ext uri="{FF2B5EF4-FFF2-40B4-BE49-F238E27FC236}">
                <a16:creationId xmlns:a16="http://schemas.microsoft.com/office/drawing/2014/main" id="{D2BDC104-8279-E04F-B522-675353236A18}"/>
              </a:ext>
            </a:extLst>
          </p:cNvPr>
          <p:cNvSpPr>
            <a:spLocks noGrp="1"/>
          </p:cNvSpPr>
          <p:nvPr>
            <p:ph type="pic" sz="quarter" idx="10"/>
          </p:nvPr>
        </p:nvSpPr>
        <p:spPr>
          <a:xfrm>
            <a:off x="454026" y="1504950"/>
            <a:ext cx="3596209" cy="3838575"/>
          </a:xfrm>
          <a:prstGeom prst="roundRect">
            <a:avLst>
              <a:gd name="adj" fmla="val 5665"/>
            </a:avLst>
          </a:prstGeom>
          <a:solidFill>
            <a:schemeClr val="bg1">
              <a:lumMod val="95000"/>
            </a:schemeClr>
          </a:solidFill>
        </p:spPr>
        <p:txBody>
          <a:bodyPr/>
          <a:lstStyle>
            <a:lvl1pPr marL="0" indent="0">
              <a:buNone/>
              <a:defRPr/>
            </a:lvl1pPr>
          </a:lstStyle>
          <a:p>
            <a:endParaRPr lang="en-GB"/>
          </a:p>
        </p:txBody>
      </p:sp>
      <p:sp>
        <p:nvSpPr>
          <p:cNvPr id="26" name="Text Placeholder 13">
            <a:extLst>
              <a:ext uri="{FF2B5EF4-FFF2-40B4-BE49-F238E27FC236}">
                <a16:creationId xmlns:a16="http://schemas.microsoft.com/office/drawing/2014/main" id="{C17C4E27-7677-D141-99AE-AD14EA5A475F}"/>
              </a:ext>
            </a:extLst>
          </p:cNvPr>
          <p:cNvSpPr>
            <a:spLocks noGrp="1"/>
          </p:cNvSpPr>
          <p:nvPr>
            <p:ph type="body" sz="quarter" idx="17" hasCustomPrompt="1"/>
          </p:nvPr>
        </p:nvSpPr>
        <p:spPr>
          <a:xfrm>
            <a:off x="4497698" y="2781242"/>
            <a:ext cx="6256960" cy="2559956"/>
          </a:xfrm>
          <a:solidFill>
            <a:srgbClr val="F2F6FB"/>
          </a:solidFill>
        </p:spPr>
        <p:txBody>
          <a:bodyPr rIns="0"/>
          <a:lstStyle>
            <a:lvl1pPr marL="285750" indent="-285750" algn="l">
              <a:lnSpc>
                <a:spcPct val="100000"/>
              </a:lnSpc>
              <a:spcAft>
                <a:spcPts val="600"/>
              </a:spcAft>
              <a:buFont typeface="Wingdings" pitchFamily="2" charset="2"/>
              <a:buChar char="§"/>
              <a:defRPr sz="14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Nam vitae </a:t>
            </a:r>
            <a:r>
              <a:rPr lang="en-US" err="1"/>
              <a:t>tortor</a:t>
            </a:r>
            <a:r>
              <a:rPr lang="en-US"/>
              <a:t> </a:t>
            </a:r>
            <a:r>
              <a:rPr lang="en-US" err="1"/>
              <a:t>arcu</a:t>
            </a:r>
            <a:r>
              <a:rPr lang="en-US"/>
              <a:t>. In et nisi </a:t>
            </a:r>
            <a:r>
              <a:rPr lang="en-US" err="1"/>
              <a:t>justo</a:t>
            </a:r>
            <a:r>
              <a:rPr lang="en-US"/>
              <a:t>. Sed </a:t>
            </a:r>
            <a:r>
              <a:rPr lang="en-US" err="1"/>
              <a:t>pellentesque</a:t>
            </a:r>
            <a:r>
              <a:rPr lang="en-US"/>
              <a:t> </a:t>
            </a:r>
            <a:r>
              <a:rPr lang="en-US" err="1"/>
              <a:t>fringilla</a:t>
            </a:r>
            <a:r>
              <a:rPr lang="en-US"/>
              <a:t> </a:t>
            </a:r>
            <a:r>
              <a:rPr lang="en-US" err="1"/>
              <a:t>enim</a:t>
            </a:r>
            <a:r>
              <a:rPr lang="en-US"/>
              <a:t>, et </a:t>
            </a:r>
            <a:r>
              <a:rPr lang="en-US" err="1"/>
              <a:t>mollis</a:t>
            </a:r>
            <a:r>
              <a:rPr lang="en-US"/>
              <a:t> </a:t>
            </a:r>
            <a:r>
              <a:rPr lang="en-US" err="1"/>
              <a:t>lacus</a:t>
            </a:r>
            <a:r>
              <a:rPr lang="en-US"/>
              <a:t> </a:t>
            </a:r>
            <a:r>
              <a:rPr lang="en-US" err="1"/>
              <a:t>commodo</a:t>
            </a:r>
            <a:r>
              <a:rPr lang="en-US"/>
              <a:t> </a:t>
            </a:r>
            <a:r>
              <a:rPr lang="en-US" err="1"/>
              <a:t>laoreet</a:t>
            </a:r>
            <a:r>
              <a:rPr lang="en-US"/>
              <a:t>. </a:t>
            </a:r>
            <a:r>
              <a:rPr lang="en-US" err="1"/>
              <a:t>Vivamus</a:t>
            </a:r>
            <a:r>
              <a:rPr lang="en-US"/>
              <a:t> </a:t>
            </a:r>
            <a:r>
              <a:rPr lang="en-US" err="1"/>
              <a:t>pellentesque</a:t>
            </a:r>
            <a:r>
              <a:rPr lang="en-US"/>
              <a:t>, ipsum vitae </a:t>
            </a:r>
            <a:r>
              <a:rPr lang="en-US" err="1"/>
              <a:t>varius</a:t>
            </a:r>
            <a:r>
              <a:rPr lang="en-US"/>
              <a:t> convallis, </a:t>
            </a:r>
            <a:r>
              <a:rPr lang="en-US" err="1"/>
              <a:t>augue</a:t>
            </a:r>
            <a:r>
              <a:rPr lang="en-US"/>
              <a:t> </a:t>
            </a:r>
            <a:r>
              <a:rPr lang="en-US" err="1"/>
              <a:t>massa</a:t>
            </a:r>
            <a:r>
              <a:rPr lang="en-US"/>
              <a:t> </a:t>
            </a:r>
            <a:r>
              <a:rPr lang="en-US" err="1"/>
              <a:t>porttitor</a:t>
            </a:r>
            <a:r>
              <a:rPr lang="en-US"/>
              <a:t> </a:t>
            </a:r>
            <a:r>
              <a:rPr lang="en-US" err="1"/>
              <a:t>purus</a:t>
            </a:r>
            <a:r>
              <a:rPr lang="en-US"/>
              <a:t>, </a:t>
            </a:r>
            <a:r>
              <a:rPr lang="en-US" err="1"/>
              <a:t>quis</a:t>
            </a:r>
            <a:r>
              <a:rPr lang="en-US"/>
              <a:t> </a:t>
            </a:r>
            <a:r>
              <a:rPr lang="en-US" err="1"/>
              <a:t>aliquet</a:t>
            </a:r>
            <a:r>
              <a:rPr lang="en-US"/>
              <a:t> </a:t>
            </a:r>
            <a:r>
              <a:rPr lang="en-US" err="1"/>
              <a:t>erat</a:t>
            </a:r>
            <a:r>
              <a:rPr lang="en-US"/>
              <a:t> </a:t>
            </a:r>
            <a:r>
              <a:rPr lang="en-US" err="1"/>
              <a:t>sapien</a:t>
            </a:r>
            <a:r>
              <a:rPr lang="en-US"/>
              <a:t> a </a:t>
            </a:r>
            <a:r>
              <a:rPr lang="en-US" err="1"/>
              <a:t>augue</a:t>
            </a:r>
            <a:r>
              <a:rPr lang="en-US"/>
              <a:t>. Morbi </a:t>
            </a:r>
            <a:r>
              <a:rPr lang="en-US" err="1"/>
              <a:t>iaculis</a:t>
            </a:r>
            <a:r>
              <a:rPr lang="en-US"/>
              <a:t>, ante sit </a:t>
            </a:r>
            <a:r>
              <a:rPr lang="en-US" err="1"/>
              <a:t>amet</a:t>
            </a:r>
            <a:r>
              <a:rPr lang="en-US"/>
              <a:t> </a:t>
            </a:r>
            <a:r>
              <a:rPr lang="en-US" err="1"/>
              <a:t>malesuada</a:t>
            </a:r>
            <a:r>
              <a:rPr lang="en-US"/>
              <a:t> </a:t>
            </a:r>
            <a:r>
              <a:rPr lang="en-US" err="1"/>
              <a:t>lobortis</a:t>
            </a:r>
            <a:r>
              <a:rPr lang="en-US"/>
              <a:t>, </a:t>
            </a:r>
            <a:r>
              <a:rPr lang="en-US" err="1"/>
              <a:t>lacus</a:t>
            </a:r>
            <a:r>
              <a:rPr lang="en-US"/>
              <a:t> </a:t>
            </a:r>
            <a:r>
              <a:rPr lang="en-US" err="1"/>
              <a:t>purus</a:t>
            </a:r>
            <a:r>
              <a:rPr lang="en-US"/>
              <a:t> porta </a:t>
            </a:r>
            <a:r>
              <a:rPr lang="en-US" err="1"/>
              <a:t>est</a:t>
            </a:r>
            <a:r>
              <a:rPr lang="en-US"/>
              <a:t>, </a:t>
            </a:r>
            <a:r>
              <a:rPr lang="en-US" err="1"/>
              <a:t>ut</a:t>
            </a:r>
            <a:r>
              <a:rPr lang="en-US"/>
              <a:t> </a:t>
            </a:r>
            <a:r>
              <a:rPr lang="en-US" err="1"/>
              <a:t>sagittis</a:t>
            </a:r>
            <a:r>
              <a:rPr lang="en-US"/>
              <a:t> </a:t>
            </a:r>
            <a:r>
              <a:rPr lang="en-US" err="1"/>
              <a:t>nibh</a:t>
            </a:r>
            <a:r>
              <a:rPr lang="en-US"/>
              <a:t> </a:t>
            </a:r>
            <a:r>
              <a:rPr lang="en-US" err="1"/>
              <a:t>nisl</a:t>
            </a:r>
            <a:r>
              <a:rPr lang="en-US"/>
              <a:t> vitae </a:t>
            </a:r>
            <a:r>
              <a:rPr lang="en-US" err="1"/>
              <a:t>arcu</a:t>
            </a:r>
            <a:r>
              <a:rPr lang="en-US"/>
              <a:t>. </a:t>
            </a:r>
          </a:p>
          <a:p>
            <a:pPr lvl="0"/>
            <a:r>
              <a:rPr lang="en-US" err="1"/>
              <a:t>Vivamus</a:t>
            </a:r>
            <a:r>
              <a:rPr lang="en-US"/>
              <a:t> </a:t>
            </a:r>
            <a:r>
              <a:rPr lang="en-US" err="1"/>
              <a:t>varius</a:t>
            </a:r>
            <a:r>
              <a:rPr lang="en-US"/>
              <a:t> </a:t>
            </a:r>
            <a:r>
              <a:rPr lang="en-US" err="1"/>
              <a:t>purus</a:t>
            </a:r>
            <a:r>
              <a:rPr lang="en-US"/>
              <a:t> vitae </a:t>
            </a:r>
            <a:r>
              <a:rPr lang="en-US" err="1"/>
              <a:t>sagittis</a:t>
            </a:r>
            <a:r>
              <a:rPr lang="en-US"/>
              <a:t> semper. Proin vel ipsum pharetra, </a:t>
            </a:r>
            <a:r>
              <a:rPr lang="en-US" err="1"/>
              <a:t>condimentum</a:t>
            </a:r>
            <a:r>
              <a:rPr lang="en-US"/>
              <a:t> eros </a:t>
            </a:r>
            <a:r>
              <a:rPr lang="en-US" err="1"/>
              <a:t>eget</a:t>
            </a:r>
            <a:r>
              <a:rPr lang="en-US"/>
              <a:t>, </a:t>
            </a:r>
            <a:r>
              <a:rPr lang="en-US" err="1"/>
              <a:t>iaculis</a:t>
            </a:r>
            <a:r>
              <a:rPr lang="en-US"/>
              <a:t> </a:t>
            </a:r>
            <a:r>
              <a:rPr lang="en-US" err="1"/>
              <a:t>nibh</a:t>
            </a:r>
            <a:r>
              <a:rPr lang="en-US"/>
              <a:t>. Integer </a:t>
            </a:r>
            <a:r>
              <a:rPr lang="en-US" err="1"/>
              <a:t>nulla</a:t>
            </a:r>
            <a:r>
              <a:rPr lang="en-US"/>
              <a:t> ligula, semper et ex </a:t>
            </a:r>
            <a:r>
              <a:rPr lang="en-US" err="1"/>
              <a:t>mollis</a:t>
            </a:r>
            <a:r>
              <a:rPr lang="en-US"/>
              <a:t>, </a:t>
            </a:r>
            <a:r>
              <a:rPr lang="en-US" err="1"/>
              <a:t>aliquam</a:t>
            </a:r>
            <a:r>
              <a:rPr lang="en-US"/>
              <a:t> </a:t>
            </a:r>
            <a:r>
              <a:rPr lang="en-US" err="1"/>
              <a:t>luctus</a:t>
            </a:r>
            <a:r>
              <a:rPr lang="en-US"/>
              <a:t> </a:t>
            </a:r>
            <a:r>
              <a:rPr lang="en-US" err="1"/>
              <a:t>sapien</a:t>
            </a:r>
            <a:r>
              <a:rPr lang="en-US"/>
              <a:t>. In </a:t>
            </a:r>
            <a:r>
              <a:rPr lang="en-US" err="1"/>
              <a:t>luctus</a:t>
            </a:r>
            <a:r>
              <a:rPr lang="en-US"/>
              <a:t> lorem </a:t>
            </a:r>
            <a:r>
              <a:rPr lang="en-US" err="1"/>
              <a:t>quis</a:t>
            </a:r>
            <a:r>
              <a:rPr lang="en-US"/>
              <a:t> </a:t>
            </a:r>
            <a:r>
              <a:rPr lang="en-US" err="1"/>
              <a:t>tortor</a:t>
            </a:r>
            <a:r>
              <a:rPr lang="en-US"/>
              <a:t> </a:t>
            </a:r>
            <a:r>
              <a:rPr lang="en-US" err="1"/>
              <a:t>rutrum</a:t>
            </a:r>
            <a:r>
              <a:rPr lang="en-US"/>
              <a:t> </a:t>
            </a:r>
            <a:r>
              <a:rPr lang="en-US" err="1"/>
              <a:t>interdum</a:t>
            </a:r>
            <a:r>
              <a:rPr lang="en-US"/>
              <a:t>. Maecenas </a:t>
            </a:r>
            <a:r>
              <a:rPr lang="en-US" err="1"/>
              <a:t>lectus</a:t>
            </a:r>
            <a:r>
              <a:rPr lang="en-US"/>
              <a:t> </a:t>
            </a:r>
            <a:r>
              <a:rPr lang="en-US" err="1"/>
              <a:t>erat</a:t>
            </a:r>
            <a:r>
              <a:rPr lang="en-US"/>
              <a:t>, </a:t>
            </a:r>
            <a:r>
              <a:rPr lang="en-US" err="1"/>
              <a:t>feugiat</a:t>
            </a:r>
            <a:r>
              <a:rPr lang="en-US"/>
              <a:t> vitae </a:t>
            </a:r>
            <a:r>
              <a:rPr lang="en-US" err="1"/>
              <a:t>dapibus</a:t>
            </a:r>
            <a:r>
              <a:rPr lang="en-US"/>
              <a:t> sit </a:t>
            </a:r>
            <a:r>
              <a:rPr lang="en-US" err="1"/>
              <a:t>amet</a:t>
            </a:r>
            <a:r>
              <a:rPr lang="en-US"/>
              <a:t>, </a:t>
            </a:r>
            <a:r>
              <a:rPr lang="en-US" err="1"/>
              <a:t>elementum</a:t>
            </a:r>
            <a:r>
              <a:rPr lang="en-US"/>
              <a:t> </a:t>
            </a:r>
            <a:r>
              <a:rPr lang="en-US" err="1"/>
              <a:t>eu</a:t>
            </a:r>
            <a:r>
              <a:rPr lang="en-US"/>
              <a:t>. </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Nam vitae </a:t>
            </a:r>
            <a:r>
              <a:rPr lang="en-US" err="1"/>
              <a:t>tortor</a:t>
            </a:r>
            <a:r>
              <a:rPr lang="en-US"/>
              <a:t> </a:t>
            </a:r>
            <a:r>
              <a:rPr lang="en-US" err="1"/>
              <a:t>arcu</a:t>
            </a:r>
            <a:r>
              <a:rPr lang="en-US"/>
              <a:t>. In et nisi </a:t>
            </a:r>
            <a:r>
              <a:rPr lang="en-US" err="1"/>
              <a:t>justo</a:t>
            </a:r>
            <a:r>
              <a:rPr lang="en-US"/>
              <a:t>. Sed </a:t>
            </a:r>
            <a:r>
              <a:rPr lang="en-US" err="1"/>
              <a:t>pellentesque</a:t>
            </a:r>
            <a:r>
              <a:rPr lang="en-US"/>
              <a:t> </a:t>
            </a:r>
            <a:r>
              <a:rPr lang="en-US" err="1"/>
              <a:t>fringilla</a:t>
            </a:r>
            <a:r>
              <a:rPr lang="en-US"/>
              <a:t> </a:t>
            </a:r>
            <a:r>
              <a:rPr lang="en-US" err="1"/>
              <a:t>enim</a:t>
            </a:r>
            <a:r>
              <a:rPr lang="en-US"/>
              <a:t>, et </a:t>
            </a:r>
            <a:r>
              <a:rPr lang="en-US" err="1"/>
              <a:t>mollis</a:t>
            </a:r>
            <a:r>
              <a:rPr lang="en-US"/>
              <a:t> </a:t>
            </a:r>
            <a:r>
              <a:rPr lang="en-US" err="1"/>
              <a:t>lacus</a:t>
            </a:r>
            <a:r>
              <a:rPr lang="en-US"/>
              <a:t> </a:t>
            </a:r>
            <a:r>
              <a:rPr lang="en-US" err="1"/>
              <a:t>commodo</a:t>
            </a:r>
            <a:r>
              <a:rPr lang="en-US"/>
              <a:t> </a:t>
            </a:r>
            <a:r>
              <a:rPr lang="en-US" err="1"/>
              <a:t>laoreet</a:t>
            </a:r>
            <a:r>
              <a:rPr lang="en-US"/>
              <a:t>. </a:t>
            </a:r>
          </a:p>
        </p:txBody>
      </p:sp>
      <p:sp>
        <p:nvSpPr>
          <p:cNvPr id="27" name="Text Placeholder 13">
            <a:extLst>
              <a:ext uri="{FF2B5EF4-FFF2-40B4-BE49-F238E27FC236}">
                <a16:creationId xmlns:a16="http://schemas.microsoft.com/office/drawing/2014/main" id="{8EAE8603-A31E-514E-B8E7-9A6C5D134814}"/>
              </a:ext>
            </a:extLst>
          </p:cNvPr>
          <p:cNvSpPr>
            <a:spLocks noGrp="1"/>
          </p:cNvSpPr>
          <p:nvPr>
            <p:ph type="body" sz="quarter" idx="18" hasCustomPrompt="1"/>
          </p:nvPr>
        </p:nvSpPr>
        <p:spPr>
          <a:xfrm>
            <a:off x="4497698" y="1504950"/>
            <a:ext cx="3385827" cy="241982"/>
          </a:xfrm>
        </p:spPr>
        <p:txBody>
          <a:bodyPr rIns="0"/>
          <a:lstStyle>
            <a:lvl1pPr marL="0" indent="0" algn="l">
              <a:lnSpc>
                <a:spcPts val="2200"/>
              </a:lnSpc>
              <a:spcAft>
                <a:spcPts val="0"/>
              </a:spcAft>
              <a:buFont typeface="Arial" panose="020B0604020202020204" pitchFamily="34" charset="0"/>
              <a:buNone/>
              <a:defRPr sz="24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err="1"/>
              <a:t>Firstname</a:t>
            </a:r>
            <a:r>
              <a:rPr lang="en-US"/>
              <a:t> </a:t>
            </a:r>
            <a:r>
              <a:rPr lang="en-US" err="1"/>
              <a:t>Lastname</a:t>
            </a:r>
            <a:endParaRPr lang="en-US"/>
          </a:p>
        </p:txBody>
      </p:sp>
      <p:sp>
        <p:nvSpPr>
          <p:cNvPr id="28" name="Text Placeholder 13">
            <a:extLst>
              <a:ext uri="{FF2B5EF4-FFF2-40B4-BE49-F238E27FC236}">
                <a16:creationId xmlns:a16="http://schemas.microsoft.com/office/drawing/2014/main" id="{21D8A7EA-DD70-864B-821D-384727880F4B}"/>
              </a:ext>
            </a:extLst>
          </p:cNvPr>
          <p:cNvSpPr>
            <a:spLocks noGrp="1"/>
          </p:cNvSpPr>
          <p:nvPr>
            <p:ph type="body" sz="quarter" idx="19" hasCustomPrompt="1"/>
          </p:nvPr>
        </p:nvSpPr>
        <p:spPr>
          <a:xfrm>
            <a:off x="4497698" y="1852102"/>
            <a:ext cx="3385827" cy="348173"/>
          </a:xfrm>
        </p:spPr>
        <p:txBody>
          <a:bodyPr rIns="0"/>
          <a:lstStyle>
            <a:lvl1pPr marL="0" indent="0" algn="l">
              <a:lnSpc>
                <a:spcPts val="1600"/>
              </a:lnSpc>
              <a:spcAft>
                <a:spcPts val="600"/>
              </a:spcAft>
              <a:buFont typeface="Arial" panose="020B0604020202020204" pitchFamily="34" charset="0"/>
              <a:buNone/>
              <a:defRPr sz="1600" b="0" i="0">
                <a:solidFill>
                  <a:schemeClr val="accent1"/>
                </a:solidFill>
                <a:latin typeface="+mj-lt"/>
              </a:defRPr>
            </a:lvl1pPr>
            <a:lvl2pPr marL="239712" indent="0">
              <a:buNone/>
              <a:defRPr/>
            </a:lvl2pPr>
            <a:lvl3pPr marL="466725" indent="0">
              <a:buNone/>
              <a:defRPr/>
            </a:lvl3pPr>
            <a:lvl4pPr marL="1371600" indent="0">
              <a:buNone/>
              <a:defRPr/>
            </a:lvl4pPr>
            <a:lvl5pPr marL="1828800" indent="0">
              <a:buNone/>
              <a:defRPr/>
            </a:lvl5pPr>
          </a:lstStyle>
          <a:p>
            <a:pPr lvl="0"/>
            <a:r>
              <a:rPr lang="en-US"/>
              <a:t>Title Here</a:t>
            </a:r>
          </a:p>
        </p:txBody>
      </p:sp>
      <p:sp>
        <p:nvSpPr>
          <p:cNvPr id="19" name="TextBox 18">
            <a:extLst>
              <a:ext uri="{FF2B5EF4-FFF2-40B4-BE49-F238E27FC236}">
                <a16:creationId xmlns:a16="http://schemas.microsoft.com/office/drawing/2014/main" id="{19591A96-EDD5-8F0A-F654-1B0F1555406E}"/>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accent1"/>
                </a:solidFill>
                <a:latin typeface="+mj-lt"/>
              </a:rPr>
              <a:t>Confidential</a:t>
            </a:r>
          </a:p>
        </p:txBody>
      </p:sp>
      <p:cxnSp>
        <p:nvCxnSpPr>
          <p:cNvPr id="20" name="Straight Connector 19">
            <a:extLst>
              <a:ext uri="{FF2B5EF4-FFF2-40B4-BE49-F238E27FC236}">
                <a16:creationId xmlns:a16="http://schemas.microsoft.com/office/drawing/2014/main" id="{0D3D3C9C-D0B6-6479-797D-2991B06D7606}"/>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2" name="Rounded Rectangle 21">
            <a:extLst>
              <a:ext uri="{FF2B5EF4-FFF2-40B4-BE49-F238E27FC236}">
                <a16:creationId xmlns:a16="http://schemas.microsoft.com/office/drawing/2014/main" id="{AB5D2C05-62D8-75AB-4AA9-9508EBC7F198}"/>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1" name="Graphic 62">
            <a:extLst>
              <a:ext uri="{FF2B5EF4-FFF2-40B4-BE49-F238E27FC236}">
                <a16:creationId xmlns:a16="http://schemas.microsoft.com/office/drawing/2014/main" id="{A3BDDAC6-6EB5-5AA5-61A8-5C7B08D016FF}"/>
              </a:ext>
            </a:extLst>
          </p:cNvPr>
          <p:cNvGrpSpPr/>
          <p:nvPr userDrawn="1"/>
        </p:nvGrpSpPr>
        <p:grpSpPr>
          <a:xfrm>
            <a:off x="11389259" y="459884"/>
            <a:ext cx="352694" cy="349203"/>
            <a:chOff x="10767269" y="208371"/>
            <a:chExt cx="182844" cy="181034"/>
          </a:xfrm>
        </p:grpSpPr>
        <p:sp>
          <p:nvSpPr>
            <p:cNvPr id="42" name="Freeform 41">
              <a:extLst>
                <a:ext uri="{FF2B5EF4-FFF2-40B4-BE49-F238E27FC236}">
                  <a16:creationId xmlns:a16="http://schemas.microsoft.com/office/drawing/2014/main" id="{AF63809F-BD62-CE41-422D-796F809F3DD5}"/>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3" name="Freeform 42">
              <a:extLst>
                <a:ext uri="{FF2B5EF4-FFF2-40B4-BE49-F238E27FC236}">
                  <a16:creationId xmlns:a16="http://schemas.microsoft.com/office/drawing/2014/main" id="{4521965A-A9D8-08A9-9298-34F56613CC29}"/>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44" name="Freeform 43">
              <a:extLst>
                <a:ext uri="{FF2B5EF4-FFF2-40B4-BE49-F238E27FC236}">
                  <a16:creationId xmlns:a16="http://schemas.microsoft.com/office/drawing/2014/main" id="{A3618460-6C5B-37FD-D599-B69417C8AB3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5" name="Freeform 44">
              <a:extLst>
                <a:ext uri="{FF2B5EF4-FFF2-40B4-BE49-F238E27FC236}">
                  <a16:creationId xmlns:a16="http://schemas.microsoft.com/office/drawing/2014/main" id="{D9C96232-1CC5-5F69-22A9-AA5D4FE24229}"/>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46" name="Freeform 45">
              <a:extLst>
                <a:ext uri="{FF2B5EF4-FFF2-40B4-BE49-F238E27FC236}">
                  <a16:creationId xmlns:a16="http://schemas.microsoft.com/office/drawing/2014/main" id="{4D9F823C-E41B-1DE2-0FFA-CEB5A665CA83}"/>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9" name="Slide Number Placeholder 5">
            <a:extLst>
              <a:ext uri="{FF2B5EF4-FFF2-40B4-BE49-F238E27FC236}">
                <a16:creationId xmlns:a16="http://schemas.microsoft.com/office/drawing/2014/main" id="{BCCAEAF3-17C0-7049-4BEA-EDE1F8A28349}"/>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7842297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Quote_Statement">
    <p:bg>
      <p:bgPr>
        <a:solidFill>
          <a:schemeClr val="accent2"/>
        </a:solidFill>
        <a:effectLst/>
      </p:bgPr>
    </p:bg>
    <p:spTree>
      <p:nvGrpSpPr>
        <p:cNvPr id="1" name=""/>
        <p:cNvGrpSpPr/>
        <p:nvPr/>
      </p:nvGrpSpPr>
      <p:grpSpPr>
        <a:xfrm>
          <a:off x="0" y="0"/>
          <a:ext cx="0" cy="0"/>
          <a:chOff x="0" y="0"/>
          <a:chExt cx="0" cy="0"/>
        </a:xfrm>
      </p:grpSpPr>
      <p:cxnSp>
        <p:nvCxnSpPr>
          <p:cNvPr id="45" name="Straight Connector 44">
            <a:extLst>
              <a:ext uri="{FF2B5EF4-FFF2-40B4-BE49-F238E27FC236}">
                <a16:creationId xmlns:a16="http://schemas.microsoft.com/office/drawing/2014/main" id="{95A14D9D-82E3-F349-BE52-63BC561FEE14}"/>
              </a:ext>
            </a:extLst>
          </p:cNvPr>
          <p:cNvCxnSpPr>
            <a:cxnSpLocks/>
          </p:cNvCxnSpPr>
          <p:nvPr userDrawn="1"/>
        </p:nvCxnSpPr>
        <p:spPr>
          <a:xfrm>
            <a:off x="11634435" y="6412967"/>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46" name="Rounded Rectangle 45">
            <a:extLst>
              <a:ext uri="{FF2B5EF4-FFF2-40B4-BE49-F238E27FC236}">
                <a16:creationId xmlns:a16="http://schemas.microsoft.com/office/drawing/2014/main" id="{C6AE864F-189C-0B40-B760-21DF2F3E173C}"/>
              </a:ext>
            </a:extLst>
          </p:cNvPr>
          <p:cNvSpPr>
            <a:spLocks noChangeAspect="1"/>
          </p:cNvSpPr>
          <p:nvPr userDrawn="1"/>
        </p:nvSpPr>
        <p:spPr>
          <a:xfrm rot="2700000">
            <a:off x="11576386" y="6344385"/>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ound Single Corner Rectangle 21">
            <a:extLst>
              <a:ext uri="{FF2B5EF4-FFF2-40B4-BE49-F238E27FC236}">
                <a16:creationId xmlns:a16="http://schemas.microsoft.com/office/drawing/2014/main" id="{AD46FF13-C543-CD47-8F3C-0E5202A3534B}"/>
              </a:ext>
            </a:extLst>
          </p:cNvPr>
          <p:cNvSpPr/>
          <p:nvPr userDrawn="1"/>
        </p:nvSpPr>
        <p:spPr>
          <a:xfrm rot="5400000">
            <a:off x="1459687" y="-1459696"/>
            <a:ext cx="6886602" cy="9805991"/>
          </a:xfrm>
          <a:prstGeom prst="round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3" name="Right side ">
            <a:extLst>
              <a:ext uri="{FF2B5EF4-FFF2-40B4-BE49-F238E27FC236}">
                <a16:creationId xmlns:a16="http://schemas.microsoft.com/office/drawing/2014/main" id="{C7DCB3E0-65BB-4749-8440-103779AD880D}"/>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5924" t="1798" r="8377" b="7883"/>
          <a:stretch/>
        </p:blipFill>
        <p:spPr>
          <a:xfrm>
            <a:off x="2232891" y="0"/>
            <a:ext cx="7573095" cy="6886602"/>
          </a:xfrm>
          <a:prstGeom prst="rect">
            <a:avLst/>
          </a:prstGeom>
        </p:spPr>
      </p:pic>
      <p:sp>
        <p:nvSpPr>
          <p:cNvPr id="21" name="Freeform 20">
            <a:extLst>
              <a:ext uri="{FF2B5EF4-FFF2-40B4-BE49-F238E27FC236}">
                <a16:creationId xmlns:a16="http://schemas.microsoft.com/office/drawing/2014/main" id="{DFD15E9A-945C-4145-85F3-336590BDB1F7}"/>
              </a:ext>
            </a:extLst>
          </p:cNvPr>
          <p:cNvSpPr/>
          <p:nvPr userDrawn="1"/>
        </p:nvSpPr>
        <p:spPr>
          <a:xfrm>
            <a:off x="724912" y="1360801"/>
            <a:ext cx="1168591" cy="946615"/>
          </a:xfrm>
          <a:custGeom>
            <a:avLst/>
            <a:gdLst>
              <a:gd name="connsiteX0" fmla="*/ 0 w 1336609"/>
              <a:gd name="connsiteY0" fmla="*/ 657548 h 1082719"/>
              <a:gd name="connsiteX1" fmla="*/ 397509 w 1336609"/>
              <a:gd name="connsiteY1" fmla="*/ 0 h 1082719"/>
              <a:gd name="connsiteX2" fmla="*/ 586319 w 1336609"/>
              <a:gd name="connsiteY2" fmla="*/ 0 h 1082719"/>
              <a:gd name="connsiteX3" fmla="*/ 293112 w 1336609"/>
              <a:gd name="connsiteY3" fmla="*/ 593252 h 1082719"/>
              <a:gd name="connsiteX4" fmla="*/ 496863 w 1336609"/>
              <a:gd name="connsiteY4" fmla="*/ 593252 h 1082719"/>
              <a:gd name="connsiteX5" fmla="*/ 496863 w 1336609"/>
              <a:gd name="connsiteY5" fmla="*/ 1082720 h 1082719"/>
              <a:gd name="connsiteX6" fmla="*/ 0 w 1336609"/>
              <a:gd name="connsiteY6" fmla="*/ 1082720 h 1082719"/>
              <a:gd name="connsiteX7" fmla="*/ 0 w 1336609"/>
              <a:gd name="connsiteY7" fmla="*/ 657548 h 1082719"/>
              <a:gd name="connsiteX8" fmla="*/ 750291 w 1336609"/>
              <a:gd name="connsiteY8" fmla="*/ 657548 h 1082719"/>
              <a:gd name="connsiteX9" fmla="*/ 1147800 w 1336609"/>
              <a:gd name="connsiteY9" fmla="*/ 0 h 1082719"/>
              <a:gd name="connsiteX10" fmla="*/ 1336610 w 1336609"/>
              <a:gd name="connsiteY10" fmla="*/ 0 h 1082719"/>
              <a:gd name="connsiteX11" fmla="*/ 1043498 w 1336609"/>
              <a:gd name="connsiteY11" fmla="*/ 593252 h 1082719"/>
              <a:gd name="connsiteX12" fmla="*/ 1247153 w 1336609"/>
              <a:gd name="connsiteY12" fmla="*/ 593252 h 1082719"/>
              <a:gd name="connsiteX13" fmla="*/ 1247153 w 1336609"/>
              <a:gd name="connsiteY13" fmla="*/ 1082720 h 1082719"/>
              <a:gd name="connsiteX14" fmla="*/ 750291 w 1336609"/>
              <a:gd name="connsiteY14" fmla="*/ 1082720 h 1082719"/>
              <a:gd name="connsiteX15" fmla="*/ 750291 w 1336609"/>
              <a:gd name="connsiteY15" fmla="*/ 657548 h 1082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36609" h="1082719">
                <a:moveTo>
                  <a:pt x="0" y="657548"/>
                </a:moveTo>
                <a:lnTo>
                  <a:pt x="397509" y="0"/>
                </a:lnTo>
                <a:lnTo>
                  <a:pt x="586319" y="0"/>
                </a:lnTo>
                <a:lnTo>
                  <a:pt x="293112" y="593252"/>
                </a:lnTo>
                <a:lnTo>
                  <a:pt x="496863" y="593252"/>
                </a:lnTo>
                <a:lnTo>
                  <a:pt x="496863" y="1082720"/>
                </a:lnTo>
                <a:lnTo>
                  <a:pt x="0" y="1082720"/>
                </a:lnTo>
                <a:lnTo>
                  <a:pt x="0" y="657548"/>
                </a:lnTo>
                <a:close/>
                <a:moveTo>
                  <a:pt x="750291" y="657548"/>
                </a:moveTo>
                <a:lnTo>
                  <a:pt x="1147800" y="0"/>
                </a:lnTo>
                <a:lnTo>
                  <a:pt x="1336610" y="0"/>
                </a:lnTo>
                <a:lnTo>
                  <a:pt x="1043498" y="593252"/>
                </a:lnTo>
                <a:lnTo>
                  <a:pt x="1247153" y="593252"/>
                </a:lnTo>
                <a:lnTo>
                  <a:pt x="1247153" y="1082720"/>
                </a:lnTo>
                <a:lnTo>
                  <a:pt x="750291" y="1082720"/>
                </a:lnTo>
                <a:lnTo>
                  <a:pt x="750291" y="657548"/>
                </a:lnTo>
                <a:close/>
              </a:path>
            </a:pathLst>
          </a:custGeom>
          <a:solidFill>
            <a:schemeClr val="accent1">
              <a:lumMod val="10000"/>
              <a:lumOff val="90000"/>
            </a:schemeClr>
          </a:solidFill>
          <a:ln w="9500" cap="flat">
            <a:noFill/>
            <a:prstDash val="solid"/>
            <a:miter/>
          </a:ln>
        </p:spPr>
        <p:txBody>
          <a:bodyPr rtlCol="0" anchor="ctr"/>
          <a:lstStyle/>
          <a:p>
            <a:endParaRPr lang="en-GB"/>
          </a:p>
        </p:txBody>
      </p:sp>
      <p:sp>
        <p:nvSpPr>
          <p:cNvPr id="4" name="Title 3">
            <a:extLst>
              <a:ext uri="{FF2B5EF4-FFF2-40B4-BE49-F238E27FC236}">
                <a16:creationId xmlns:a16="http://schemas.microsoft.com/office/drawing/2014/main" id="{36608668-0C71-D84E-BAE5-6E0294650572}"/>
              </a:ext>
            </a:extLst>
          </p:cNvPr>
          <p:cNvSpPr>
            <a:spLocks noGrp="1"/>
          </p:cNvSpPr>
          <p:nvPr>
            <p:ph type="title" hasCustomPrompt="1"/>
          </p:nvPr>
        </p:nvSpPr>
        <p:spPr>
          <a:xfrm>
            <a:off x="2264520" y="1360800"/>
            <a:ext cx="6089767" cy="3309171"/>
          </a:xfrm>
        </p:spPr>
        <p:txBody>
          <a:bodyPr/>
          <a:lstStyle>
            <a:lvl1pPr marL="0" indent="0">
              <a:lnSpc>
                <a:spcPct val="100000"/>
              </a:lnSpc>
              <a:buNone/>
              <a:defRPr sz="3600"/>
            </a:lvl1pPr>
          </a:lstStyle>
          <a:p>
            <a:pPr marL="0" indent="0">
              <a:lnSpc>
                <a:spcPts val="3800"/>
              </a:lnSpc>
              <a:buNone/>
            </a:pPr>
            <a:r>
              <a:rPr lang="en-GB" sz="3200">
                <a:solidFill>
                  <a:schemeClr val="accent2"/>
                </a:solidFill>
                <a:latin typeface="Franklin Gothic Medium" panose="020B0603020102020204" pitchFamily="34" charset="0"/>
              </a:rPr>
              <a:t>Statement Slide </a:t>
            </a:r>
            <a:r>
              <a:rPr lang="en-GB" sz="3200" err="1">
                <a:latin typeface="Franklin Gothic Medium" panose="020B0603020102020204" pitchFamily="34" charset="0"/>
              </a:rPr>
              <a:t>dolor</a:t>
            </a:r>
            <a:r>
              <a:rPr lang="en-GB" sz="3200">
                <a:latin typeface="Franklin Gothic Medium" panose="020B0603020102020204" pitchFamily="34" charset="0"/>
              </a:rPr>
              <a:t> sit am, consectetur </a:t>
            </a:r>
            <a:r>
              <a:rPr lang="en-GB" sz="3200" err="1">
                <a:latin typeface="Franklin Gothic Medium" panose="020B0603020102020204" pitchFamily="34" charset="0"/>
              </a:rPr>
              <a:t>adipiscing</a:t>
            </a:r>
            <a:r>
              <a:rPr lang="en-GB" sz="3200">
                <a:latin typeface="Franklin Gothic Medium" panose="020B0603020102020204" pitchFamily="34" charset="0"/>
              </a:rPr>
              <a:t> </a:t>
            </a:r>
            <a:r>
              <a:rPr lang="en-GB" sz="3200" err="1">
                <a:latin typeface="Franklin Gothic Medium" panose="020B0603020102020204" pitchFamily="34" charset="0"/>
              </a:rPr>
              <a:t>elit</a:t>
            </a:r>
            <a:r>
              <a:rPr lang="en-GB" sz="3200">
                <a:latin typeface="Franklin Gothic Medium" panose="020B0603020102020204" pitchFamily="34" charset="0"/>
              </a:rPr>
              <a:t>. Cras </a:t>
            </a:r>
            <a:br>
              <a:rPr lang="en-GB" sz="3200">
                <a:latin typeface="Franklin Gothic Medium" panose="020B0603020102020204" pitchFamily="34" charset="0"/>
              </a:rPr>
            </a:br>
            <a:r>
              <a:rPr lang="en-GB" sz="3200" err="1">
                <a:latin typeface="Franklin Gothic Medium" panose="020B0603020102020204" pitchFamily="34" charset="0"/>
              </a:rPr>
              <a:t>ut</a:t>
            </a:r>
            <a:r>
              <a:rPr lang="en-GB" sz="3200">
                <a:latin typeface="Franklin Gothic Medium" panose="020B0603020102020204" pitchFamily="34" charset="0"/>
              </a:rPr>
              <a:t> auctor </a:t>
            </a:r>
            <a:r>
              <a:rPr lang="en-GB" sz="3200" err="1">
                <a:latin typeface="Franklin Gothic Medium" panose="020B0603020102020204" pitchFamily="34" charset="0"/>
              </a:rPr>
              <a:t>orci</a:t>
            </a:r>
            <a:r>
              <a:rPr lang="en-GB" sz="3200">
                <a:latin typeface="Franklin Gothic Medium" panose="020B0603020102020204" pitchFamily="34" charset="0"/>
              </a:rPr>
              <a:t>, in </a:t>
            </a:r>
            <a:r>
              <a:rPr lang="en-GB" sz="3200" err="1">
                <a:latin typeface="Franklin Gothic Medium" panose="020B0603020102020204" pitchFamily="34" charset="0"/>
              </a:rPr>
              <a:t>lobortis</a:t>
            </a:r>
            <a:r>
              <a:rPr lang="en-GB" sz="3200">
                <a:latin typeface="Franklin Gothic Medium" panose="020B0603020102020204" pitchFamily="34" charset="0"/>
              </a:rPr>
              <a:t> </a:t>
            </a:r>
            <a:r>
              <a:rPr lang="en-GB" sz="3200" err="1">
                <a:latin typeface="Franklin Gothic Medium" panose="020B0603020102020204" pitchFamily="34" charset="0"/>
              </a:rPr>
              <a:t>augue</a:t>
            </a:r>
            <a:r>
              <a:rPr lang="en-GB" sz="3200">
                <a:latin typeface="Franklin Gothic Medium" panose="020B0603020102020204" pitchFamily="34" charset="0"/>
              </a:rPr>
              <a:t>. </a:t>
            </a:r>
            <a:r>
              <a:rPr lang="en-GB" sz="3200" err="1">
                <a:latin typeface="Franklin Gothic Medium" panose="020B0603020102020204" pitchFamily="34" charset="0"/>
              </a:rPr>
              <a:t>Etiam</a:t>
            </a:r>
            <a:r>
              <a:rPr lang="en-GB" sz="3200">
                <a:latin typeface="Franklin Gothic Medium" panose="020B0603020102020204" pitchFamily="34" charset="0"/>
              </a:rPr>
              <a:t> vitae </a:t>
            </a:r>
            <a:r>
              <a:rPr lang="en-GB" sz="3200" err="1">
                <a:latin typeface="Franklin Gothic Medium" panose="020B0603020102020204" pitchFamily="34" charset="0"/>
              </a:rPr>
              <a:t>molestie</a:t>
            </a:r>
            <a:r>
              <a:rPr lang="en-GB" sz="3200">
                <a:latin typeface="Franklin Gothic Medium" panose="020B0603020102020204" pitchFamily="34" charset="0"/>
              </a:rPr>
              <a:t> </a:t>
            </a:r>
            <a:r>
              <a:rPr lang="en-GB" sz="3200" err="1">
                <a:latin typeface="Franklin Gothic Medium" panose="020B0603020102020204" pitchFamily="34" charset="0"/>
              </a:rPr>
              <a:t>felis</a:t>
            </a:r>
            <a:r>
              <a:rPr lang="en-GB" sz="3200">
                <a:latin typeface="Franklin Gothic Medium" panose="020B0603020102020204" pitchFamily="34" charset="0"/>
              </a:rPr>
              <a:t>. </a:t>
            </a:r>
            <a:br>
              <a:rPr lang="en-GB" sz="3200">
                <a:latin typeface="Franklin Gothic Medium" panose="020B0603020102020204" pitchFamily="34" charset="0"/>
              </a:rPr>
            </a:br>
            <a:r>
              <a:rPr lang="en-GB" sz="3200" err="1">
                <a:latin typeface="Franklin Gothic Medium" panose="020B0603020102020204" pitchFamily="34" charset="0"/>
              </a:rPr>
              <a:t>Aliquam</a:t>
            </a:r>
            <a:r>
              <a:rPr lang="en-GB" sz="3200">
                <a:latin typeface="Franklin Gothic Medium" panose="020B0603020102020204" pitchFamily="34" charset="0"/>
              </a:rPr>
              <a:t> </a:t>
            </a:r>
            <a:r>
              <a:rPr lang="en-GB" sz="3200" err="1">
                <a:latin typeface="Franklin Gothic Medium" panose="020B0603020102020204" pitchFamily="34" charset="0"/>
              </a:rPr>
              <a:t>pellentesque</a:t>
            </a:r>
            <a:r>
              <a:rPr lang="en-GB" sz="3200">
                <a:latin typeface="Franklin Gothic Medium" panose="020B0603020102020204" pitchFamily="34" charset="0"/>
              </a:rPr>
              <a:t> porta </a:t>
            </a:r>
            <a:r>
              <a:rPr lang="en-GB" sz="3200" err="1">
                <a:latin typeface="Franklin Gothic Medium" panose="020B0603020102020204" pitchFamily="34" charset="0"/>
              </a:rPr>
              <a:t>consequat</a:t>
            </a:r>
            <a:r>
              <a:rPr lang="en-GB" sz="3200">
                <a:latin typeface="Franklin Gothic Medium" panose="020B0603020102020204" pitchFamily="34" charset="0"/>
              </a:rPr>
              <a:t>. </a:t>
            </a:r>
            <a:r>
              <a:rPr lang="en-GB" sz="3200" err="1">
                <a:latin typeface="Franklin Gothic Medium" panose="020B0603020102020204" pitchFamily="34" charset="0"/>
              </a:rPr>
              <a:t>Aliquam</a:t>
            </a:r>
            <a:r>
              <a:rPr lang="en-GB" sz="3200">
                <a:latin typeface="Franklin Gothic Medium" panose="020B0603020102020204" pitchFamily="34" charset="0"/>
              </a:rPr>
              <a:t> </a:t>
            </a:r>
            <a:r>
              <a:rPr lang="en-GB" sz="3200" err="1">
                <a:latin typeface="Franklin Gothic Medium" panose="020B0603020102020204" pitchFamily="34" charset="0"/>
              </a:rPr>
              <a:t>posuere</a:t>
            </a:r>
            <a:r>
              <a:rPr lang="en-GB" sz="3200">
                <a:latin typeface="Franklin Gothic Medium" panose="020B0603020102020204" pitchFamily="34" charset="0"/>
              </a:rPr>
              <a:t>, </a:t>
            </a:r>
            <a:r>
              <a:rPr lang="en-GB" sz="3200" err="1">
                <a:latin typeface="Franklin Gothic Medium" panose="020B0603020102020204" pitchFamily="34" charset="0"/>
              </a:rPr>
              <a:t>lectus</a:t>
            </a:r>
            <a:r>
              <a:rPr lang="en-GB" sz="3200">
                <a:latin typeface="Franklin Gothic Medium" panose="020B0603020102020204" pitchFamily="34" charset="0"/>
              </a:rPr>
              <a:t> </a:t>
            </a:r>
            <a:r>
              <a:rPr lang="en-GB" sz="3200" err="1">
                <a:latin typeface="Franklin Gothic Medium" panose="020B0603020102020204" pitchFamily="34" charset="0"/>
              </a:rPr>
              <a:t>sed</a:t>
            </a:r>
            <a:r>
              <a:rPr lang="en-GB" sz="3200">
                <a:latin typeface="Franklin Gothic Medium" panose="020B0603020102020204" pitchFamily="34" charset="0"/>
              </a:rPr>
              <a:t> </a:t>
            </a:r>
            <a:r>
              <a:rPr lang="en-GB" sz="3200" err="1">
                <a:latin typeface="Franklin Gothic Medium" panose="020B0603020102020204" pitchFamily="34" charset="0"/>
              </a:rPr>
              <a:t>adipiscing</a:t>
            </a:r>
            <a:r>
              <a:rPr lang="en-GB" sz="3200">
                <a:latin typeface="Franklin Gothic Medium" panose="020B0603020102020204" pitchFamily="34" charset="0"/>
              </a:rPr>
              <a:t>.</a:t>
            </a:r>
          </a:p>
        </p:txBody>
      </p:sp>
      <p:grpSp>
        <p:nvGrpSpPr>
          <p:cNvPr id="15" name="Graphic 62" hidden="1">
            <a:extLst>
              <a:ext uri="{FF2B5EF4-FFF2-40B4-BE49-F238E27FC236}">
                <a16:creationId xmlns:a16="http://schemas.microsoft.com/office/drawing/2014/main" id="{83A1819B-53A5-E944-8506-3333A678F4A6}"/>
              </a:ext>
            </a:extLst>
          </p:cNvPr>
          <p:cNvGrpSpPr/>
          <p:nvPr userDrawn="1"/>
        </p:nvGrpSpPr>
        <p:grpSpPr>
          <a:xfrm>
            <a:off x="11389259" y="6063628"/>
            <a:ext cx="352694" cy="349203"/>
            <a:chOff x="10767269" y="208371"/>
            <a:chExt cx="182844" cy="181034"/>
          </a:xfrm>
          <a:solidFill>
            <a:schemeClr val="bg1"/>
          </a:solidFill>
        </p:grpSpPr>
        <p:sp>
          <p:nvSpPr>
            <p:cNvPr id="16" name="Freeform 15">
              <a:extLst>
                <a:ext uri="{FF2B5EF4-FFF2-40B4-BE49-F238E27FC236}">
                  <a16:creationId xmlns:a16="http://schemas.microsoft.com/office/drawing/2014/main" id="{F484DDA6-0ADA-234E-A561-AC8432F74410}"/>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grp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BF1B9B5B-3858-624D-B612-E93A3B60D086}"/>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grp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2EAA171B-D5DC-BE47-96AC-8CF4A5AD9AED}"/>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grp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38EFD4C6-EB58-7B46-A1E7-FC68A3659800}"/>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grp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FCE7C1B9-7A32-2745-B2CB-14AE21B87B8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grpFill/>
            <a:ln w="1795" cap="flat">
              <a:noFill/>
              <a:prstDash val="solid"/>
              <a:miter/>
            </a:ln>
          </p:spPr>
          <p:txBody>
            <a:bodyPr rtlCol="0" anchor="ctr"/>
            <a:lstStyle/>
            <a:p>
              <a:endParaRPr lang="en-GB"/>
            </a:p>
          </p:txBody>
        </p:sp>
      </p:grpSp>
      <p:sp>
        <p:nvSpPr>
          <p:cNvPr id="30" name="TextBox 29">
            <a:extLst>
              <a:ext uri="{FF2B5EF4-FFF2-40B4-BE49-F238E27FC236}">
                <a16:creationId xmlns:a16="http://schemas.microsoft.com/office/drawing/2014/main" id="{5E13A6C9-0B68-6FA9-CAB7-3E4BFA625552}"/>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accent1"/>
                </a:solidFill>
                <a:latin typeface="+mj-lt"/>
              </a:rPr>
              <a:t>Confidential</a:t>
            </a:r>
          </a:p>
        </p:txBody>
      </p:sp>
      <p:grpSp>
        <p:nvGrpSpPr>
          <p:cNvPr id="37" name="Graphic 62">
            <a:extLst>
              <a:ext uri="{FF2B5EF4-FFF2-40B4-BE49-F238E27FC236}">
                <a16:creationId xmlns:a16="http://schemas.microsoft.com/office/drawing/2014/main" id="{1C5E7C55-4D3A-7595-07E2-7AACC39B7C34}"/>
              </a:ext>
            </a:extLst>
          </p:cNvPr>
          <p:cNvGrpSpPr/>
          <p:nvPr userDrawn="1"/>
        </p:nvGrpSpPr>
        <p:grpSpPr>
          <a:xfrm>
            <a:off x="11389259" y="459884"/>
            <a:ext cx="352694" cy="349203"/>
            <a:chOff x="10767269" y="208371"/>
            <a:chExt cx="182844" cy="181034"/>
          </a:xfrm>
          <a:solidFill>
            <a:schemeClr val="bg1"/>
          </a:solidFill>
        </p:grpSpPr>
        <p:sp>
          <p:nvSpPr>
            <p:cNvPr id="38" name="Freeform 37">
              <a:extLst>
                <a:ext uri="{FF2B5EF4-FFF2-40B4-BE49-F238E27FC236}">
                  <a16:creationId xmlns:a16="http://schemas.microsoft.com/office/drawing/2014/main" id="{03E5A220-4D79-97A1-4F96-CC53B9F913B3}"/>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grpFill/>
            <a:ln w="1795" cap="flat">
              <a:noFill/>
              <a:prstDash val="solid"/>
              <a:miter/>
            </a:ln>
          </p:spPr>
          <p:txBody>
            <a:bodyPr rtlCol="0" anchor="ctr"/>
            <a:lstStyle/>
            <a:p>
              <a:endParaRPr lang="en-GB"/>
            </a:p>
          </p:txBody>
        </p:sp>
        <p:sp>
          <p:nvSpPr>
            <p:cNvPr id="39" name="Freeform 38">
              <a:extLst>
                <a:ext uri="{FF2B5EF4-FFF2-40B4-BE49-F238E27FC236}">
                  <a16:creationId xmlns:a16="http://schemas.microsoft.com/office/drawing/2014/main" id="{DCAE26B7-36CD-2C74-0E16-1AFCFC72B906}"/>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grpFill/>
            <a:ln w="1795" cap="flat">
              <a:noFill/>
              <a:prstDash val="solid"/>
              <a:miter/>
            </a:ln>
          </p:spPr>
          <p:txBody>
            <a:bodyPr rtlCol="0" anchor="ctr"/>
            <a:lstStyle/>
            <a:p>
              <a:endParaRPr lang="en-GB"/>
            </a:p>
          </p:txBody>
        </p:sp>
        <p:sp>
          <p:nvSpPr>
            <p:cNvPr id="40" name="Freeform 39">
              <a:extLst>
                <a:ext uri="{FF2B5EF4-FFF2-40B4-BE49-F238E27FC236}">
                  <a16:creationId xmlns:a16="http://schemas.microsoft.com/office/drawing/2014/main" id="{CE08F597-52F7-C6F4-AF12-677BFA83990A}"/>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grpFill/>
            <a:ln w="1795" cap="flat">
              <a:noFill/>
              <a:prstDash val="solid"/>
              <a:miter/>
            </a:ln>
          </p:spPr>
          <p:txBody>
            <a:bodyPr rtlCol="0" anchor="ctr"/>
            <a:lstStyle/>
            <a:p>
              <a:endParaRPr lang="en-GB"/>
            </a:p>
          </p:txBody>
        </p:sp>
        <p:sp>
          <p:nvSpPr>
            <p:cNvPr id="41" name="Freeform 40">
              <a:extLst>
                <a:ext uri="{FF2B5EF4-FFF2-40B4-BE49-F238E27FC236}">
                  <a16:creationId xmlns:a16="http://schemas.microsoft.com/office/drawing/2014/main" id="{C2840059-6AB7-B790-7ACC-43900F15C675}"/>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grpFill/>
            <a:ln w="1795" cap="flat">
              <a:noFill/>
              <a:prstDash val="solid"/>
              <a:miter/>
            </a:ln>
          </p:spPr>
          <p:txBody>
            <a:bodyPr rtlCol="0" anchor="ctr"/>
            <a:lstStyle/>
            <a:p>
              <a:endParaRPr lang="en-GB"/>
            </a:p>
          </p:txBody>
        </p:sp>
        <p:sp>
          <p:nvSpPr>
            <p:cNvPr id="42" name="Freeform 41">
              <a:extLst>
                <a:ext uri="{FF2B5EF4-FFF2-40B4-BE49-F238E27FC236}">
                  <a16:creationId xmlns:a16="http://schemas.microsoft.com/office/drawing/2014/main" id="{F4826BEA-2B6D-C3CC-7A02-FB4B85772F62}"/>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grpFill/>
            <a:ln w="1795" cap="flat">
              <a:noFill/>
              <a:prstDash val="solid"/>
              <a:miter/>
            </a:ln>
          </p:spPr>
          <p:txBody>
            <a:bodyPr rtlCol="0" anchor="ctr"/>
            <a:lstStyle/>
            <a:p>
              <a:endParaRPr lang="en-GB"/>
            </a:p>
          </p:txBody>
        </p:sp>
      </p:grpSp>
      <p:sp>
        <p:nvSpPr>
          <p:cNvPr id="23" name="Slide Number Placeholder 5">
            <a:extLst>
              <a:ext uri="{FF2B5EF4-FFF2-40B4-BE49-F238E27FC236}">
                <a16:creationId xmlns:a16="http://schemas.microsoft.com/office/drawing/2014/main" id="{FC22FF65-1E8C-481C-4221-E2F3A19F296C}"/>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bg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2905423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ullets_Blue Panel with Icons">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68798C3-AB86-E64F-84CC-2A7184E366CF}"/>
              </a:ext>
            </a:extLst>
          </p:cNvPr>
          <p:cNvSpPr/>
          <p:nvPr userDrawn="1"/>
        </p:nvSpPr>
        <p:spPr>
          <a:xfrm>
            <a:off x="8153990" y="0"/>
            <a:ext cx="4035425" cy="6858000"/>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Text Placeholder 13">
            <a:extLst>
              <a:ext uri="{FF2B5EF4-FFF2-40B4-BE49-F238E27FC236}">
                <a16:creationId xmlns:a16="http://schemas.microsoft.com/office/drawing/2014/main" id="{B581D4F2-85AA-F228-D208-51C310C2A8B9}"/>
              </a:ext>
            </a:extLst>
          </p:cNvPr>
          <p:cNvSpPr>
            <a:spLocks noGrp="1"/>
          </p:cNvSpPr>
          <p:nvPr>
            <p:ph type="body" sz="quarter" idx="17" hasCustomPrompt="1"/>
          </p:nvPr>
        </p:nvSpPr>
        <p:spPr>
          <a:xfrm>
            <a:off x="8894190" y="1507502"/>
            <a:ext cx="2843784" cy="859536"/>
          </a:xfrm>
          <a:noFill/>
        </p:spPr>
        <p:txBody>
          <a:bodyPr rIns="0"/>
          <a:lstStyle>
            <a:lvl1pPr marL="285750" indent="-285750" algn="l">
              <a:lnSpc>
                <a:spcPct val="100000"/>
              </a:lnSpc>
              <a:spcAft>
                <a:spcPts val="600"/>
              </a:spcAft>
              <a:buFont typeface="Wingdings" pitchFamily="2" charset="2"/>
              <a:buChar char="§"/>
              <a:defRPr sz="14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r>
              <a:rPr lang="en-GB" sz="1400">
                <a:solidFill>
                  <a:schemeClr val="accent1"/>
                </a:solidFill>
              </a:rPr>
              <a:t>Lorem ipsum </a:t>
            </a:r>
            <a:r>
              <a:rPr lang="en-GB" sz="1400" err="1">
                <a:solidFill>
                  <a:schemeClr val="accent1"/>
                </a:solidFill>
              </a:rPr>
              <a:t>dolor</a:t>
            </a:r>
            <a:r>
              <a:rPr lang="en-GB" sz="1400">
                <a:solidFill>
                  <a:schemeClr val="accent1"/>
                </a:solidFill>
              </a:rPr>
              <a:t> sit amet, consectetur </a:t>
            </a:r>
            <a:r>
              <a:rPr lang="en-GB" sz="1400" err="1">
                <a:solidFill>
                  <a:schemeClr val="accent1"/>
                </a:solidFill>
              </a:rPr>
              <a:t>adipiscing</a:t>
            </a:r>
            <a:r>
              <a:rPr lang="en-GB" sz="1400">
                <a:solidFill>
                  <a:schemeClr val="accent1"/>
                </a:solidFill>
              </a:rPr>
              <a:t> </a:t>
            </a:r>
            <a:r>
              <a:rPr lang="en-GB" sz="1400" err="1">
                <a:solidFill>
                  <a:schemeClr val="accent1"/>
                </a:solidFill>
              </a:rPr>
              <a:t>elit</a:t>
            </a:r>
            <a:r>
              <a:rPr lang="en-GB" sz="1400">
                <a:solidFill>
                  <a:schemeClr val="accent1"/>
                </a:solidFill>
              </a:rPr>
              <a:t>. </a:t>
            </a:r>
            <a:r>
              <a:rPr lang="en-GB" sz="1400" err="1">
                <a:solidFill>
                  <a:schemeClr val="accent1"/>
                </a:solidFill>
              </a:rPr>
              <a:t>Fusce</a:t>
            </a:r>
            <a:r>
              <a:rPr lang="en-GB" sz="1400">
                <a:solidFill>
                  <a:schemeClr val="accent1"/>
                </a:solidFill>
              </a:rPr>
              <a:t> </a:t>
            </a:r>
            <a:r>
              <a:rPr lang="en-GB" sz="1400" err="1">
                <a:solidFill>
                  <a:schemeClr val="accent1"/>
                </a:solidFill>
              </a:rPr>
              <a:t>elit</a:t>
            </a:r>
            <a:r>
              <a:rPr lang="en-GB" sz="1400">
                <a:solidFill>
                  <a:schemeClr val="accent1"/>
                </a:solidFill>
              </a:rPr>
              <a:t> </a:t>
            </a:r>
            <a:r>
              <a:rPr lang="en-GB" sz="1400" err="1">
                <a:solidFill>
                  <a:schemeClr val="accent1"/>
                </a:solidFill>
              </a:rPr>
              <a:t>diam</a:t>
            </a:r>
            <a:r>
              <a:rPr lang="en-GB" sz="1400">
                <a:solidFill>
                  <a:schemeClr val="accent1"/>
                </a:solidFill>
              </a:rPr>
              <a:t>, maximus a </a:t>
            </a:r>
            <a:r>
              <a:rPr lang="en-GB" sz="1400" err="1">
                <a:solidFill>
                  <a:schemeClr val="accent1"/>
                </a:solidFill>
              </a:rPr>
              <a:t>condimentum</a:t>
            </a:r>
            <a:r>
              <a:rPr lang="en-GB" sz="1400">
                <a:solidFill>
                  <a:schemeClr val="accent1"/>
                </a:solidFill>
              </a:rPr>
              <a:t> </a:t>
            </a:r>
            <a:r>
              <a:rPr lang="en-GB" sz="1400" err="1">
                <a:solidFill>
                  <a:schemeClr val="accent1"/>
                </a:solidFill>
              </a:rPr>
              <a:t>eget</a:t>
            </a:r>
            <a:r>
              <a:rPr lang="en-GB" sz="1400">
                <a:solidFill>
                  <a:schemeClr val="accent1"/>
                </a:solidFill>
              </a:rPr>
              <a:t>, </a:t>
            </a:r>
            <a:r>
              <a:rPr lang="en-GB" sz="1400" err="1">
                <a:solidFill>
                  <a:schemeClr val="accent1"/>
                </a:solidFill>
              </a:rPr>
              <a:t>lobortis</a:t>
            </a:r>
            <a:r>
              <a:rPr lang="en-GB" sz="1400">
                <a:solidFill>
                  <a:schemeClr val="accent1"/>
                </a:solidFill>
              </a:rPr>
              <a:t> in </a:t>
            </a:r>
            <a:r>
              <a:rPr lang="en-GB" sz="1400" err="1">
                <a:solidFill>
                  <a:schemeClr val="accent1"/>
                </a:solidFill>
              </a:rPr>
              <a:t>erat</a:t>
            </a:r>
            <a:r>
              <a:rPr lang="en-GB" sz="1400">
                <a:solidFill>
                  <a:schemeClr val="accent1"/>
                </a:solidFill>
              </a:rPr>
              <a:t>. </a:t>
            </a:r>
            <a:r>
              <a:rPr lang="en-GB" sz="1400" err="1">
                <a:solidFill>
                  <a:schemeClr val="accent1"/>
                </a:solidFill>
              </a:rPr>
              <a:t>Mauris</a:t>
            </a:r>
            <a:r>
              <a:rPr lang="en-GB" sz="1400">
                <a:solidFill>
                  <a:schemeClr val="accent1"/>
                </a:solidFill>
              </a:rPr>
              <a:t> </a:t>
            </a:r>
            <a:r>
              <a:rPr lang="en-GB" sz="1400" err="1">
                <a:solidFill>
                  <a:schemeClr val="accent1"/>
                </a:solidFill>
              </a:rPr>
              <a:t>efficitur</a:t>
            </a:r>
            <a:r>
              <a:rPr lang="en-GB" sz="1400">
                <a:solidFill>
                  <a:schemeClr val="accent1"/>
                </a:solidFill>
              </a:rPr>
              <a:t>, </a:t>
            </a:r>
            <a:r>
              <a:rPr lang="en-GB" sz="1400" err="1">
                <a:solidFill>
                  <a:schemeClr val="accent1"/>
                </a:solidFill>
              </a:rPr>
              <a:t>erat</a:t>
            </a:r>
            <a:r>
              <a:rPr lang="en-GB" sz="1400">
                <a:solidFill>
                  <a:schemeClr val="accent1"/>
                </a:solidFill>
              </a:rPr>
              <a:t>.</a:t>
            </a:r>
          </a:p>
        </p:txBody>
      </p:sp>
      <p:sp>
        <p:nvSpPr>
          <p:cNvPr id="51" name="Text Placeholder 13">
            <a:extLst>
              <a:ext uri="{FF2B5EF4-FFF2-40B4-BE49-F238E27FC236}">
                <a16:creationId xmlns:a16="http://schemas.microsoft.com/office/drawing/2014/main" id="{C79775E2-8320-AE30-A148-9C62BD074F4A}"/>
              </a:ext>
            </a:extLst>
          </p:cNvPr>
          <p:cNvSpPr>
            <a:spLocks noGrp="1"/>
          </p:cNvSpPr>
          <p:nvPr>
            <p:ph type="body" sz="quarter" idx="18" hasCustomPrompt="1"/>
          </p:nvPr>
        </p:nvSpPr>
        <p:spPr>
          <a:xfrm>
            <a:off x="8887074" y="1151902"/>
            <a:ext cx="2660904" cy="274320"/>
          </a:xfrm>
        </p:spPr>
        <p:txBody>
          <a:bodyPr rIns="0"/>
          <a:lstStyle>
            <a:lvl1pPr marL="0" indent="0" algn="l">
              <a:lnSpc>
                <a:spcPts val="2200"/>
              </a:lnSpc>
              <a:spcAft>
                <a:spcPts val="0"/>
              </a:spcAft>
              <a:buFont typeface="Arial" panose="020B0604020202020204" pitchFamily="34" charset="0"/>
              <a:buNone/>
              <a:defRPr sz="18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err="1"/>
              <a:t>Firstname</a:t>
            </a:r>
            <a:r>
              <a:rPr lang="en-US"/>
              <a:t> </a:t>
            </a:r>
            <a:r>
              <a:rPr lang="en-US" err="1"/>
              <a:t>Lastname</a:t>
            </a:r>
            <a:endParaRPr lang="en-US"/>
          </a:p>
        </p:txBody>
      </p:sp>
      <p:sp>
        <p:nvSpPr>
          <p:cNvPr id="16" name="Text Placeholder 13">
            <a:extLst>
              <a:ext uri="{FF2B5EF4-FFF2-40B4-BE49-F238E27FC236}">
                <a16:creationId xmlns:a16="http://schemas.microsoft.com/office/drawing/2014/main" id="{DC64187B-A282-2044-9156-234E2F54228F}"/>
              </a:ext>
            </a:extLst>
          </p:cNvPr>
          <p:cNvSpPr>
            <a:spLocks noGrp="1"/>
          </p:cNvSpPr>
          <p:nvPr>
            <p:ph type="body" sz="quarter" idx="13"/>
          </p:nvPr>
        </p:nvSpPr>
        <p:spPr>
          <a:xfrm>
            <a:off x="457200" y="2011680"/>
            <a:ext cx="4543425" cy="3143250"/>
          </a:xfrm>
        </p:spPr>
        <p:txBody>
          <a:bodyPr rIns="0"/>
          <a:lstStyle>
            <a:lvl1pPr marL="285750" indent="-285750" algn="l">
              <a:lnSpc>
                <a:spcPct val="100000"/>
              </a:lnSpc>
              <a:spcAft>
                <a:spcPts val="500"/>
              </a:spcAft>
              <a:buFont typeface="Wingdings" pitchFamily="2" charset="2"/>
              <a:buChar char="§"/>
              <a:defRPr sz="16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endParaRPr lang="en-US"/>
          </a:p>
        </p:txBody>
      </p:sp>
      <p:grpSp>
        <p:nvGrpSpPr>
          <p:cNvPr id="15" name="Graphic 62" hidden="1">
            <a:extLst>
              <a:ext uri="{FF2B5EF4-FFF2-40B4-BE49-F238E27FC236}">
                <a16:creationId xmlns:a16="http://schemas.microsoft.com/office/drawing/2014/main" id="{948C6D59-25E7-3F49-95B5-507A52B13D58}"/>
              </a:ext>
            </a:extLst>
          </p:cNvPr>
          <p:cNvGrpSpPr/>
          <p:nvPr userDrawn="1"/>
        </p:nvGrpSpPr>
        <p:grpSpPr>
          <a:xfrm>
            <a:off x="11389259" y="6063628"/>
            <a:ext cx="352694" cy="349203"/>
            <a:chOff x="10767269" y="208371"/>
            <a:chExt cx="182844" cy="181034"/>
          </a:xfrm>
        </p:grpSpPr>
        <p:sp>
          <p:nvSpPr>
            <p:cNvPr id="17" name="Freeform 16">
              <a:extLst>
                <a:ext uri="{FF2B5EF4-FFF2-40B4-BE49-F238E27FC236}">
                  <a16:creationId xmlns:a16="http://schemas.microsoft.com/office/drawing/2014/main" id="{4EDFDC05-D06B-6849-AE12-5F347D510309}"/>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62322414-1743-1A47-AFC4-7C3EBFA5E755}"/>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D575E018-FFCB-D245-BB07-77C84F1394D1}"/>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60B54936-3681-5349-A116-139E9BF3B95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1A89DB89-B0E0-D249-9AD7-5F89967696CD}"/>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0" name="Rounded Rectangle 29">
            <a:extLst>
              <a:ext uri="{FF2B5EF4-FFF2-40B4-BE49-F238E27FC236}">
                <a16:creationId xmlns:a16="http://schemas.microsoft.com/office/drawing/2014/main" id="{BA7DC0DD-84D0-F241-C460-50A171FAC315}"/>
              </a:ext>
            </a:extLst>
          </p:cNvPr>
          <p:cNvSpPr/>
          <p:nvPr userDrawn="1"/>
        </p:nvSpPr>
        <p:spPr>
          <a:xfrm>
            <a:off x="7661434" y="1151902"/>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Rounded Rectangle 30">
            <a:extLst>
              <a:ext uri="{FF2B5EF4-FFF2-40B4-BE49-F238E27FC236}">
                <a16:creationId xmlns:a16="http://schemas.microsoft.com/office/drawing/2014/main" id="{AEB2E90A-D666-698A-184A-F4227C0C35A0}"/>
              </a:ext>
            </a:extLst>
          </p:cNvPr>
          <p:cNvSpPr/>
          <p:nvPr userDrawn="1"/>
        </p:nvSpPr>
        <p:spPr>
          <a:xfrm>
            <a:off x="7661434" y="4730012"/>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Rounded Rectangle 31">
            <a:extLst>
              <a:ext uri="{FF2B5EF4-FFF2-40B4-BE49-F238E27FC236}">
                <a16:creationId xmlns:a16="http://schemas.microsoft.com/office/drawing/2014/main" id="{8DE7A901-FA30-F321-1AED-B52CF34F2CD0}"/>
              </a:ext>
            </a:extLst>
          </p:cNvPr>
          <p:cNvSpPr/>
          <p:nvPr userDrawn="1"/>
        </p:nvSpPr>
        <p:spPr>
          <a:xfrm>
            <a:off x="7661434" y="2940957"/>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3" name="Straight Connector 42">
            <a:extLst>
              <a:ext uri="{FF2B5EF4-FFF2-40B4-BE49-F238E27FC236}">
                <a16:creationId xmlns:a16="http://schemas.microsoft.com/office/drawing/2014/main" id="{70A92BFE-3FAB-A410-6901-C4C56FF9FCCD}"/>
              </a:ext>
            </a:extLst>
          </p:cNvPr>
          <p:cNvCxnSpPr>
            <a:cxnSpLocks/>
          </p:cNvCxnSpPr>
          <p:nvPr userDrawn="1"/>
        </p:nvCxnSpPr>
        <p:spPr>
          <a:xfrm>
            <a:off x="8889999" y="1085622"/>
            <a:ext cx="262906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0CCC00BC-DFCE-EBAA-70D5-9496120BFC68}"/>
              </a:ext>
            </a:extLst>
          </p:cNvPr>
          <p:cNvCxnSpPr>
            <a:cxnSpLocks/>
          </p:cNvCxnSpPr>
          <p:nvPr userDrawn="1"/>
        </p:nvCxnSpPr>
        <p:spPr>
          <a:xfrm>
            <a:off x="8889999" y="2902065"/>
            <a:ext cx="262906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D7B42AA-8A30-EB05-D320-656BB5471D1A}"/>
              </a:ext>
            </a:extLst>
          </p:cNvPr>
          <p:cNvCxnSpPr>
            <a:cxnSpLocks/>
          </p:cNvCxnSpPr>
          <p:nvPr userDrawn="1"/>
        </p:nvCxnSpPr>
        <p:spPr>
          <a:xfrm>
            <a:off x="8889999" y="4669081"/>
            <a:ext cx="262906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55" name="Text Placeholder 13">
            <a:extLst>
              <a:ext uri="{FF2B5EF4-FFF2-40B4-BE49-F238E27FC236}">
                <a16:creationId xmlns:a16="http://schemas.microsoft.com/office/drawing/2014/main" id="{1A16D3DB-833F-ACFD-6D11-A42FAB7080EC}"/>
              </a:ext>
            </a:extLst>
          </p:cNvPr>
          <p:cNvSpPr>
            <a:spLocks noGrp="1"/>
          </p:cNvSpPr>
          <p:nvPr>
            <p:ph type="body" sz="quarter" idx="19" hasCustomPrompt="1"/>
          </p:nvPr>
        </p:nvSpPr>
        <p:spPr>
          <a:xfrm>
            <a:off x="8894190" y="3310596"/>
            <a:ext cx="2843784" cy="859536"/>
          </a:xfrm>
          <a:noFill/>
        </p:spPr>
        <p:txBody>
          <a:bodyPr rIns="0"/>
          <a:lstStyle>
            <a:lvl1pPr marL="285750" indent="-285750" algn="l">
              <a:lnSpc>
                <a:spcPct val="100000"/>
              </a:lnSpc>
              <a:spcAft>
                <a:spcPts val="600"/>
              </a:spcAft>
              <a:buFont typeface="Wingdings" pitchFamily="2" charset="2"/>
              <a:buChar char="§"/>
              <a:defRPr sz="14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r>
              <a:rPr lang="en-GB" sz="1400">
                <a:solidFill>
                  <a:schemeClr val="accent1"/>
                </a:solidFill>
              </a:rPr>
              <a:t>Lorem ipsum </a:t>
            </a:r>
            <a:r>
              <a:rPr lang="en-GB" sz="1400" err="1">
                <a:solidFill>
                  <a:schemeClr val="accent1"/>
                </a:solidFill>
              </a:rPr>
              <a:t>dolor</a:t>
            </a:r>
            <a:r>
              <a:rPr lang="en-GB" sz="1400">
                <a:solidFill>
                  <a:schemeClr val="accent1"/>
                </a:solidFill>
              </a:rPr>
              <a:t> sit amet, consectetur </a:t>
            </a:r>
            <a:r>
              <a:rPr lang="en-GB" sz="1400" err="1">
                <a:solidFill>
                  <a:schemeClr val="accent1"/>
                </a:solidFill>
              </a:rPr>
              <a:t>adipiscing</a:t>
            </a:r>
            <a:r>
              <a:rPr lang="en-GB" sz="1400">
                <a:solidFill>
                  <a:schemeClr val="accent1"/>
                </a:solidFill>
              </a:rPr>
              <a:t> </a:t>
            </a:r>
            <a:r>
              <a:rPr lang="en-GB" sz="1400" err="1">
                <a:solidFill>
                  <a:schemeClr val="accent1"/>
                </a:solidFill>
              </a:rPr>
              <a:t>elit</a:t>
            </a:r>
            <a:r>
              <a:rPr lang="en-GB" sz="1400">
                <a:solidFill>
                  <a:schemeClr val="accent1"/>
                </a:solidFill>
              </a:rPr>
              <a:t>. </a:t>
            </a:r>
            <a:r>
              <a:rPr lang="en-GB" sz="1400" err="1">
                <a:solidFill>
                  <a:schemeClr val="accent1"/>
                </a:solidFill>
              </a:rPr>
              <a:t>Fusce</a:t>
            </a:r>
            <a:r>
              <a:rPr lang="en-GB" sz="1400">
                <a:solidFill>
                  <a:schemeClr val="accent1"/>
                </a:solidFill>
              </a:rPr>
              <a:t> </a:t>
            </a:r>
            <a:r>
              <a:rPr lang="en-GB" sz="1400" err="1">
                <a:solidFill>
                  <a:schemeClr val="accent1"/>
                </a:solidFill>
              </a:rPr>
              <a:t>elit</a:t>
            </a:r>
            <a:r>
              <a:rPr lang="en-GB" sz="1400">
                <a:solidFill>
                  <a:schemeClr val="accent1"/>
                </a:solidFill>
              </a:rPr>
              <a:t> </a:t>
            </a:r>
            <a:r>
              <a:rPr lang="en-GB" sz="1400" err="1">
                <a:solidFill>
                  <a:schemeClr val="accent1"/>
                </a:solidFill>
              </a:rPr>
              <a:t>diam</a:t>
            </a:r>
            <a:r>
              <a:rPr lang="en-GB" sz="1400">
                <a:solidFill>
                  <a:schemeClr val="accent1"/>
                </a:solidFill>
              </a:rPr>
              <a:t>, maximus a </a:t>
            </a:r>
            <a:r>
              <a:rPr lang="en-GB" sz="1400" err="1">
                <a:solidFill>
                  <a:schemeClr val="accent1"/>
                </a:solidFill>
              </a:rPr>
              <a:t>condimentum</a:t>
            </a:r>
            <a:r>
              <a:rPr lang="en-GB" sz="1400">
                <a:solidFill>
                  <a:schemeClr val="accent1"/>
                </a:solidFill>
              </a:rPr>
              <a:t> </a:t>
            </a:r>
            <a:r>
              <a:rPr lang="en-GB" sz="1400" err="1">
                <a:solidFill>
                  <a:schemeClr val="accent1"/>
                </a:solidFill>
              </a:rPr>
              <a:t>eget</a:t>
            </a:r>
            <a:r>
              <a:rPr lang="en-GB" sz="1400">
                <a:solidFill>
                  <a:schemeClr val="accent1"/>
                </a:solidFill>
              </a:rPr>
              <a:t>, </a:t>
            </a:r>
            <a:r>
              <a:rPr lang="en-GB" sz="1400" err="1">
                <a:solidFill>
                  <a:schemeClr val="accent1"/>
                </a:solidFill>
              </a:rPr>
              <a:t>lobortis</a:t>
            </a:r>
            <a:r>
              <a:rPr lang="en-GB" sz="1400">
                <a:solidFill>
                  <a:schemeClr val="accent1"/>
                </a:solidFill>
              </a:rPr>
              <a:t> in </a:t>
            </a:r>
            <a:r>
              <a:rPr lang="en-GB" sz="1400" err="1">
                <a:solidFill>
                  <a:schemeClr val="accent1"/>
                </a:solidFill>
              </a:rPr>
              <a:t>erat</a:t>
            </a:r>
            <a:r>
              <a:rPr lang="en-GB" sz="1400">
                <a:solidFill>
                  <a:schemeClr val="accent1"/>
                </a:solidFill>
              </a:rPr>
              <a:t>. </a:t>
            </a:r>
            <a:r>
              <a:rPr lang="en-GB" sz="1400" err="1">
                <a:solidFill>
                  <a:schemeClr val="accent1"/>
                </a:solidFill>
              </a:rPr>
              <a:t>Mauris</a:t>
            </a:r>
            <a:r>
              <a:rPr lang="en-GB" sz="1400">
                <a:solidFill>
                  <a:schemeClr val="accent1"/>
                </a:solidFill>
              </a:rPr>
              <a:t> </a:t>
            </a:r>
            <a:r>
              <a:rPr lang="en-GB" sz="1400" err="1">
                <a:solidFill>
                  <a:schemeClr val="accent1"/>
                </a:solidFill>
              </a:rPr>
              <a:t>efficitur</a:t>
            </a:r>
            <a:r>
              <a:rPr lang="en-GB" sz="1400">
                <a:solidFill>
                  <a:schemeClr val="accent1"/>
                </a:solidFill>
              </a:rPr>
              <a:t>, </a:t>
            </a:r>
            <a:r>
              <a:rPr lang="en-GB" sz="1400" err="1">
                <a:solidFill>
                  <a:schemeClr val="accent1"/>
                </a:solidFill>
              </a:rPr>
              <a:t>erat</a:t>
            </a:r>
            <a:r>
              <a:rPr lang="en-GB" sz="1400">
                <a:solidFill>
                  <a:schemeClr val="accent1"/>
                </a:solidFill>
              </a:rPr>
              <a:t>.</a:t>
            </a:r>
          </a:p>
        </p:txBody>
      </p:sp>
      <p:sp>
        <p:nvSpPr>
          <p:cNvPr id="56" name="Text Placeholder 13">
            <a:extLst>
              <a:ext uri="{FF2B5EF4-FFF2-40B4-BE49-F238E27FC236}">
                <a16:creationId xmlns:a16="http://schemas.microsoft.com/office/drawing/2014/main" id="{C87B0BF4-4187-5450-E7BA-7CFAC0C7BFAE}"/>
              </a:ext>
            </a:extLst>
          </p:cNvPr>
          <p:cNvSpPr>
            <a:spLocks noGrp="1"/>
          </p:cNvSpPr>
          <p:nvPr>
            <p:ph type="body" sz="quarter" idx="20" hasCustomPrompt="1"/>
          </p:nvPr>
        </p:nvSpPr>
        <p:spPr>
          <a:xfrm>
            <a:off x="8887074" y="2954996"/>
            <a:ext cx="2660904" cy="274320"/>
          </a:xfrm>
        </p:spPr>
        <p:txBody>
          <a:bodyPr rIns="0"/>
          <a:lstStyle>
            <a:lvl1pPr marL="0" indent="0" algn="l">
              <a:lnSpc>
                <a:spcPts val="2200"/>
              </a:lnSpc>
              <a:spcAft>
                <a:spcPts val="0"/>
              </a:spcAft>
              <a:buFont typeface="Arial" panose="020B0604020202020204" pitchFamily="34" charset="0"/>
              <a:buNone/>
              <a:defRPr sz="18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err="1"/>
              <a:t>Firstname</a:t>
            </a:r>
            <a:r>
              <a:rPr lang="en-US"/>
              <a:t> </a:t>
            </a:r>
            <a:r>
              <a:rPr lang="en-US" err="1"/>
              <a:t>Lastname</a:t>
            </a:r>
            <a:endParaRPr lang="en-US"/>
          </a:p>
        </p:txBody>
      </p:sp>
      <p:sp>
        <p:nvSpPr>
          <p:cNvPr id="59" name="Text Placeholder 13">
            <a:extLst>
              <a:ext uri="{FF2B5EF4-FFF2-40B4-BE49-F238E27FC236}">
                <a16:creationId xmlns:a16="http://schemas.microsoft.com/office/drawing/2014/main" id="{7E09C724-C851-6605-7927-33C10D8A483F}"/>
              </a:ext>
            </a:extLst>
          </p:cNvPr>
          <p:cNvSpPr>
            <a:spLocks noGrp="1"/>
          </p:cNvSpPr>
          <p:nvPr>
            <p:ph type="body" sz="quarter" idx="21" hasCustomPrompt="1"/>
          </p:nvPr>
        </p:nvSpPr>
        <p:spPr>
          <a:xfrm>
            <a:off x="8894190" y="5077264"/>
            <a:ext cx="2843784" cy="859536"/>
          </a:xfrm>
          <a:noFill/>
        </p:spPr>
        <p:txBody>
          <a:bodyPr rIns="0"/>
          <a:lstStyle>
            <a:lvl1pPr marL="285750" indent="-285750" algn="l">
              <a:lnSpc>
                <a:spcPct val="100000"/>
              </a:lnSpc>
              <a:spcAft>
                <a:spcPts val="600"/>
              </a:spcAft>
              <a:buFont typeface="Wingdings" pitchFamily="2" charset="2"/>
              <a:buChar char="§"/>
              <a:defRPr sz="14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r>
              <a:rPr lang="en-GB" sz="1400">
                <a:solidFill>
                  <a:schemeClr val="accent1"/>
                </a:solidFill>
              </a:rPr>
              <a:t>Lorem ipsum </a:t>
            </a:r>
            <a:r>
              <a:rPr lang="en-GB" sz="1400" err="1">
                <a:solidFill>
                  <a:schemeClr val="accent1"/>
                </a:solidFill>
              </a:rPr>
              <a:t>dolor</a:t>
            </a:r>
            <a:r>
              <a:rPr lang="en-GB" sz="1400">
                <a:solidFill>
                  <a:schemeClr val="accent1"/>
                </a:solidFill>
              </a:rPr>
              <a:t> sit amet, consectetur </a:t>
            </a:r>
            <a:r>
              <a:rPr lang="en-GB" sz="1400" err="1">
                <a:solidFill>
                  <a:schemeClr val="accent1"/>
                </a:solidFill>
              </a:rPr>
              <a:t>adipiscing</a:t>
            </a:r>
            <a:r>
              <a:rPr lang="en-GB" sz="1400">
                <a:solidFill>
                  <a:schemeClr val="accent1"/>
                </a:solidFill>
              </a:rPr>
              <a:t> </a:t>
            </a:r>
            <a:r>
              <a:rPr lang="en-GB" sz="1400" err="1">
                <a:solidFill>
                  <a:schemeClr val="accent1"/>
                </a:solidFill>
              </a:rPr>
              <a:t>elit</a:t>
            </a:r>
            <a:r>
              <a:rPr lang="en-GB" sz="1400">
                <a:solidFill>
                  <a:schemeClr val="accent1"/>
                </a:solidFill>
              </a:rPr>
              <a:t>. </a:t>
            </a:r>
            <a:r>
              <a:rPr lang="en-GB" sz="1400" err="1">
                <a:solidFill>
                  <a:schemeClr val="accent1"/>
                </a:solidFill>
              </a:rPr>
              <a:t>Fusce</a:t>
            </a:r>
            <a:r>
              <a:rPr lang="en-GB" sz="1400">
                <a:solidFill>
                  <a:schemeClr val="accent1"/>
                </a:solidFill>
              </a:rPr>
              <a:t> </a:t>
            </a:r>
            <a:r>
              <a:rPr lang="en-GB" sz="1400" err="1">
                <a:solidFill>
                  <a:schemeClr val="accent1"/>
                </a:solidFill>
              </a:rPr>
              <a:t>elit</a:t>
            </a:r>
            <a:r>
              <a:rPr lang="en-GB" sz="1400">
                <a:solidFill>
                  <a:schemeClr val="accent1"/>
                </a:solidFill>
              </a:rPr>
              <a:t> </a:t>
            </a:r>
            <a:r>
              <a:rPr lang="en-GB" sz="1400" err="1">
                <a:solidFill>
                  <a:schemeClr val="accent1"/>
                </a:solidFill>
              </a:rPr>
              <a:t>diam</a:t>
            </a:r>
            <a:r>
              <a:rPr lang="en-GB" sz="1400">
                <a:solidFill>
                  <a:schemeClr val="accent1"/>
                </a:solidFill>
              </a:rPr>
              <a:t>, maximus a </a:t>
            </a:r>
            <a:r>
              <a:rPr lang="en-GB" sz="1400" err="1">
                <a:solidFill>
                  <a:schemeClr val="accent1"/>
                </a:solidFill>
              </a:rPr>
              <a:t>condimentum</a:t>
            </a:r>
            <a:r>
              <a:rPr lang="en-GB" sz="1400">
                <a:solidFill>
                  <a:schemeClr val="accent1"/>
                </a:solidFill>
              </a:rPr>
              <a:t> </a:t>
            </a:r>
            <a:r>
              <a:rPr lang="en-GB" sz="1400" err="1">
                <a:solidFill>
                  <a:schemeClr val="accent1"/>
                </a:solidFill>
              </a:rPr>
              <a:t>eget</a:t>
            </a:r>
            <a:r>
              <a:rPr lang="en-GB" sz="1400">
                <a:solidFill>
                  <a:schemeClr val="accent1"/>
                </a:solidFill>
              </a:rPr>
              <a:t>, </a:t>
            </a:r>
            <a:r>
              <a:rPr lang="en-GB" sz="1400" err="1">
                <a:solidFill>
                  <a:schemeClr val="accent1"/>
                </a:solidFill>
              </a:rPr>
              <a:t>lobortis</a:t>
            </a:r>
            <a:r>
              <a:rPr lang="en-GB" sz="1400">
                <a:solidFill>
                  <a:schemeClr val="accent1"/>
                </a:solidFill>
              </a:rPr>
              <a:t> in </a:t>
            </a:r>
            <a:r>
              <a:rPr lang="en-GB" sz="1400" err="1">
                <a:solidFill>
                  <a:schemeClr val="accent1"/>
                </a:solidFill>
              </a:rPr>
              <a:t>erat</a:t>
            </a:r>
            <a:r>
              <a:rPr lang="en-GB" sz="1400">
                <a:solidFill>
                  <a:schemeClr val="accent1"/>
                </a:solidFill>
              </a:rPr>
              <a:t>. </a:t>
            </a:r>
            <a:r>
              <a:rPr lang="en-GB" sz="1400" err="1">
                <a:solidFill>
                  <a:schemeClr val="accent1"/>
                </a:solidFill>
              </a:rPr>
              <a:t>Mauris</a:t>
            </a:r>
            <a:r>
              <a:rPr lang="en-GB" sz="1400">
                <a:solidFill>
                  <a:schemeClr val="accent1"/>
                </a:solidFill>
              </a:rPr>
              <a:t> </a:t>
            </a:r>
            <a:r>
              <a:rPr lang="en-GB" sz="1400" err="1">
                <a:solidFill>
                  <a:schemeClr val="accent1"/>
                </a:solidFill>
              </a:rPr>
              <a:t>efficitur</a:t>
            </a:r>
            <a:r>
              <a:rPr lang="en-GB" sz="1400">
                <a:solidFill>
                  <a:schemeClr val="accent1"/>
                </a:solidFill>
              </a:rPr>
              <a:t>, </a:t>
            </a:r>
            <a:r>
              <a:rPr lang="en-GB" sz="1400" err="1">
                <a:solidFill>
                  <a:schemeClr val="accent1"/>
                </a:solidFill>
              </a:rPr>
              <a:t>erat</a:t>
            </a:r>
            <a:r>
              <a:rPr lang="en-GB" sz="1400">
                <a:solidFill>
                  <a:schemeClr val="accent1"/>
                </a:solidFill>
              </a:rPr>
              <a:t>.</a:t>
            </a:r>
          </a:p>
        </p:txBody>
      </p:sp>
      <p:sp>
        <p:nvSpPr>
          <p:cNvPr id="60" name="Text Placeholder 13">
            <a:extLst>
              <a:ext uri="{FF2B5EF4-FFF2-40B4-BE49-F238E27FC236}">
                <a16:creationId xmlns:a16="http://schemas.microsoft.com/office/drawing/2014/main" id="{DDF2B709-0915-EE64-F6E8-641D4A57FE03}"/>
              </a:ext>
            </a:extLst>
          </p:cNvPr>
          <p:cNvSpPr>
            <a:spLocks noGrp="1"/>
          </p:cNvSpPr>
          <p:nvPr>
            <p:ph type="body" sz="quarter" idx="22" hasCustomPrompt="1"/>
          </p:nvPr>
        </p:nvSpPr>
        <p:spPr>
          <a:xfrm>
            <a:off x="8887074" y="4721664"/>
            <a:ext cx="2660904" cy="274320"/>
          </a:xfrm>
        </p:spPr>
        <p:txBody>
          <a:bodyPr rIns="0"/>
          <a:lstStyle>
            <a:lvl1pPr marL="0" indent="0" algn="l">
              <a:lnSpc>
                <a:spcPts val="2200"/>
              </a:lnSpc>
              <a:spcAft>
                <a:spcPts val="0"/>
              </a:spcAft>
              <a:buFont typeface="Arial" panose="020B0604020202020204" pitchFamily="34" charset="0"/>
              <a:buNone/>
              <a:defRPr sz="18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err="1"/>
              <a:t>Firstname</a:t>
            </a:r>
            <a:r>
              <a:rPr lang="en-US"/>
              <a:t> </a:t>
            </a:r>
            <a:r>
              <a:rPr lang="en-US" err="1"/>
              <a:t>Lastname</a:t>
            </a:r>
            <a:endParaRPr lang="en-US"/>
          </a:p>
        </p:txBody>
      </p:sp>
      <p:sp>
        <p:nvSpPr>
          <p:cNvPr id="61" name="Title 36">
            <a:extLst>
              <a:ext uri="{FF2B5EF4-FFF2-40B4-BE49-F238E27FC236}">
                <a16:creationId xmlns:a16="http://schemas.microsoft.com/office/drawing/2014/main" id="{25C82455-F01E-1BE9-CAD4-F182BB271205}"/>
              </a:ext>
            </a:extLst>
          </p:cNvPr>
          <p:cNvSpPr>
            <a:spLocks noGrp="1"/>
          </p:cNvSpPr>
          <p:nvPr>
            <p:ph type="title" hasCustomPrompt="1"/>
          </p:nvPr>
        </p:nvSpPr>
        <p:spPr>
          <a:xfrm>
            <a:off x="454026" y="447392"/>
            <a:ext cx="5505450" cy="695608"/>
          </a:xfrm>
        </p:spPr>
        <p:txBody>
          <a:bodyPr/>
          <a:lstStyle/>
          <a:p>
            <a:r>
              <a:rPr lang="en-US"/>
              <a:t>Click To Edit Master Title Style</a:t>
            </a:r>
            <a:endParaRPr lang="en-GB"/>
          </a:p>
        </p:txBody>
      </p:sp>
      <p:sp>
        <p:nvSpPr>
          <p:cNvPr id="62" name="Subtitle 2">
            <a:extLst>
              <a:ext uri="{FF2B5EF4-FFF2-40B4-BE49-F238E27FC236}">
                <a16:creationId xmlns:a16="http://schemas.microsoft.com/office/drawing/2014/main" id="{4F5972DB-2B7F-13E6-3931-73AE28DAFF71}"/>
              </a:ext>
            </a:extLst>
          </p:cNvPr>
          <p:cNvSpPr>
            <a:spLocks noGrp="1"/>
          </p:cNvSpPr>
          <p:nvPr>
            <p:ph type="subTitle" idx="1" hasCustomPrompt="1"/>
          </p:nvPr>
        </p:nvSpPr>
        <p:spPr>
          <a:xfrm>
            <a:off x="454025" y="1155700"/>
            <a:ext cx="4543426"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cxnSp>
        <p:nvCxnSpPr>
          <p:cNvPr id="33" name="Straight Connector 32">
            <a:extLst>
              <a:ext uri="{FF2B5EF4-FFF2-40B4-BE49-F238E27FC236}">
                <a16:creationId xmlns:a16="http://schemas.microsoft.com/office/drawing/2014/main" id="{2632122A-1F78-1F5C-9B6C-0FCD22D20439}"/>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4" name="Rounded Rectangle 33">
            <a:extLst>
              <a:ext uri="{FF2B5EF4-FFF2-40B4-BE49-F238E27FC236}">
                <a16:creationId xmlns:a16="http://schemas.microsoft.com/office/drawing/2014/main" id="{DF27D3F4-D6D8-8656-3151-5C1BCF53BD5C}"/>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2" name="Graphic 62">
            <a:extLst>
              <a:ext uri="{FF2B5EF4-FFF2-40B4-BE49-F238E27FC236}">
                <a16:creationId xmlns:a16="http://schemas.microsoft.com/office/drawing/2014/main" id="{96B97764-E61E-4DB0-4FA8-D0792027906D}"/>
              </a:ext>
            </a:extLst>
          </p:cNvPr>
          <p:cNvGrpSpPr/>
          <p:nvPr userDrawn="1"/>
        </p:nvGrpSpPr>
        <p:grpSpPr>
          <a:xfrm>
            <a:off x="11389259" y="459884"/>
            <a:ext cx="352694" cy="349203"/>
            <a:chOff x="10767269" y="208371"/>
            <a:chExt cx="182844" cy="181034"/>
          </a:xfrm>
        </p:grpSpPr>
        <p:sp>
          <p:nvSpPr>
            <p:cNvPr id="44" name="Freeform 43">
              <a:extLst>
                <a:ext uri="{FF2B5EF4-FFF2-40B4-BE49-F238E27FC236}">
                  <a16:creationId xmlns:a16="http://schemas.microsoft.com/office/drawing/2014/main" id="{D76C21D8-795A-60FD-92CF-F50785452B80}"/>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5" name="Freeform 44">
              <a:extLst>
                <a:ext uri="{FF2B5EF4-FFF2-40B4-BE49-F238E27FC236}">
                  <a16:creationId xmlns:a16="http://schemas.microsoft.com/office/drawing/2014/main" id="{78133464-1B42-C74F-DAD6-8CBBDEEBFD68}"/>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46" name="Freeform 45">
              <a:extLst>
                <a:ext uri="{FF2B5EF4-FFF2-40B4-BE49-F238E27FC236}">
                  <a16:creationId xmlns:a16="http://schemas.microsoft.com/office/drawing/2014/main" id="{966F4625-2A61-4D5A-7154-BA20307DBE7F}"/>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9" name="Freeform 48">
              <a:extLst>
                <a:ext uri="{FF2B5EF4-FFF2-40B4-BE49-F238E27FC236}">
                  <a16:creationId xmlns:a16="http://schemas.microsoft.com/office/drawing/2014/main" id="{5E26A34A-5AC2-D09D-344D-642E1A1BA8B6}"/>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52" name="Freeform 51">
              <a:extLst>
                <a:ext uri="{FF2B5EF4-FFF2-40B4-BE49-F238E27FC236}">
                  <a16:creationId xmlns:a16="http://schemas.microsoft.com/office/drawing/2014/main" id="{2BA205F5-F76B-7295-ADD1-3318708455F3}"/>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7" name="Slide Number Placeholder 5">
            <a:extLst>
              <a:ext uri="{FF2B5EF4-FFF2-40B4-BE49-F238E27FC236}">
                <a16:creationId xmlns:a16="http://schemas.microsoft.com/office/drawing/2014/main" id="{611C7E6D-96A3-0621-D76D-A1538421AEB8}"/>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3547691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Subject_2 Columns">
    <p:bg>
      <p:bgPr>
        <a:solidFill>
          <a:schemeClr val="bg1"/>
        </a:solidFill>
        <a:effectLst/>
      </p:bgPr>
    </p:bg>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8699"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cxnSp>
        <p:nvCxnSpPr>
          <p:cNvPr id="31" name="Straight Connector 30">
            <a:extLst>
              <a:ext uri="{FF2B5EF4-FFF2-40B4-BE49-F238E27FC236}">
                <a16:creationId xmlns:a16="http://schemas.microsoft.com/office/drawing/2014/main" id="{1E64591D-EA91-FDE2-ACA8-B721589A33D1}"/>
              </a:ext>
            </a:extLst>
          </p:cNvPr>
          <p:cNvCxnSpPr>
            <a:cxnSpLocks/>
          </p:cNvCxnSpPr>
          <p:nvPr userDrawn="1"/>
        </p:nvCxnSpPr>
        <p:spPr>
          <a:xfrm>
            <a:off x="454025" y="4145416"/>
            <a:ext cx="676656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C7ACB552-005E-8733-D6E4-A2D353836469}"/>
              </a:ext>
            </a:extLst>
          </p:cNvPr>
          <p:cNvCxnSpPr>
            <a:cxnSpLocks/>
          </p:cNvCxnSpPr>
          <p:nvPr userDrawn="1"/>
        </p:nvCxnSpPr>
        <p:spPr>
          <a:xfrm>
            <a:off x="7576456" y="3104676"/>
            <a:ext cx="4164693"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FD4A826-F74E-0756-73EC-0253EE3B2B18}"/>
              </a:ext>
            </a:extLst>
          </p:cNvPr>
          <p:cNvCxnSpPr>
            <a:cxnSpLocks/>
          </p:cNvCxnSpPr>
          <p:nvPr userDrawn="1"/>
        </p:nvCxnSpPr>
        <p:spPr>
          <a:xfrm>
            <a:off x="7576456" y="4145416"/>
            <a:ext cx="4164693"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B13043A8-F438-57C7-144F-63CCFCE26FF8}"/>
              </a:ext>
            </a:extLst>
          </p:cNvPr>
          <p:cNvSpPr txBox="1"/>
          <p:nvPr userDrawn="1"/>
        </p:nvSpPr>
        <p:spPr>
          <a:xfrm>
            <a:off x="17944881" y="2258815"/>
            <a:ext cx="3717982" cy="369332"/>
          </a:xfrm>
          <a:prstGeom prst="rect">
            <a:avLst/>
          </a:prstGeom>
          <a:noFill/>
        </p:spPr>
        <p:txBody>
          <a:bodyPr wrap="square" lIns="0" tIns="0" rIns="0" bIns="0" rtlCol="0">
            <a:noAutofit/>
          </a:bodyPr>
          <a:lstStyle/>
          <a:p>
            <a:r>
              <a:rPr lang="en-US">
                <a:solidFill>
                  <a:schemeClr val="accent1"/>
                </a:solidFill>
                <a:latin typeface="+mj-lt"/>
              </a:rPr>
              <a:t>Title Here</a:t>
            </a:r>
          </a:p>
        </p:txBody>
      </p:sp>
      <p:sp>
        <p:nvSpPr>
          <p:cNvPr id="69" name="TextBox 68">
            <a:extLst>
              <a:ext uri="{FF2B5EF4-FFF2-40B4-BE49-F238E27FC236}">
                <a16:creationId xmlns:a16="http://schemas.microsoft.com/office/drawing/2014/main" id="{EE920E44-46CE-3126-CB31-0F9B6F53882D}"/>
              </a:ext>
            </a:extLst>
          </p:cNvPr>
          <p:cNvSpPr txBox="1"/>
          <p:nvPr userDrawn="1"/>
        </p:nvSpPr>
        <p:spPr>
          <a:xfrm>
            <a:off x="17944881" y="2616622"/>
            <a:ext cx="4533900" cy="583387"/>
          </a:xfrm>
          <a:prstGeom prst="rect">
            <a:avLst/>
          </a:prstGeom>
          <a:noFill/>
        </p:spPr>
        <p:txBody>
          <a:bodyPr wrap="square" lIns="0" tIns="0" rIns="0" bIns="0" rtlCol="0">
            <a:noAutofit/>
          </a:bodyPr>
          <a:lstStyle/>
          <a:p>
            <a:pPr>
              <a:lnSpc>
                <a:spcPts val="1400"/>
              </a:lnSpc>
            </a:pPr>
            <a:r>
              <a:rPr lang="en-US" sz="1200">
                <a:solidFill>
                  <a:schemeClr val="tx2"/>
                </a:solidFill>
              </a:rPr>
              <a:t>Lorem ipsum dolor sit amet, consectetur adipiscing elit. Fusce elit diam, maximus a condimentum eget, lobortis in erat. Mauris efficitur, erat a sagittis vestibulum, dui.</a:t>
            </a:r>
          </a:p>
        </p:txBody>
      </p:sp>
      <p:sp>
        <p:nvSpPr>
          <p:cNvPr id="70" name="TextBox 69">
            <a:extLst>
              <a:ext uri="{FF2B5EF4-FFF2-40B4-BE49-F238E27FC236}">
                <a16:creationId xmlns:a16="http://schemas.microsoft.com/office/drawing/2014/main" id="{FCC56459-1BEA-BF2C-ECEC-4D00155F558F}"/>
              </a:ext>
            </a:extLst>
          </p:cNvPr>
          <p:cNvSpPr txBox="1"/>
          <p:nvPr userDrawn="1"/>
        </p:nvSpPr>
        <p:spPr>
          <a:xfrm>
            <a:off x="17944881" y="3633539"/>
            <a:ext cx="3717982" cy="369332"/>
          </a:xfrm>
          <a:prstGeom prst="rect">
            <a:avLst/>
          </a:prstGeom>
          <a:noFill/>
        </p:spPr>
        <p:txBody>
          <a:bodyPr wrap="square" lIns="0" tIns="0" rIns="0" bIns="0" rtlCol="0">
            <a:noAutofit/>
          </a:bodyPr>
          <a:lstStyle/>
          <a:p>
            <a:r>
              <a:rPr lang="en-US">
                <a:solidFill>
                  <a:schemeClr val="accent1"/>
                </a:solidFill>
                <a:latin typeface="+mj-lt"/>
              </a:rPr>
              <a:t>Title Here</a:t>
            </a:r>
          </a:p>
        </p:txBody>
      </p:sp>
      <p:sp>
        <p:nvSpPr>
          <p:cNvPr id="71" name="TextBox 70">
            <a:extLst>
              <a:ext uri="{FF2B5EF4-FFF2-40B4-BE49-F238E27FC236}">
                <a16:creationId xmlns:a16="http://schemas.microsoft.com/office/drawing/2014/main" id="{DF8FE10A-95EB-F607-98B9-71B1F567DB73}"/>
              </a:ext>
            </a:extLst>
          </p:cNvPr>
          <p:cNvSpPr txBox="1"/>
          <p:nvPr userDrawn="1"/>
        </p:nvSpPr>
        <p:spPr>
          <a:xfrm>
            <a:off x="17944881" y="3991346"/>
            <a:ext cx="4533900" cy="583387"/>
          </a:xfrm>
          <a:prstGeom prst="rect">
            <a:avLst/>
          </a:prstGeom>
          <a:noFill/>
        </p:spPr>
        <p:txBody>
          <a:bodyPr wrap="square" lIns="0" tIns="0" rIns="0" bIns="0" rtlCol="0">
            <a:noAutofit/>
          </a:bodyPr>
          <a:lstStyle/>
          <a:p>
            <a:pPr>
              <a:lnSpc>
                <a:spcPts val="1400"/>
              </a:lnSpc>
            </a:pPr>
            <a:r>
              <a:rPr lang="en-US" sz="1200">
                <a:solidFill>
                  <a:schemeClr val="tx2"/>
                </a:solidFill>
              </a:rPr>
              <a:t>Lorem ipsum dolor sit amet, consectetur adipiscing elit. Fusce elit diam, maximus a condimentum eget, lobortis in erat. Mauris efficitur, erat a sagittis vestibulum, dui.</a:t>
            </a:r>
          </a:p>
        </p:txBody>
      </p:sp>
      <p:sp>
        <p:nvSpPr>
          <p:cNvPr id="72" name="TextBox 71">
            <a:extLst>
              <a:ext uri="{FF2B5EF4-FFF2-40B4-BE49-F238E27FC236}">
                <a16:creationId xmlns:a16="http://schemas.microsoft.com/office/drawing/2014/main" id="{B585E651-C2E7-9E93-B1B3-1B75184078F6}"/>
              </a:ext>
            </a:extLst>
          </p:cNvPr>
          <p:cNvSpPr txBox="1"/>
          <p:nvPr userDrawn="1"/>
        </p:nvSpPr>
        <p:spPr>
          <a:xfrm>
            <a:off x="17944881" y="4999023"/>
            <a:ext cx="3717982" cy="369332"/>
          </a:xfrm>
          <a:prstGeom prst="rect">
            <a:avLst/>
          </a:prstGeom>
          <a:noFill/>
        </p:spPr>
        <p:txBody>
          <a:bodyPr wrap="square" lIns="0" tIns="0" rIns="0" bIns="0" rtlCol="0">
            <a:noAutofit/>
          </a:bodyPr>
          <a:lstStyle/>
          <a:p>
            <a:r>
              <a:rPr lang="en-US">
                <a:solidFill>
                  <a:schemeClr val="accent1"/>
                </a:solidFill>
                <a:latin typeface="+mj-lt"/>
              </a:rPr>
              <a:t>Title Here</a:t>
            </a:r>
          </a:p>
        </p:txBody>
      </p:sp>
      <p:sp>
        <p:nvSpPr>
          <p:cNvPr id="73" name="TextBox 72">
            <a:extLst>
              <a:ext uri="{FF2B5EF4-FFF2-40B4-BE49-F238E27FC236}">
                <a16:creationId xmlns:a16="http://schemas.microsoft.com/office/drawing/2014/main" id="{070B0F16-2326-29E8-8F75-C293E56A2FBD}"/>
              </a:ext>
            </a:extLst>
          </p:cNvPr>
          <p:cNvSpPr txBox="1"/>
          <p:nvPr userDrawn="1"/>
        </p:nvSpPr>
        <p:spPr>
          <a:xfrm>
            <a:off x="17944881" y="5356830"/>
            <a:ext cx="4533900" cy="583387"/>
          </a:xfrm>
          <a:prstGeom prst="rect">
            <a:avLst/>
          </a:prstGeom>
          <a:noFill/>
        </p:spPr>
        <p:txBody>
          <a:bodyPr wrap="square" lIns="0" tIns="0" rIns="0" bIns="0" rtlCol="0">
            <a:noAutofit/>
          </a:bodyPr>
          <a:lstStyle/>
          <a:p>
            <a:pPr>
              <a:lnSpc>
                <a:spcPts val="1400"/>
              </a:lnSpc>
            </a:pPr>
            <a:r>
              <a:rPr lang="en-US" sz="1200">
                <a:solidFill>
                  <a:schemeClr val="tx2"/>
                </a:solidFill>
              </a:rPr>
              <a:t>Lorem ipsum dolor sit amet, consectetur adipiscing elit. Fusce elit diam, maximus a condimentum eget, lobortis in erat. Mauris efficitur, erat a sagittis vestibulum, dui.</a:t>
            </a:r>
          </a:p>
        </p:txBody>
      </p:sp>
      <p:cxnSp>
        <p:nvCxnSpPr>
          <p:cNvPr id="101" name="Straight Connector 100">
            <a:extLst>
              <a:ext uri="{FF2B5EF4-FFF2-40B4-BE49-F238E27FC236}">
                <a16:creationId xmlns:a16="http://schemas.microsoft.com/office/drawing/2014/main" id="{0D39690D-8DF4-6C00-03E0-75796658154A}"/>
              </a:ext>
            </a:extLst>
          </p:cNvPr>
          <p:cNvCxnSpPr>
            <a:cxnSpLocks/>
          </p:cNvCxnSpPr>
          <p:nvPr userDrawn="1"/>
        </p:nvCxnSpPr>
        <p:spPr>
          <a:xfrm>
            <a:off x="454025" y="3104676"/>
            <a:ext cx="676656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4" name="Subtitle 2">
            <a:extLst>
              <a:ext uri="{FF2B5EF4-FFF2-40B4-BE49-F238E27FC236}">
                <a16:creationId xmlns:a16="http://schemas.microsoft.com/office/drawing/2014/main" id="{9535EF7B-A8C0-FF4E-DDC0-C4A958AB421A}"/>
              </a:ext>
            </a:extLst>
          </p:cNvPr>
          <p:cNvSpPr>
            <a:spLocks noGrp="1"/>
          </p:cNvSpPr>
          <p:nvPr>
            <p:ph type="subTitle" idx="1" hasCustomPrompt="1"/>
          </p:nvPr>
        </p:nvSpPr>
        <p:spPr>
          <a:xfrm>
            <a:off x="454025" y="1155700"/>
            <a:ext cx="550468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2" name="Text Placeholder 47">
            <a:extLst>
              <a:ext uri="{FF2B5EF4-FFF2-40B4-BE49-F238E27FC236}">
                <a16:creationId xmlns:a16="http://schemas.microsoft.com/office/drawing/2014/main" id="{53C3144B-AA66-7D75-841C-88A9FA185B10}"/>
              </a:ext>
            </a:extLst>
          </p:cNvPr>
          <p:cNvSpPr>
            <a:spLocks noGrp="1"/>
          </p:cNvSpPr>
          <p:nvPr>
            <p:ph type="body" sz="quarter" idx="38" hasCustomPrompt="1"/>
          </p:nvPr>
        </p:nvSpPr>
        <p:spPr>
          <a:xfrm>
            <a:off x="7600207" y="2310244"/>
            <a:ext cx="4120737" cy="54864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endParaRPr lang="en-US"/>
          </a:p>
        </p:txBody>
      </p:sp>
      <p:sp>
        <p:nvSpPr>
          <p:cNvPr id="47" name="Text Placeholder 47">
            <a:extLst>
              <a:ext uri="{FF2B5EF4-FFF2-40B4-BE49-F238E27FC236}">
                <a16:creationId xmlns:a16="http://schemas.microsoft.com/office/drawing/2014/main" id="{979C5601-AAE1-5A10-9EF2-27DB560C4C9B}"/>
              </a:ext>
            </a:extLst>
          </p:cNvPr>
          <p:cNvSpPr>
            <a:spLocks noGrp="1"/>
          </p:cNvSpPr>
          <p:nvPr>
            <p:ph type="body" sz="quarter" idx="40" hasCustomPrompt="1"/>
          </p:nvPr>
        </p:nvSpPr>
        <p:spPr>
          <a:xfrm>
            <a:off x="7600207" y="3270668"/>
            <a:ext cx="4120737" cy="54864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endParaRPr lang="en-US"/>
          </a:p>
        </p:txBody>
      </p:sp>
      <p:sp>
        <p:nvSpPr>
          <p:cNvPr id="48" name="Text Placeholder 47">
            <a:extLst>
              <a:ext uri="{FF2B5EF4-FFF2-40B4-BE49-F238E27FC236}">
                <a16:creationId xmlns:a16="http://schemas.microsoft.com/office/drawing/2014/main" id="{7B27357F-0EC3-F5D5-CEF0-342BA821F800}"/>
              </a:ext>
            </a:extLst>
          </p:cNvPr>
          <p:cNvSpPr>
            <a:spLocks noGrp="1"/>
          </p:cNvSpPr>
          <p:nvPr>
            <p:ph type="body" sz="quarter" idx="41" hasCustomPrompt="1"/>
          </p:nvPr>
        </p:nvSpPr>
        <p:spPr>
          <a:xfrm>
            <a:off x="7600207" y="4316683"/>
            <a:ext cx="4120737" cy="54864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endParaRPr lang="en-US"/>
          </a:p>
        </p:txBody>
      </p:sp>
      <p:sp>
        <p:nvSpPr>
          <p:cNvPr id="49" name="Text Placeholder 47">
            <a:extLst>
              <a:ext uri="{FF2B5EF4-FFF2-40B4-BE49-F238E27FC236}">
                <a16:creationId xmlns:a16="http://schemas.microsoft.com/office/drawing/2014/main" id="{73A7F993-3AF8-CEB8-3DB3-F2C3E332771E}"/>
              </a:ext>
            </a:extLst>
          </p:cNvPr>
          <p:cNvSpPr>
            <a:spLocks noGrp="1"/>
          </p:cNvSpPr>
          <p:nvPr>
            <p:ph type="body" sz="quarter" idx="42" hasCustomPrompt="1"/>
          </p:nvPr>
        </p:nvSpPr>
        <p:spPr>
          <a:xfrm>
            <a:off x="3088575" y="2310244"/>
            <a:ext cx="4120737" cy="54864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endParaRPr lang="en-US"/>
          </a:p>
        </p:txBody>
      </p:sp>
      <p:sp>
        <p:nvSpPr>
          <p:cNvPr id="51" name="Text Placeholder 47">
            <a:extLst>
              <a:ext uri="{FF2B5EF4-FFF2-40B4-BE49-F238E27FC236}">
                <a16:creationId xmlns:a16="http://schemas.microsoft.com/office/drawing/2014/main" id="{C3A94785-DD49-7977-E2E0-94075C7C1703}"/>
              </a:ext>
            </a:extLst>
          </p:cNvPr>
          <p:cNvSpPr>
            <a:spLocks noGrp="1"/>
          </p:cNvSpPr>
          <p:nvPr>
            <p:ph type="body" sz="quarter" idx="44" hasCustomPrompt="1"/>
          </p:nvPr>
        </p:nvSpPr>
        <p:spPr>
          <a:xfrm>
            <a:off x="3088575" y="3270668"/>
            <a:ext cx="4120737" cy="54864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endParaRPr lang="en-US"/>
          </a:p>
        </p:txBody>
      </p:sp>
      <p:sp>
        <p:nvSpPr>
          <p:cNvPr id="52" name="Text Placeholder 47">
            <a:extLst>
              <a:ext uri="{FF2B5EF4-FFF2-40B4-BE49-F238E27FC236}">
                <a16:creationId xmlns:a16="http://schemas.microsoft.com/office/drawing/2014/main" id="{93B8E0BA-CA6C-22CA-F636-EF00AFBB35D0}"/>
              </a:ext>
            </a:extLst>
          </p:cNvPr>
          <p:cNvSpPr>
            <a:spLocks noGrp="1"/>
          </p:cNvSpPr>
          <p:nvPr>
            <p:ph type="body" sz="quarter" idx="45" hasCustomPrompt="1"/>
          </p:nvPr>
        </p:nvSpPr>
        <p:spPr>
          <a:xfrm>
            <a:off x="3088575" y="4316683"/>
            <a:ext cx="4120737" cy="54864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endParaRPr lang="en-US"/>
          </a:p>
        </p:txBody>
      </p:sp>
      <p:sp>
        <p:nvSpPr>
          <p:cNvPr id="53" name="Content Placeholder 5">
            <a:extLst>
              <a:ext uri="{FF2B5EF4-FFF2-40B4-BE49-F238E27FC236}">
                <a16:creationId xmlns:a16="http://schemas.microsoft.com/office/drawing/2014/main" id="{3CE74447-B630-2A68-6F8A-11F1039A4CE8}"/>
              </a:ext>
            </a:extLst>
          </p:cNvPr>
          <p:cNvSpPr>
            <a:spLocks noGrp="1"/>
          </p:cNvSpPr>
          <p:nvPr>
            <p:ph sz="quarter" idx="10"/>
          </p:nvPr>
        </p:nvSpPr>
        <p:spPr>
          <a:xfrm>
            <a:off x="454025" y="2258608"/>
            <a:ext cx="2336675" cy="699025"/>
          </a:xfrm>
          <a:prstGeom prst="roundRect">
            <a:avLst/>
          </a:prstGeom>
          <a:solidFill>
            <a:schemeClr val="accent1"/>
          </a:solidFill>
        </p:spPr>
        <p:txBody>
          <a:bodyPr lIns="182880" anchor="ctr"/>
          <a:lstStyle>
            <a:lvl1pPr marL="0" indent="0" algn="l">
              <a:buNone/>
              <a:defRPr sz="1800">
                <a:solidFill>
                  <a:schemeClr val="bg1"/>
                </a:solidFill>
                <a:latin typeface="+mj-lt"/>
              </a:defRPr>
            </a:lvl1pPr>
          </a:lstStyle>
          <a:p>
            <a:pPr lvl="0"/>
            <a:endParaRPr lang="en-US"/>
          </a:p>
        </p:txBody>
      </p:sp>
      <p:sp>
        <p:nvSpPr>
          <p:cNvPr id="54" name="Content Placeholder 5">
            <a:extLst>
              <a:ext uri="{FF2B5EF4-FFF2-40B4-BE49-F238E27FC236}">
                <a16:creationId xmlns:a16="http://schemas.microsoft.com/office/drawing/2014/main" id="{F83F6D76-07AA-3F4F-2375-1E76BE641C40}"/>
              </a:ext>
            </a:extLst>
          </p:cNvPr>
          <p:cNvSpPr>
            <a:spLocks noGrp="1"/>
          </p:cNvSpPr>
          <p:nvPr>
            <p:ph sz="quarter" idx="46"/>
          </p:nvPr>
        </p:nvSpPr>
        <p:spPr>
          <a:xfrm>
            <a:off x="454025" y="3288794"/>
            <a:ext cx="2336675" cy="699025"/>
          </a:xfrm>
          <a:prstGeom prst="roundRect">
            <a:avLst/>
          </a:prstGeom>
          <a:solidFill>
            <a:schemeClr val="accent2"/>
          </a:solidFill>
        </p:spPr>
        <p:txBody>
          <a:bodyPr lIns="182880" anchor="ctr"/>
          <a:lstStyle>
            <a:lvl1pPr marL="0" indent="0" algn="l">
              <a:buNone/>
              <a:defRPr sz="1800">
                <a:solidFill>
                  <a:schemeClr val="bg1"/>
                </a:solidFill>
                <a:latin typeface="+mj-lt"/>
              </a:defRPr>
            </a:lvl1pPr>
          </a:lstStyle>
          <a:p>
            <a:pPr lvl="0"/>
            <a:endParaRPr lang="en-US"/>
          </a:p>
        </p:txBody>
      </p:sp>
      <p:sp>
        <p:nvSpPr>
          <p:cNvPr id="55" name="Content Placeholder 5">
            <a:extLst>
              <a:ext uri="{FF2B5EF4-FFF2-40B4-BE49-F238E27FC236}">
                <a16:creationId xmlns:a16="http://schemas.microsoft.com/office/drawing/2014/main" id="{8A189AE0-C344-0805-0CE4-0E6C3E8014CB}"/>
              </a:ext>
            </a:extLst>
          </p:cNvPr>
          <p:cNvSpPr>
            <a:spLocks noGrp="1"/>
          </p:cNvSpPr>
          <p:nvPr>
            <p:ph sz="quarter" idx="47"/>
          </p:nvPr>
        </p:nvSpPr>
        <p:spPr>
          <a:xfrm>
            <a:off x="454025" y="4299184"/>
            <a:ext cx="2336675" cy="699025"/>
          </a:xfrm>
          <a:prstGeom prst="roundRect">
            <a:avLst/>
          </a:prstGeom>
          <a:solidFill>
            <a:schemeClr val="accent3">
              <a:lumMod val="90000"/>
            </a:schemeClr>
          </a:solidFill>
        </p:spPr>
        <p:txBody>
          <a:bodyPr lIns="182880" anchor="ctr"/>
          <a:lstStyle>
            <a:lvl1pPr marL="0" indent="0" algn="l">
              <a:buNone/>
              <a:defRPr sz="1800">
                <a:solidFill>
                  <a:schemeClr val="bg1"/>
                </a:solidFill>
                <a:latin typeface="+mj-lt"/>
              </a:defRPr>
            </a:lvl1pPr>
          </a:lstStyle>
          <a:p>
            <a:pPr lvl="0"/>
            <a:endParaRPr lang="en-US"/>
          </a:p>
        </p:txBody>
      </p:sp>
      <p:cxnSp>
        <p:nvCxnSpPr>
          <p:cNvPr id="56" name="Straight Connector 55">
            <a:extLst>
              <a:ext uri="{FF2B5EF4-FFF2-40B4-BE49-F238E27FC236}">
                <a16:creationId xmlns:a16="http://schemas.microsoft.com/office/drawing/2014/main" id="{8C60932E-C7AD-B408-F209-66E1BC4EF26E}"/>
              </a:ext>
            </a:extLst>
          </p:cNvPr>
          <p:cNvCxnSpPr>
            <a:cxnSpLocks/>
          </p:cNvCxnSpPr>
          <p:nvPr userDrawn="1"/>
        </p:nvCxnSpPr>
        <p:spPr>
          <a:xfrm>
            <a:off x="454025" y="5179558"/>
            <a:ext cx="676656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9CF5DE2B-C7D2-EDC5-1C19-4105EDBCA7BF}"/>
              </a:ext>
            </a:extLst>
          </p:cNvPr>
          <p:cNvCxnSpPr>
            <a:cxnSpLocks/>
          </p:cNvCxnSpPr>
          <p:nvPr userDrawn="1"/>
        </p:nvCxnSpPr>
        <p:spPr>
          <a:xfrm>
            <a:off x="7576456" y="5179558"/>
            <a:ext cx="4164693"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
        <p:nvSpPr>
          <p:cNvPr id="58" name="Text Placeholder 47">
            <a:extLst>
              <a:ext uri="{FF2B5EF4-FFF2-40B4-BE49-F238E27FC236}">
                <a16:creationId xmlns:a16="http://schemas.microsoft.com/office/drawing/2014/main" id="{00D7668A-1CAC-9D03-0170-AE2B53502894}"/>
              </a:ext>
            </a:extLst>
          </p:cNvPr>
          <p:cNvSpPr>
            <a:spLocks noGrp="1"/>
          </p:cNvSpPr>
          <p:nvPr>
            <p:ph type="body" sz="quarter" idx="48" hasCustomPrompt="1"/>
          </p:nvPr>
        </p:nvSpPr>
        <p:spPr>
          <a:xfrm>
            <a:off x="7600207" y="5350825"/>
            <a:ext cx="4120737" cy="54864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endParaRPr lang="en-US"/>
          </a:p>
        </p:txBody>
      </p:sp>
      <p:sp>
        <p:nvSpPr>
          <p:cNvPr id="59" name="Text Placeholder 47">
            <a:extLst>
              <a:ext uri="{FF2B5EF4-FFF2-40B4-BE49-F238E27FC236}">
                <a16:creationId xmlns:a16="http://schemas.microsoft.com/office/drawing/2014/main" id="{D50B8643-8A07-D200-8BF4-2DF8E4E99E2D}"/>
              </a:ext>
            </a:extLst>
          </p:cNvPr>
          <p:cNvSpPr>
            <a:spLocks noGrp="1"/>
          </p:cNvSpPr>
          <p:nvPr>
            <p:ph type="body" sz="quarter" idx="49" hasCustomPrompt="1"/>
          </p:nvPr>
        </p:nvSpPr>
        <p:spPr>
          <a:xfrm>
            <a:off x="3088575" y="5350825"/>
            <a:ext cx="4120737" cy="54864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endParaRPr lang="en-US"/>
          </a:p>
        </p:txBody>
      </p:sp>
      <p:sp>
        <p:nvSpPr>
          <p:cNvPr id="60" name="Content Placeholder 5">
            <a:extLst>
              <a:ext uri="{FF2B5EF4-FFF2-40B4-BE49-F238E27FC236}">
                <a16:creationId xmlns:a16="http://schemas.microsoft.com/office/drawing/2014/main" id="{5863B8A7-3D54-BA12-2887-9C85599E93C7}"/>
              </a:ext>
            </a:extLst>
          </p:cNvPr>
          <p:cNvSpPr>
            <a:spLocks noGrp="1"/>
          </p:cNvSpPr>
          <p:nvPr>
            <p:ph sz="quarter" idx="50"/>
          </p:nvPr>
        </p:nvSpPr>
        <p:spPr>
          <a:xfrm>
            <a:off x="454025" y="5333326"/>
            <a:ext cx="2336675" cy="699025"/>
          </a:xfrm>
          <a:prstGeom prst="roundRect">
            <a:avLst/>
          </a:prstGeom>
          <a:solidFill>
            <a:schemeClr val="accent5"/>
          </a:solidFill>
        </p:spPr>
        <p:txBody>
          <a:bodyPr lIns="182880" anchor="ctr"/>
          <a:lstStyle>
            <a:lvl1pPr marL="0" indent="0" algn="l">
              <a:buNone/>
              <a:defRPr sz="1800">
                <a:solidFill>
                  <a:schemeClr val="bg1"/>
                </a:solidFill>
                <a:latin typeface="+mj-lt"/>
              </a:defRPr>
            </a:lvl1pPr>
          </a:lstStyle>
          <a:p>
            <a:pPr lvl="0"/>
            <a:endParaRPr lang="en-US"/>
          </a:p>
        </p:txBody>
      </p:sp>
      <p:cxnSp>
        <p:nvCxnSpPr>
          <p:cNvPr id="61" name="Straight Connector 60">
            <a:extLst>
              <a:ext uri="{FF2B5EF4-FFF2-40B4-BE49-F238E27FC236}">
                <a16:creationId xmlns:a16="http://schemas.microsoft.com/office/drawing/2014/main" id="{2EBEB8BF-1A5A-4808-718D-C09ABEF5CBCE}"/>
              </a:ext>
            </a:extLst>
          </p:cNvPr>
          <p:cNvCxnSpPr>
            <a:cxnSpLocks/>
          </p:cNvCxnSpPr>
          <p:nvPr userDrawn="1"/>
        </p:nvCxnSpPr>
        <p:spPr>
          <a:xfrm>
            <a:off x="7402284" y="1952580"/>
            <a:ext cx="0" cy="4184148"/>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98DC3670-FF77-0C68-2648-21B627B10CF1}"/>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63" name="Rounded Rectangle 62">
            <a:extLst>
              <a:ext uri="{FF2B5EF4-FFF2-40B4-BE49-F238E27FC236}">
                <a16:creationId xmlns:a16="http://schemas.microsoft.com/office/drawing/2014/main" id="{613766A5-D451-7378-7170-747B236A4AE0}"/>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6" name="Graphic 62">
            <a:extLst>
              <a:ext uri="{FF2B5EF4-FFF2-40B4-BE49-F238E27FC236}">
                <a16:creationId xmlns:a16="http://schemas.microsoft.com/office/drawing/2014/main" id="{6415D2CF-0274-423F-8FC0-CEEC51F21318}"/>
              </a:ext>
            </a:extLst>
          </p:cNvPr>
          <p:cNvGrpSpPr/>
          <p:nvPr userDrawn="1"/>
        </p:nvGrpSpPr>
        <p:grpSpPr>
          <a:xfrm>
            <a:off x="11389259" y="459884"/>
            <a:ext cx="352694" cy="349203"/>
            <a:chOff x="10767269" y="208371"/>
            <a:chExt cx="182844" cy="181034"/>
          </a:xfrm>
        </p:grpSpPr>
        <p:sp>
          <p:nvSpPr>
            <p:cNvPr id="77" name="Freeform 76">
              <a:extLst>
                <a:ext uri="{FF2B5EF4-FFF2-40B4-BE49-F238E27FC236}">
                  <a16:creationId xmlns:a16="http://schemas.microsoft.com/office/drawing/2014/main" id="{42C78611-155A-89D1-27F3-60CD3F5D90DE}"/>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78" name="Freeform 77">
              <a:extLst>
                <a:ext uri="{FF2B5EF4-FFF2-40B4-BE49-F238E27FC236}">
                  <a16:creationId xmlns:a16="http://schemas.microsoft.com/office/drawing/2014/main" id="{2B3CDACE-C97A-8BE4-1A5F-2716691F8FFA}"/>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79" name="Freeform 78">
              <a:extLst>
                <a:ext uri="{FF2B5EF4-FFF2-40B4-BE49-F238E27FC236}">
                  <a16:creationId xmlns:a16="http://schemas.microsoft.com/office/drawing/2014/main" id="{A46609A7-E62E-F85D-1B31-0F97A3EBD9F5}"/>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80" name="Freeform 79">
              <a:extLst>
                <a:ext uri="{FF2B5EF4-FFF2-40B4-BE49-F238E27FC236}">
                  <a16:creationId xmlns:a16="http://schemas.microsoft.com/office/drawing/2014/main" id="{4DB64414-76CE-9519-1707-860E1E95EF1B}"/>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81" name="Freeform 80">
              <a:extLst>
                <a:ext uri="{FF2B5EF4-FFF2-40B4-BE49-F238E27FC236}">
                  <a16:creationId xmlns:a16="http://schemas.microsoft.com/office/drawing/2014/main" id="{E51A74BC-CA99-B78B-E2F5-E48428739D4E}"/>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65" name="Slide Number Placeholder 5">
            <a:extLst>
              <a:ext uri="{FF2B5EF4-FFF2-40B4-BE49-F238E27FC236}">
                <a16:creationId xmlns:a16="http://schemas.microsoft.com/office/drawing/2014/main" id="{BF2AE536-8A11-B3E4-2F27-104F7D7C7EE5}"/>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
        <p:nvSpPr>
          <p:cNvPr id="46" name="Text Placeholder 47">
            <a:extLst>
              <a:ext uri="{FF2B5EF4-FFF2-40B4-BE49-F238E27FC236}">
                <a16:creationId xmlns:a16="http://schemas.microsoft.com/office/drawing/2014/main" id="{451FF669-DE55-38BF-9A38-C515A7AD94F3}"/>
              </a:ext>
            </a:extLst>
          </p:cNvPr>
          <p:cNvSpPr>
            <a:spLocks noGrp="1"/>
          </p:cNvSpPr>
          <p:nvPr>
            <p:ph type="body" sz="quarter" idx="39" hasCustomPrompt="1"/>
          </p:nvPr>
        </p:nvSpPr>
        <p:spPr>
          <a:xfrm>
            <a:off x="7600207" y="1955334"/>
            <a:ext cx="4120737" cy="348906"/>
          </a:xfrm>
        </p:spPr>
        <p:txBody>
          <a:bodyPr/>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64" name="Text Placeholder 47">
            <a:extLst>
              <a:ext uri="{FF2B5EF4-FFF2-40B4-BE49-F238E27FC236}">
                <a16:creationId xmlns:a16="http://schemas.microsoft.com/office/drawing/2014/main" id="{66336051-26A9-233D-4190-A87787D1DF5B}"/>
              </a:ext>
            </a:extLst>
          </p:cNvPr>
          <p:cNvSpPr>
            <a:spLocks noGrp="1"/>
          </p:cNvSpPr>
          <p:nvPr>
            <p:ph type="body" sz="quarter" idx="43" hasCustomPrompt="1"/>
          </p:nvPr>
        </p:nvSpPr>
        <p:spPr>
          <a:xfrm>
            <a:off x="3088575" y="1955334"/>
            <a:ext cx="4120737" cy="348906"/>
          </a:xfrm>
        </p:spPr>
        <p:txBody>
          <a:bodyPr/>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Tree>
    <p:extLst>
      <p:ext uri="{BB962C8B-B14F-4D97-AF65-F5344CB8AC3E}">
        <p14:creationId xmlns:p14="http://schemas.microsoft.com/office/powerpoint/2010/main" val="9491107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ascading List + Icons">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2"/>
            <a:ext cx="6468699" cy="695608"/>
          </a:xfrm>
        </p:spPr>
        <p:txBody>
          <a:bodyPr/>
          <a:lstStyle/>
          <a:p>
            <a:r>
              <a:rPr lang="en-US"/>
              <a:t>Click To Edit Master Title Style</a:t>
            </a:r>
            <a:endParaRPr lang="en-GB"/>
          </a:p>
        </p:txBody>
      </p:sp>
      <p:sp>
        <p:nvSpPr>
          <p:cNvPr id="48" name="Text Placeholder 47">
            <a:extLst>
              <a:ext uri="{FF2B5EF4-FFF2-40B4-BE49-F238E27FC236}">
                <a16:creationId xmlns:a16="http://schemas.microsoft.com/office/drawing/2014/main" id="{FFCCB661-53E0-5448-AF21-F8198A7FB0F6}"/>
              </a:ext>
            </a:extLst>
          </p:cNvPr>
          <p:cNvSpPr>
            <a:spLocks noGrp="1"/>
          </p:cNvSpPr>
          <p:nvPr>
            <p:ph type="body" sz="quarter" idx="22" hasCustomPrompt="1"/>
          </p:nvPr>
        </p:nvSpPr>
        <p:spPr>
          <a:xfrm>
            <a:off x="454025" y="4680310"/>
            <a:ext cx="1929384"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7" name="Text Placeholder 47">
            <a:extLst>
              <a:ext uri="{FF2B5EF4-FFF2-40B4-BE49-F238E27FC236}">
                <a16:creationId xmlns:a16="http://schemas.microsoft.com/office/drawing/2014/main" id="{19400723-BC54-8349-8A95-23946DB2C51A}"/>
              </a:ext>
            </a:extLst>
          </p:cNvPr>
          <p:cNvSpPr>
            <a:spLocks noGrp="1"/>
          </p:cNvSpPr>
          <p:nvPr>
            <p:ph type="body" sz="quarter" idx="25" hasCustomPrompt="1"/>
          </p:nvPr>
        </p:nvSpPr>
        <p:spPr>
          <a:xfrm>
            <a:off x="454025" y="4325398"/>
            <a:ext cx="1929384" cy="347472"/>
          </a:xfrm>
        </p:spPr>
        <p:txBody>
          <a:bodyPr/>
          <a:lstStyle>
            <a:lvl1pPr marL="0" indent="0">
              <a:lnSpc>
                <a:spcPts val="1600"/>
              </a:lnSpc>
              <a:buNone/>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grpSp>
        <p:nvGrpSpPr>
          <p:cNvPr id="25" name="Graphic 62" hidden="1">
            <a:extLst>
              <a:ext uri="{FF2B5EF4-FFF2-40B4-BE49-F238E27FC236}">
                <a16:creationId xmlns:a16="http://schemas.microsoft.com/office/drawing/2014/main" id="{37E8EFD6-93AF-7C40-8F83-1CC6A17CF023}"/>
              </a:ext>
            </a:extLst>
          </p:cNvPr>
          <p:cNvGrpSpPr/>
          <p:nvPr userDrawn="1"/>
        </p:nvGrpSpPr>
        <p:grpSpPr>
          <a:xfrm>
            <a:off x="11389259" y="6063628"/>
            <a:ext cx="352694" cy="349203"/>
            <a:chOff x="10767269" y="208371"/>
            <a:chExt cx="182844" cy="181034"/>
          </a:xfrm>
        </p:grpSpPr>
        <p:sp>
          <p:nvSpPr>
            <p:cNvPr id="26" name="Freeform 25">
              <a:extLst>
                <a:ext uri="{FF2B5EF4-FFF2-40B4-BE49-F238E27FC236}">
                  <a16:creationId xmlns:a16="http://schemas.microsoft.com/office/drawing/2014/main" id="{4F651056-D366-E545-9DE0-774E7A8D6A3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AD7B71D8-BB1F-F844-9402-FE9AF1EF66C9}"/>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30EBE199-BDA1-6A49-914A-B62A8829C8A3}"/>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54E1BC0B-11CF-C343-B4DA-25D4DECBE1A9}"/>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2" name="Freeform 31">
              <a:extLst>
                <a:ext uri="{FF2B5EF4-FFF2-40B4-BE49-F238E27FC236}">
                  <a16:creationId xmlns:a16="http://schemas.microsoft.com/office/drawing/2014/main" id="{C065C08D-2708-B64D-8AD3-C0ADC2A2307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80" name="Text Placeholder 47">
            <a:extLst>
              <a:ext uri="{FF2B5EF4-FFF2-40B4-BE49-F238E27FC236}">
                <a16:creationId xmlns:a16="http://schemas.microsoft.com/office/drawing/2014/main" id="{769CF6C3-F090-E7F1-BB56-4531E57B70BE}"/>
              </a:ext>
            </a:extLst>
          </p:cNvPr>
          <p:cNvSpPr>
            <a:spLocks noGrp="1"/>
          </p:cNvSpPr>
          <p:nvPr>
            <p:ph type="body" sz="quarter" idx="26" hasCustomPrompt="1"/>
          </p:nvPr>
        </p:nvSpPr>
        <p:spPr>
          <a:xfrm>
            <a:off x="2802478" y="4059423"/>
            <a:ext cx="1929384"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81" name="Text Placeholder 47">
            <a:extLst>
              <a:ext uri="{FF2B5EF4-FFF2-40B4-BE49-F238E27FC236}">
                <a16:creationId xmlns:a16="http://schemas.microsoft.com/office/drawing/2014/main" id="{D99C8652-1EA0-C7E1-2AAC-6D6BDB302D03}"/>
              </a:ext>
            </a:extLst>
          </p:cNvPr>
          <p:cNvSpPr>
            <a:spLocks noGrp="1"/>
          </p:cNvSpPr>
          <p:nvPr>
            <p:ph type="body" sz="quarter" idx="27" hasCustomPrompt="1"/>
          </p:nvPr>
        </p:nvSpPr>
        <p:spPr>
          <a:xfrm>
            <a:off x="2802478" y="3704511"/>
            <a:ext cx="1929384" cy="347472"/>
          </a:xfrm>
        </p:spPr>
        <p:txBody>
          <a:bodyPr/>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83" name="Text Placeholder 47">
            <a:extLst>
              <a:ext uri="{FF2B5EF4-FFF2-40B4-BE49-F238E27FC236}">
                <a16:creationId xmlns:a16="http://schemas.microsoft.com/office/drawing/2014/main" id="{8EF1F521-2C1F-660B-1B66-26361DD0EAD3}"/>
              </a:ext>
            </a:extLst>
          </p:cNvPr>
          <p:cNvSpPr>
            <a:spLocks noGrp="1"/>
          </p:cNvSpPr>
          <p:nvPr>
            <p:ph type="body" sz="quarter" idx="28" hasCustomPrompt="1"/>
          </p:nvPr>
        </p:nvSpPr>
        <p:spPr>
          <a:xfrm>
            <a:off x="5147073" y="3449828"/>
            <a:ext cx="1929384"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84" name="Text Placeholder 47">
            <a:extLst>
              <a:ext uri="{FF2B5EF4-FFF2-40B4-BE49-F238E27FC236}">
                <a16:creationId xmlns:a16="http://schemas.microsoft.com/office/drawing/2014/main" id="{DB26188A-25C6-B60E-C2B7-9E66A70F33A1}"/>
              </a:ext>
            </a:extLst>
          </p:cNvPr>
          <p:cNvSpPr>
            <a:spLocks noGrp="1"/>
          </p:cNvSpPr>
          <p:nvPr>
            <p:ph type="body" sz="quarter" idx="29" hasCustomPrompt="1"/>
          </p:nvPr>
        </p:nvSpPr>
        <p:spPr>
          <a:xfrm>
            <a:off x="5147073" y="3094916"/>
            <a:ext cx="1929384" cy="347472"/>
          </a:xfrm>
        </p:spPr>
        <p:txBody>
          <a:bodyPr/>
          <a:lstStyle>
            <a:lvl1pPr marL="0" indent="0">
              <a:lnSpc>
                <a:spcPts val="1600"/>
              </a:lnSpc>
              <a:buNone/>
              <a:defRPr sz="1600" b="0" i="0">
                <a:solidFill>
                  <a:schemeClr val="accent3">
                    <a:lumMod val="90000"/>
                  </a:schemeClr>
                </a:solidFill>
                <a:latin typeface="Franklin Gothic Medium" panose="020B0603020102020204" pitchFamily="34" charset="0"/>
              </a:defRPr>
            </a:lvl1pPr>
            <a:lvl2pPr marL="239712" indent="0">
              <a:buNone/>
              <a:defRPr sz="1200"/>
            </a:lvl2pPr>
          </a:lstStyle>
          <a:p>
            <a:pPr lvl="0"/>
            <a:r>
              <a:rPr lang="en-US"/>
              <a:t>Title Here</a:t>
            </a:r>
          </a:p>
        </p:txBody>
      </p:sp>
      <p:sp>
        <p:nvSpPr>
          <p:cNvPr id="86" name="Text Placeholder 47">
            <a:extLst>
              <a:ext uri="{FF2B5EF4-FFF2-40B4-BE49-F238E27FC236}">
                <a16:creationId xmlns:a16="http://schemas.microsoft.com/office/drawing/2014/main" id="{A8BD44EB-4746-14D0-03DB-B7FB64BE3F29}"/>
              </a:ext>
            </a:extLst>
          </p:cNvPr>
          <p:cNvSpPr>
            <a:spLocks noGrp="1"/>
          </p:cNvSpPr>
          <p:nvPr>
            <p:ph type="body" sz="quarter" idx="30" hasCustomPrompt="1"/>
          </p:nvPr>
        </p:nvSpPr>
        <p:spPr>
          <a:xfrm>
            <a:off x="7504920" y="2840227"/>
            <a:ext cx="1929384"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87" name="Text Placeholder 47">
            <a:extLst>
              <a:ext uri="{FF2B5EF4-FFF2-40B4-BE49-F238E27FC236}">
                <a16:creationId xmlns:a16="http://schemas.microsoft.com/office/drawing/2014/main" id="{A46F8B32-2734-A492-7730-1BFAD6C1A939}"/>
              </a:ext>
            </a:extLst>
          </p:cNvPr>
          <p:cNvSpPr>
            <a:spLocks noGrp="1"/>
          </p:cNvSpPr>
          <p:nvPr>
            <p:ph type="body" sz="quarter" idx="31" hasCustomPrompt="1"/>
          </p:nvPr>
        </p:nvSpPr>
        <p:spPr>
          <a:xfrm>
            <a:off x="7504920" y="2485315"/>
            <a:ext cx="1929384" cy="347472"/>
          </a:xfrm>
        </p:spPr>
        <p:txBody>
          <a:bodyPr/>
          <a:lstStyle>
            <a:lvl1pPr marL="0" indent="0">
              <a:lnSpc>
                <a:spcPts val="1600"/>
              </a:lnSpc>
              <a:buNone/>
              <a:defRPr sz="1600" b="0" i="0">
                <a:solidFill>
                  <a:schemeClr val="accent5"/>
                </a:solidFill>
                <a:latin typeface="Franklin Gothic Medium" panose="020B0603020102020204" pitchFamily="34" charset="0"/>
              </a:defRPr>
            </a:lvl1pPr>
            <a:lvl2pPr marL="239712" indent="0">
              <a:buNone/>
              <a:defRPr sz="1200"/>
            </a:lvl2pPr>
          </a:lstStyle>
          <a:p>
            <a:pPr lvl="0"/>
            <a:r>
              <a:rPr lang="en-US"/>
              <a:t>Title Here</a:t>
            </a:r>
          </a:p>
        </p:txBody>
      </p:sp>
      <p:sp>
        <p:nvSpPr>
          <p:cNvPr id="89" name="Text Placeholder 47">
            <a:extLst>
              <a:ext uri="{FF2B5EF4-FFF2-40B4-BE49-F238E27FC236}">
                <a16:creationId xmlns:a16="http://schemas.microsoft.com/office/drawing/2014/main" id="{C2A6A512-7A61-D1B1-EFEF-EF532A9B7B65}"/>
              </a:ext>
            </a:extLst>
          </p:cNvPr>
          <p:cNvSpPr>
            <a:spLocks noGrp="1"/>
          </p:cNvSpPr>
          <p:nvPr>
            <p:ph type="body" sz="quarter" idx="32" hasCustomPrompt="1"/>
          </p:nvPr>
        </p:nvSpPr>
        <p:spPr>
          <a:xfrm>
            <a:off x="9820080" y="2219339"/>
            <a:ext cx="1929384"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90" name="Text Placeholder 47">
            <a:extLst>
              <a:ext uri="{FF2B5EF4-FFF2-40B4-BE49-F238E27FC236}">
                <a16:creationId xmlns:a16="http://schemas.microsoft.com/office/drawing/2014/main" id="{C982340C-E7AA-21AE-9202-6AA0148335D9}"/>
              </a:ext>
            </a:extLst>
          </p:cNvPr>
          <p:cNvSpPr>
            <a:spLocks noGrp="1"/>
          </p:cNvSpPr>
          <p:nvPr>
            <p:ph type="body" sz="quarter" idx="33" hasCustomPrompt="1"/>
          </p:nvPr>
        </p:nvSpPr>
        <p:spPr>
          <a:xfrm>
            <a:off x="9820080" y="1864427"/>
            <a:ext cx="1929384" cy="347472"/>
          </a:xfrm>
        </p:spPr>
        <p:txBody>
          <a:bodyPr/>
          <a:lstStyle>
            <a:lvl1pPr marL="0" indent="0">
              <a:lnSpc>
                <a:spcPts val="1600"/>
              </a:lnSpc>
              <a:buNone/>
              <a:defRPr sz="1600" b="0" i="0">
                <a:solidFill>
                  <a:schemeClr val="accent4"/>
                </a:solidFill>
                <a:latin typeface="Franklin Gothic Medium" panose="020B0603020102020204" pitchFamily="34" charset="0"/>
              </a:defRPr>
            </a:lvl1pPr>
            <a:lvl2pPr marL="239712" indent="0">
              <a:buNone/>
              <a:defRPr sz="1200"/>
            </a:lvl2pPr>
          </a:lstStyle>
          <a:p>
            <a:pPr lvl="0"/>
            <a:r>
              <a:rPr lang="en-US"/>
              <a:t>Title Here</a:t>
            </a:r>
          </a:p>
        </p:txBody>
      </p:sp>
      <p:cxnSp>
        <p:nvCxnSpPr>
          <p:cNvPr id="41" name="Straight Connector 40">
            <a:extLst>
              <a:ext uri="{FF2B5EF4-FFF2-40B4-BE49-F238E27FC236}">
                <a16:creationId xmlns:a16="http://schemas.microsoft.com/office/drawing/2014/main" id="{F61C5F15-8030-5EAA-BE60-148BD594586C}"/>
              </a:ext>
            </a:extLst>
          </p:cNvPr>
          <p:cNvCxnSpPr>
            <a:cxnSpLocks/>
          </p:cNvCxnSpPr>
          <p:nvPr userDrawn="1"/>
        </p:nvCxnSpPr>
        <p:spPr>
          <a:xfrm>
            <a:off x="450047" y="4199466"/>
            <a:ext cx="1929384"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DEFF11D-A20A-A582-A472-2F68FA33E9B3}"/>
              </a:ext>
            </a:extLst>
          </p:cNvPr>
          <p:cNvCxnSpPr>
            <a:cxnSpLocks/>
          </p:cNvCxnSpPr>
          <p:nvPr userDrawn="1"/>
        </p:nvCxnSpPr>
        <p:spPr>
          <a:xfrm>
            <a:off x="2810934" y="3584223"/>
            <a:ext cx="1929384"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42F6B07A-AA26-2FEE-8AC1-CBF89E195CB2}"/>
              </a:ext>
            </a:extLst>
          </p:cNvPr>
          <p:cNvCxnSpPr>
            <a:cxnSpLocks/>
          </p:cNvCxnSpPr>
          <p:nvPr userDrawn="1"/>
        </p:nvCxnSpPr>
        <p:spPr>
          <a:xfrm>
            <a:off x="5147733" y="2968980"/>
            <a:ext cx="1929384" cy="0"/>
          </a:xfrm>
          <a:prstGeom prst="line">
            <a:avLst/>
          </a:prstGeom>
          <a:ln w="25400">
            <a:solidFill>
              <a:schemeClr val="accent3">
                <a:lumMod val="90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3AC1A8FB-7CF7-B6FB-964B-159C142C907A}"/>
              </a:ext>
            </a:extLst>
          </p:cNvPr>
          <p:cNvCxnSpPr>
            <a:cxnSpLocks/>
          </p:cNvCxnSpPr>
          <p:nvPr userDrawn="1"/>
        </p:nvCxnSpPr>
        <p:spPr>
          <a:xfrm>
            <a:off x="7490178" y="2353737"/>
            <a:ext cx="1929384"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F7954AD-0483-8853-D09F-68809CC42EA8}"/>
              </a:ext>
            </a:extLst>
          </p:cNvPr>
          <p:cNvCxnSpPr>
            <a:cxnSpLocks/>
          </p:cNvCxnSpPr>
          <p:nvPr userDrawn="1"/>
        </p:nvCxnSpPr>
        <p:spPr>
          <a:xfrm>
            <a:off x="9820080" y="1738494"/>
            <a:ext cx="1929384" cy="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8CF015E2-2DAD-3FBB-20CA-DC0B40F808CC}"/>
              </a:ext>
            </a:extLst>
          </p:cNvPr>
          <p:cNvCxnSpPr>
            <a:cxnSpLocks/>
          </p:cNvCxnSpPr>
          <p:nvPr userDrawn="1"/>
        </p:nvCxnSpPr>
        <p:spPr>
          <a:xfrm>
            <a:off x="2594811" y="3592286"/>
            <a:ext cx="0" cy="2639442"/>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AD06B4C0-1D24-D1D3-94B8-EEB8EDB17E2A}"/>
              </a:ext>
            </a:extLst>
          </p:cNvPr>
          <p:cNvCxnSpPr>
            <a:cxnSpLocks/>
          </p:cNvCxnSpPr>
          <p:nvPr userDrawn="1"/>
        </p:nvCxnSpPr>
        <p:spPr>
          <a:xfrm>
            <a:off x="4953000" y="2988129"/>
            <a:ext cx="0" cy="3243599"/>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DF4A1D68-319F-E2F3-5CDC-275997BA8C73}"/>
              </a:ext>
            </a:extLst>
          </p:cNvPr>
          <p:cNvCxnSpPr>
            <a:cxnSpLocks/>
          </p:cNvCxnSpPr>
          <p:nvPr userDrawn="1"/>
        </p:nvCxnSpPr>
        <p:spPr>
          <a:xfrm>
            <a:off x="7303169" y="2334986"/>
            <a:ext cx="0" cy="3896742"/>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D644995D-B7AC-F4FF-E5A9-B96461D7C67F}"/>
              </a:ext>
            </a:extLst>
          </p:cNvPr>
          <p:cNvCxnSpPr>
            <a:cxnSpLocks/>
          </p:cNvCxnSpPr>
          <p:nvPr userDrawn="1"/>
        </p:nvCxnSpPr>
        <p:spPr>
          <a:xfrm>
            <a:off x="9637296" y="1747157"/>
            <a:ext cx="0" cy="4484571"/>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401A874-674A-14F7-7D6B-190D010F019C}"/>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5" name="Rounded Rectangle 34">
            <a:extLst>
              <a:ext uri="{FF2B5EF4-FFF2-40B4-BE49-F238E27FC236}">
                <a16:creationId xmlns:a16="http://schemas.microsoft.com/office/drawing/2014/main" id="{EC03EF5F-2012-C2A2-2AA2-164FFD2BB131}"/>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9" name="Graphic 62">
            <a:extLst>
              <a:ext uri="{FF2B5EF4-FFF2-40B4-BE49-F238E27FC236}">
                <a16:creationId xmlns:a16="http://schemas.microsoft.com/office/drawing/2014/main" id="{8275475F-B2CA-AB48-6820-FA940C99B74E}"/>
              </a:ext>
            </a:extLst>
          </p:cNvPr>
          <p:cNvGrpSpPr/>
          <p:nvPr userDrawn="1"/>
        </p:nvGrpSpPr>
        <p:grpSpPr>
          <a:xfrm>
            <a:off x="11389259" y="459884"/>
            <a:ext cx="352694" cy="349203"/>
            <a:chOff x="10767269" y="208371"/>
            <a:chExt cx="182844" cy="181034"/>
          </a:xfrm>
        </p:grpSpPr>
        <p:sp>
          <p:nvSpPr>
            <p:cNvPr id="40" name="Freeform 39">
              <a:extLst>
                <a:ext uri="{FF2B5EF4-FFF2-40B4-BE49-F238E27FC236}">
                  <a16:creationId xmlns:a16="http://schemas.microsoft.com/office/drawing/2014/main" id="{1C7E7DA9-8061-D52B-8D7B-2FC01AEB21C8}"/>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7" name="Freeform 46">
              <a:extLst>
                <a:ext uri="{FF2B5EF4-FFF2-40B4-BE49-F238E27FC236}">
                  <a16:creationId xmlns:a16="http://schemas.microsoft.com/office/drawing/2014/main" id="{09EB92B4-86FF-CA4C-9D58-854BFE011247}"/>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58" name="Freeform 57">
              <a:extLst>
                <a:ext uri="{FF2B5EF4-FFF2-40B4-BE49-F238E27FC236}">
                  <a16:creationId xmlns:a16="http://schemas.microsoft.com/office/drawing/2014/main" id="{DC9F347D-8156-3D9A-5286-FD800839B03B}"/>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59" name="Freeform 58">
              <a:extLst>
                <a:ext uri="{FF2B5EF4-FFF2-40B4-BE49-F238E27FC236}">
                  <a16:creationId xmlns:a16="http://schemas.microsoft.com/office/drawing/2014/main" id="{9C5ECF37-CA95-DA39-8E11-49355B700C33}"/>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60" name="Freeform 59">
              <a:extLst>
                <a:ext uri="{FF2B5EF4-FFF2-40B4-BE49-F238E27FC236}">
                  <a16:creationId xmlns:a16="http://schemas.microsoft.com/office/drawing/2014/main" id="{15E68615-D812-060C-D5CD-CD0F8C62519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50" name="Slide Number Placeholder 5">
            <a:extLst>
              <a:ext uri="{FF2B5EF4-FFF2-40B4-BE49-F238E27FC236}">
                <a16:creationId xmlns:a16="http://schemas.microsoft.com/office/drawing/2014/main" id="{1073A487-4BDF-16F6-96E2-EDC95367DBCF}"/>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7968123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ascading List + Icons 2">
    <p:spTree>
      <p:nvGrpSpPr>
        <p:cNvPr id="1" name=""/>
        <p:cNvGrpSpPr/>
        <p:nvPr/>
      </p:nvGrpSpPr>
      <p:grpSpPr>
        <a:xfrm>
          <a:off x="0" y="0"/>
          <a:ext cx="0" cy="0"/>
          <a:chOff x="0" y="0"/>
          <a:chExt cx="0" cy="0"/>
        </a:xfrm>
      </p:grpSpPr>
      <p:sp>
        <p:nvSpPr>
          <p:cNvPr id="12" name="Right Triangle 11">
            <a:extLst>
              <a:ext uri="{FF2B5EF4-FFF2-40B4-BE49-F238E27FC236}">
                <a16:creationId xmlns:a16="http://schemas.microsoft.com/office/drawing/2014/main" id="{F266E12F-941C-FDD2-973A-E47A28ECB253}"/>
              </a:ext>
            </a:extLst>
          </p:cNvPr>
          <p:cNvSpPr/>
          <p:nvPr userDrawn="1"/>
        </p:nvSpPr>
        <p:spPr>
          <a:xfrm flipV="1">
            <a:off x="0" y="0"/>
            <a:ext cx="8223956" cy="6324600"/>
          </a:xfrm>
          <a:prstGeom prst="rtTriangle">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2"/>
            <a:ext cx="4196997" cy="695608"/>
          </a:xfrm>
        </p:spPr>
        <p:txBody>
          <a:bodyPr/>
          <a:lstStyle/>
          <a:p>
            <a:r>
              <a:rPr lang="en-US"/>
              <a:t>Click To Edit Master Title Style</a:t>
            </a:r>
            <a:endParaRPr lang="en-GB"/>
          </a:p>
        </p:txBody>
      </p:sp>
      <p:sp>
        <p:nvSpPr>
          <p:cNvPr id="48" name="Text Placeholder 47">
            <a:extLst>
              <a:ext uri="{FF2B5EF4-FFF2-40B4-BE49-F238E27FC236}">
                <a16:creationId xmlns:a16="http://schemas.microsoft.com/office/drawing/2014/main" id="{FFCCB661-53E0-5448-AF21-F8198A7FB0F6}"/>
              </a:ext>
            </a:extLst>
          </p:cNvPr>
          <p:cNvSpPr>
            <a:spLocks noGrp="1"/>
          </p:cNvSpPr>
          <p:nvPr>
            <p:ph type="body" sz="quarter" idx="22" hasCustomPrompt="1"/>
          </p:nvPr>
        </p:nvSpPr>
        <p:spPr>
          <a:xfrm>
            <a:off x="1612803" y="5764046"/>
            <a:ext cx="10105064" cy="36576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7" name="Text Placeholder 47">
            <a:extLst>
              <a:ext uri="{FF2B5EF4-FFF2-40B4-BE49-F238E27FC236}">
                <a16:creationId xmlns:a16="http://schemas.microsoft.com/office/drawing/2014/main" id="{19400723-BC54-8349-8A95-23946DB2C51A}"/>
              </a:ext>
            </a:extLst>
          </p:cNvPr>
          <p:cNvSpPr>
            <a:spLocks noGrp="1"/>
          </p:cNvSpPr>
          <p:nvPr>
            <p:ph type="body" sz="quarter" idx="25" hasCustomPrompt="1"/>
          </p:nvPr>
        </p:nvSpPr>
        <p:spPr>
          <a:xfrm>
            <a:off x="1612802" y="5522024"/>
            <a:ext cx="10104120" cy="182880"/>
          </a:xfrm>
        </p:spPr>
        <p:txBody>
          <a:bodyPr/>
          <a:lstStyle>
            <a:lvl1pPr marL="0" indent="0">
              <a:lnSpc>
                <a:spcPts val="1600"/>
              </a:lnSpc>
              <a:buNone/>
              <a:defRPr sz="1600" b="0" i="0">
                <a:solidFill>
                  <a:schemeClr val="accent5"/>
                </a:solidFill>
                <a:latin typeface="Franklin Gothic Medium" panose="020B0603020102020204" pitchFamily="34" charset="0"/>
              </a:defRPr>
            </a:lvl1pPr>
            <a:lvl2pPr marL="239712" indent="0">
              <a:buNone/>
              <a:defRPr sz="1200"/>
            </a:lvl2pPr>
          </a:lstStyle>
          <a:p>
            <a:pPr lvl="0"/>
            <a:r>
              <a:rPr lang="en-US"/>
              <a:t>Title Here</a:t>
            </a:r>
          </a:p>
        </p:txBody>
      </p:sp>
      <p:grpSp>
        <p:nvGrpSpPr>
          <p:cNvPr id="25" name="Graphic 62" hidden="1">
            <a:extLst>
              <a:ext uri="{FF2B5EF4-FFF2-40B4-BE49-F238E27FC236}">
                <a16:creationId xmlns:a16="http://schemas.microsoft.com/office/drawing/2014/main" id="{37E8EFD6-93AF-7C40-8F83-1CC6A17CF023}"/>
              </a:ext>
            </a:extLst>
          </p:cNvPr>
          <p:cNvGrpSpPr/>
          <p:nvPr userDrawn="1"/>
        </p:nvGrpSpPr>
        <p:grpSpPr>
          <a:xfrm>
            <a:off x="11389259" y="6063628"/>
            <a:ext cx="352694" cy="349203"/>
            <a:chOff x="10767269" y="208371"/>
            <a:chExt cx="182844" cy="181034"/>
          </a:xfrm>
        </p:grpSpPr>
        <p:sp>
          <p:nvSpPr>
            <p:cNvPr id="26" name="Freeform 25">
              <a:extLst>
                <a:ext uri="{FF2B5EF4-FFF2-40B4-BE49-F238E27FC236}">
                  <a16:creationId xmlns:a16="http://schemas.microsoft.com/office/drawing/2014/main" id="{4F651056-D366-E545-9DE0-774E7A8D6A3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AD7B71D8-BB1F-F844-9402-FE9AF1EF66C9}"/>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30EBE199-BDA1-6A49-914A-B62A8829C8A3}"/>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54E1BC0B-11CF-C343-B4DA-25D4DECBE1A9}"/>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2" name="Freeform 31">
              <a:extLst>
                <a:ext uri="{FF2B5EF4-FFF2-40B4-BE49-F238E27FC236}">
                  <a16:creationId xmlns:a16="http://schemas.microsoft.com/office/drawing/2014/main" id="{C065C08D-2708-B64D-8AD3-C0ADC2A2307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80" name="Text Placeholder 47">
            <a:extLst>
              <a:ext uri="{FF2B5EF4-FFF2-40B4-BE49-F238E27FC236}">
                <a16:creationId xmlns:a16="http://schemas.microsoft.com/office/drawing/2014/main" id="{769CF6C3-F090-E7F1-BB56-4531E57B70BE}"/>
              </a:ext>
            </a:extLst>
          </p:cNvPr>
          <p:cNvSpPr>
            <a:spLocks noGrp="1"/>
          </p:cNvSpPr>
          <p:nvPr>
            <p:ph type="body" sz="quarter" idx="26" hasCustomPrompt="1"/>
          </p:nvPr>
        </p:nvSpPr>
        <p:spPr>
          <a:xfrm>
            <a:off x="3008257" y="4748048"/>
            <a:ext cx="8709609" cy="36576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81" name="Text Placeholder 47">
            <a:extLst>
              <a:ext uri="{FF2B5EF4-FFF2-40B4-BE49-F238E27FC236}">
                <a16:creationId xmlns:a16="http://schemas.microsoft.com/office/drawing/2014/main" id="{D99C8652-1EA0-C7E1-2AAC-6D6BDB302D03}"/>
              </a:ext>
            </a:extLst>
          </p:cNvPr>
          <p:cNvSpPr>
            <a:spLocks noGrp="1"/>
          </p:cNvSpPr>
          <p:nvPr>
            <p:ph type="body" sz="quarter" idx="27" hasCustomPrompt="1"/>
          </p:nvPr>
        </p:nvSpPr>
        <p:spPr>
          <a:xfrm>
            <a:off x="3008258" y="4506026"/>
            <a:ext cx="8705088" cy="182880"/>
          </a:xfrm>
        </p:spPr>
        <p:txBody>
          <a:bodyPr/>
          <a:lstStyle>
            <a:lvl1pPr marL="0" indent="0">
              <a:lnSpc>
                <a:spcPts val="1600"/>
              </a:lnSpc>
              <a:buNone/>
              <a:defRPr sz="1600" b="0" i="0">
                <a:solidFill>
                  <a:schemeClr val="accent5"/>
                </a:solidFill>
                <a:latin typeface="Franklin Gothic Medium" panose="020B0603020102020204" pitchFamily="34" charset="0"/>
              </a:defRPr>
            </a:lvl1pPr>
            <a:lvl2pPr marL="239712" indent="0">
              <a:buNone/>
              <a:defRPr sz="1200"/>
            </a:lvl2pPr>
          </a:lstStyle>
          <a:p>
            <a:pPr lvl="0"/>
            <a:r>
              <a:rPr lang="en-US"/>
              <a:t>Title Here</a:t>
            </a:r>
          </a:p>
        </p:txBody>
      </p:sp>
      <p:sp>
        <p:nvSpPr>
          <p:cNvPr id="83" name="Text Placeholder 47">
            <a:extLst>
              <a:ext uri="{FF2B5EF4-FFF2-40B4-BE49-F238E27FC236}">
                <a16:creationId xmlns:a16="http://schemas.microsoft.com/office/drawing/2014/main" id="{8EF1F521-2C1F-660B-1B66-26361DD0EAD3}"/>
              </a:ext>
            </a:extLst>
          </p:cNvPr>
          <p:cNvSpPr>
            <a:spLocks noGrp="1"/>
          </p:cNvSpPr>
          <p:nvPr>
            <p:ph type="body" sz="quarter" idx="28" hasCustomPrompt="1"/>
          </p:nvPr>
        </p:nvSpPr>
        <p:spPr>
          <a:xfrm>
            <a:off x="4394569" y="3754631"/>
            <a:ext cx="7333488" cy="36576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84" name="Text Placeholder 47">
            <a:extLst>
              <a:ext uri="{FF2B5EF4-FFF2-40B4-BE49-F238E27FC236}">
                <a16:creationId xmlns:a16="http://schemas.microsoft.com/office/drawing/2014/main" id="{DB26188A-25C6-B60E-C2B7-9E66A70F33A1}"/>
              </a:ext>
            </a:extLst>
          </p:cNvPr>
          <p:cNvSpPr>
            <a:spLocks noGrp="1"/>
          </p:cNvSpPr>
          <p:nvPr>
            <p:ph type="body" sz="quarter" idx="29" hasCustomPrompt="1"/>
          </p:nvPr>
        </p:nvSpPr>
        <p:spPr>
          <a:xfrm>
            <a:off x="4394569" y="3512609"/>
            <a:ext cx="7333488" cy="182880"/>
          </a:xfrm>
        </p:spPr>
        <p:txBody>
          <a:bodyPr/>
          <a:lstStyle>
            <a:lvl1pPr marL="0" indent="0">
              <a:lnSpc>
                <a:spcPts val="1600"/>
              </a:lnSpc>
              <a:buNone/>
              <a:defRPr sz="1600" b="0" i="0">
                <a:solidFill>
                  <a:schemeClr val="accent5"/>
                </a:solidFill>
                <a:latin typeface="Franklin Gothic Medium" panose="020B0603020102020204" pitchFamily="34" charset="0"/>
              </a:defRPr>
            </a:lvl1pPr>
            <a:lvl2pPr marL="239712" indent="0">
              <a:buNone/>
              <a:defRPr sz="1200"/>
            </a:lvl2pPr>
          </a:lstStyle>
          <a:p>
            <a:pPr lvl="0"/>
            <a:r>
              <a:rPr lang="en-US"/>
              <a:t>Title Here</a:t>
            </a:r>
          </a:p>
        </p:txBody>
      </p:sp>
      <p:sp>
        <p:nvSpPr>
          <p:cNvPr id="86" name="Text Placeholder 47">
            <a:extLst>
              <a:ext uri="{FF2B5EF4-FFF2-40B4-BE49-F238E27FC236}">
                <a16:creationId xmlns:a16="http://schemas.microsoft.com/office/drawing/2014/main" id="{A8BD44EB-4746-14D0-03DB-B7FB64BE3F29}"/>
              </a:ext>
            </a:extLst>
          </p:cNvPr>
          <p:cNvSpPr>
            <a:spLocks noGrp="1"/>
          </p:cNvSpPr>
          <p:nvPr>
            <p:ph type="body" sz="quarter" idx="30" hasCustomPrompt="1"/>
          </p:nvPr>
        </p:nvSpPr>
        <p:spPr>
          <a:xfrm>
            <a:off x="5780880" y="2749919"/>
            <a:ext cx="5959564" cy="36576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87" name="Text Placeholder 47">
            <a:extLst>
              <a:ext uri="{FF2B5EF4-FFF2-40B4-BE49-F238E27FC236}">
                <a16:creationId xmlns:a16="http://schemas.microsoft.com/office/drawing/2014/main" id="{A46F8B32-2734-A492-7730-1BFAD6C1A939}"/>
              </a:ext>
            </a:extLst>
          </p:cNvPr>
          <p:cNvSpPr>
            <a:spLocks noGrp="1"/>
          </p:cNvSpPr>
          <p:nvPr>
            <p:ph type="body" sz="quarter" idx="31" hasCustomPrompt="1"/>
          </p:nvPr>
        </p:nvSpPr>
        <p:spPr>
          <a:xfrm>
            <a:off x="5780879" y="2507897"/>
            <a:ext cx="5970853" cy="201436"/>
          </a:xfrm>
        </p:spPr>
        <p:txBody>
          <a:bodyPr/>
          <a:lstStyle>
            <a:lvl1pPr marL="0" indent="0">
              <a:lnSpc>
                <a:spcPts val="1600"/>
              </a:lnSpc>
              <a:buNone/>
              <a:defRPr sz="1600" b="0" i="0">
                <a:solidFill>
                  <a:schemeClr val="accent5"/>
                </a:solidFill>
                <a:latin typeface="Franklin Gothic Medium" panose="020B0603020102020204" pitchFamily="34" charset="0"/>
              </a:defRPr>
            </a:lvl1pPr>
            <a:lvl2pPr marL="239712" indent="0">
              <a:buNone/>
              <a:defRPr sz="1200"/>
            </a:lvl2pPr>
          </a:lstStyle>
          <a:p>
            <a:pPr lvl="0"/>
            <a:r>
              <a:rPr lang="en-US"/>
              <a:t>Title Here</a:t>
            </a:r>
          </a:p>
        </p:txBody>
      </p:sp>
      <p:sp>
        <p:nvSpPr>
          <p:cNvPr id="89" name="Text Placeholder 47">
            <a:extLst>
              <a:ext uri="{FF2B5EF4-FFF2-40B4-BE49-F238E27FC236}">
                <a16:creationId xmlns:a16="http://schemas.microsoft.com/office/drawing/2014/main" id="{C2A6A512-7A61-D1B1-EFEF-EF532A9B7B65}"/>
              </a:ext>
            </a:extLst>
          </p:cNvPr>
          <p:cNvSpPr>
            <a:spLocks noGrp="1"/>
          </p:cNvSpPr>
          <p:nvPr>
            <p:ph type="body" sz="quarter" idx="32" hasCustomPrompt="1"/>
          </p:nvPr>
        </p:nvSpPr>
        <p:spPr>
          <a:xfrm>
            <a:off x="7167191" y="1722631"/>
            <a:ext cx="4629698" cy="36576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90" name="Text Placeholder 47">
            <a:extLst>
              <a:ext uri="{FF2B5EF4-FFF2-40B4-BE49-F238E27FC236}">
                <a16:creationId xmlns:a16="http://schemas.microsoft.com/office/drawing/2014/main" id="{C982340C-E7AA-21AE-9202-6AA0148335D9}"/>
              </a:ext>
            </a:extLst>
          </p:cNvPr>
          <p:cNvSpPr>
            <a:spLocks noGrp="1"/>
          </p:cNvSpPr>
          <p:nvPr>
            <p:ph type="body" sz="quarter" idx="33" hasCustomPrompt="1"/>
          </p:nvPr>
        </p:nvSpPr>
        <p:spPr>
          <a:xfrm>
            <a:off x="7167191" y="1480609"/>
            <a:ext cx="4622351" cy="182880"/>
          </a:xfrm>
        </p:spPr>
        <p:txBody>
          <a:bodyPr/>
          <a:lstStyle>
            <a:lvl1pPr marL="0" indent="0">
              <a:lnSpc>
                <a:spcPts val="1600"/>
              </a:lnSpc>
              <a:buNone/>
              <a:defRPr sz="1600" b="0" i="0">
                <a:solidFill>
                  <a:schemeClr val="accent5"/>
                </a:solidFill>
                <a:latin typeface="Franklin Gothic Medium" panose="020B0603020102020204" pitchFamily="34" charset="0"/>
              </a:defRPr>
            </a:lvl1pPr>
            <a:lvl2pPr marL="239712" indent="0">
              <a:buNone/>
              <a:defRPr sz="1200"/>
            </a:lvl2pPr>
          </a:lstStyle>
          <a:p>
            <a:pPr lvl="0"/>
            <a:r>
              <a:rPr lang="en-US"/>
              <a:t>Title Here</a:t>
            </a:r>
          </a:p>
        </p:txBody>
      </p:sp>
      <p:cxnSp>
        <p:nvCxnSpPr>
          <p:cNvPr id="41" name="Straight Connector 40">
            <a:extLst>
              <a:ext uri="{FF2B5EF4-FFF2-40B4-BE49-F238E27FC236}">
                <a16:creationId xmlns:a16="http://schemas.microsoft.com/office/drawing/2014/main" id="{F61C5F15-8030-5EAA-BE60-148BD594586C}"/>
              </a:ext>
            </a:extLst>
          </p:cNvPr>
          <p:cNvCxnSpPr>
            <a:cxnSpLocks/>
          </p:cNvCxnSpPr>
          <p:nvPr userDrawn="1"/>
        </p:nvCxnSpPr>
        <p:spPr>
          <a:xfrm>
            <a:off x="1049867" y="5396092"/>
            <a:ext cx="10715288"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DEFF11D-A20A-A582-A472-2F68FA33E9B3}"/>
              </a:ext>
            </a:extLst>
          </p:cNvPr>
          <p:cNvCxnSpPr>
            <a:cxnSpLocks/>
          </p:cNvCxnSpPr>
          <p:nvPr userDrawn="1"/>
        </p:nvCxnSpPr>
        <p:spPr>
          <a:xfrm>
            <a:off x="2449689" y="4385738"/>
            <a:ext cx="9315466"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42F6B07A-AA26-2FEE-8AC1-CBF89E195CB2}"/>
              </a:ext>
            </a:extLst>
          </p:cNvPr>
          <p:cNvCxnSpPr>
            <a:cxnSpLocks/>
          </p:cNvCxnSpPr>
          <p:nvPr userDrawn="1"/>
        </p:nvCxnSpPr>
        <p:spPr>
          <a:xfrm>
            <a:off x="3804356" y="3386673"/>
            <a:ext cx="7960799"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3AC1A8FB-7CF7-B6FB-964B-159C142C907A}"/>
              </a:ext>
            </a:extLst>
          </p:cNvPr>
          <p:cNvCxnSpPr>
            <a:cxnSpLocks/>
          </p:cNvCxnSpPr>
          <p:nvPr userDrawn="1"/>
        </p:nvCxnSpPr>
        <p:spPr>
          <a:xfrm>
            <a:off x="5238044" y="2376319"/>
            <a:ext cx="6527111"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F7954AD-0483-8853-D09F-68809CC42EA8}"/>
              </a:ext>
            </a:extLst>
          </p:cNvPr>
          <p:cNvCxnSpPr>
            <a:cxnSpLocks/>
          </p:cNvCxnSpPr>
          <p:nvPr userDrawn="1"/>
        </p:nvCxnSpPr>
        <p:spPr>
          <a:xfrm>
            <a:off x="6004435" y="1354676"/>
            <a:ext cx="5760720"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sp>
        <p:nvSpPr>
          <p:cNvPr id="56" name="Rounded Rectangle 55">
            <a:extLst>
              <a:ext uri="{FF2B5EF4-FFF2-40B4-BE49-F238E27FC236}">
                <a16:creationId xmlns:a16="http://schemas.microsoft.com/office/drawing/2014/main" id="{40B86BF7-21DA-A00C-8DFE-20E092EEF8DE}"/>
              </a:ext>
            </a:extLst>
          </p:cNvPr>
          <p:cNvSpPr/>
          <p:nvPr userDrawn="1"/>
        </p:nvSpPr>
        <p:spPr>
          <a:xfrm>
            <a:off x="425969" y="4911106"/>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Rounded Rectangle 57">
            <a:extLst>
              <a:ext uri="{FF2B5EF4-FFF2-40B4-BE49-F238E27FC236}">
                <a16:creationId xmlns:a16="http://schemas.microsoft.com/office/drawing/2014/main" id="{1F94612E-7815-9CE1-69AB-E8197FAD8D89}"/>
              </a:ext>
            </a:extLst>
          </p:cNvPr>
          <p:cNvSpPr/>
          <p:nvPr userDrawn="1"/>
        </p:nvSpPr>
        <p:spPr>
          <a:xfrm>
            <a:off x="1828800" y="3905958"/>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Rounded Rectangle 58">
            <a:extLst>
              <a:ext uri="{FF2B5EF4-FFF2-40B4-BE49-F238E27FC236}">
                <a16:creationId xmlns:a16="http://schemas.microsoft.com/office/drawing/2014/main" id="{5BA14176-81DA-CF7F-EE3A-0FD20879789B}"/>
              </a:ext>
            </a:extLst>
          </p:cNvPr>
          <p:cNvSpPr/>
          <p:nvPr userDrawn="1"/>
        </p:nvSpPr>
        <p:spPr>
          <a:xfrm>
            <a:off x="3200400" y="2904070"/>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Rounded Rectangle 59">
            <a:extLst>
              <a:ext uri="{FF2B5EF4-FFF2-40B4-BE49-F238E27FC236}">
                <a16:creationId xmlns:a16="http://schemas.microsoft.com/office/drawing/2014/main" id="{9FB7E5B1-F674-9126-BC14-E0E71CABAD4F}"/>
              </a:ext>
            </a:extLst>
          </p:cNvPr>
          <p:cNvSpPr/>
          <p:nvPr userDrawn="1"/>
        </p:nvSpPr>
        <p:spPr>
          <a:xfrm>
            <a:off x="4648200" y="1902180"/>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Rounded Rectangle 60">
            <a:extLst>
              <a:ext uri="{FF2B5EF4-FFF2-40B4-BE49-F238E27FC236}">
                <a16:creationId xmlns:a16="http://schemas.microsoft.com/office/drawing/2014/main" id="{F33B4E51-650F-6FEE-E66D-0034CC43E1F8}"/>
              </a:ext>
            </a:extLst>
          </p:cNvPr>
          <p:cNvSpPr/>
          <p:nvPr userDrawn="1"/>
        </p:nvSpPr>
        <p:spPr>
          <a:xfrm>
            <a:off x="5943600" y="869247"/>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6" name="Straight Connector 35">
            <a:extLst>
              <a:ext uri="{FF2B5EF4-FFF2-40B4-BE49-F238E27FC236}">
                <a16:creationId xmlns:a16="http://schemas.microsoft.com/office/drawing/2014/main" id="{28A85FF6-6165-BB42-C81F-54B549E463AB}"/>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8" name="Rounded Rectangle 37">
            <a:extLst>
              <a:ext uri="{FF2B5EF4-FFF2-40B4-BE49-F238E27FC236}">
                <a16:creationId xmlns:a16="http://schemas.microsoft.com/office/drawing/2014/main" id="{5EE108E3-9322-00E3-E53B-C9BD9F64CDCF}"/>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9" name="Graphic 62">
            <a:extLst>
              <a:ext uri="{FF2B5EF4-FFF2-40B4-BE49-F238E27FC236}">
                <a16:creationId xmlns:a16="http://schemas.microsoft.com/office/drawing/2014/main" id="{A3121F31-6E06-6153-62BE-A33B2140D76E}"/>
              </a:ext>
            </a:extLst>
          </p:cNvPr>
          <p:cNvGrpSpPr/>
          <p:nvPr userDrawn="1"/>
        </p:nvGrpSpPr>
        <p:grpSpPr>
          <a:xfrm>
            <a:off x="11389259" y="459884"/>
            <a:ext cx="352694" cy="349203"/>
            <a:chOff x="10767269" y="208371"/>
            <a:chExt cx="182844" cy="181034"/>
          </a:xfrm>
        </p:grpSpPr>
        <p:sp>
          <p:nvSpPr>
            <p:cNvPr id="46" name="Freeform 45">
              <a:extLst>
                <a:ext uri="{FF2B5EF4-FFF2-40B4-BE49-F238E27FC236}">
                  <a16:creationId xmlns:a16="http://schemas.microsoft.com/office/drawing/2014/main" id="{FCF87850-B53C-F217-5533-C06EA486DA10}"/>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7" name="Freeform 46">
              <a:extLst>
                <a:ext uri="{FF2B5EF4-FFF2-40B4-BE49-F238E27FC236}">
                  <a16:creationId xmlns:a16="http://schemas.microsoft.com/office/drawing/2014/main" id="{2833A422-385A-532B-31F7-D1DB9B28EBEE}"/>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51" name="Freeform 50">
              <a:extLst>
                <a:ext uri="{FF2B5EF4-FFF2-40B4-BE49-F238E27FC236}">
                  <a16:creationId xmlns:a16="http://schemas.microsoft.com/office/drawing/2014/main" id="{66E8EEC2-7369-D14B-C18A-BE4098601263}"/>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52" name="Freeform 51">
              <a:extLst>
                <a:ext uri="{FF2B5EF4-FFF2-40B4-BE49-F238E27FC236}">
                  <a16:creationId xmlns:a16="http://schemas.microsoft.com/office/drawing/2014/main" id="{57B5A773-F39F-A419-F925-453D319E60A4}"/>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62" name="Freeform 61">
              <a:extLst>
                <a:ext uri="{FF2B5EF4-FFF2-40B4-BE49-F238E27FC236}">
                  <a16:creationId xmlns:a16="http://schemas.microsoft.com/office/drawing/2014/main" id="{B567FF41-24F8-48BE-A57E-15CB948FFCCD}"/>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50" name="Slide Number Placeholder 5">
            <a:extLst>
              <a:ext uri="{FF2B5EF4-FFF2-40B4-BE49-F238E27FC236}">
                <a16:creationId xmlns:a16="http://schemas.microsoft.com/office/drawing/2014/main" id="{5725C0FF-965B-807C-B5A8-099402C0EF2C}"/>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37337096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Subtitle_White">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FC9932B5-3C00-02B2-7400-890A0D4A3D40}"/>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D42DEBBC-106B-AD4C-B838-42D7F7EB23BC}"/>
              </a:ext>
            </a:extLst>
          </p:cNvPr>
          <p:cNvSpPr>
            <a:spLocks noGrp="1"/>
          </p:cNvSpPr>
          <p:nvPr>
            <p:ph type="title" hasCustomPrompt="1"/>
          </p:nvPr>
        </p:nvSpPr>
        <p:spPr>
          <a:xfrm>
            <a:off x="450047" y="447392"/>
            <a:ext cx="5504688" cy="694944"/>
          </a:xfrm>
        </p:spPr>
        <p:txBody>
          <a:bodyPr/>
          <a:lstStyle/>
          <a:p>
            <a:r>
              <a:rPr lang="en-US"/>
              <a:t>Click To Edit Master Title Style</a:t>
            </a:r>
            <a:endParaRPr lang="en-GB"/>
          </a:p>
        </p:txBody>
      </p:sp>
      <p:sp>
        <p:nvSpPr>
          <p:cNvPr id="15" name="Subtitle 2">
            <a:extLst>
              <a:ext uri="{FF2B5EF4-FFF2-40B4-BE49-F238E27FC236}">
                <a16:creationId xmlns:a16="http://schemas.microsoft.com/office/drawing/2014/main" id="{789C878C-1518-8883-F48E-04532A69AF99}"/>
              </a:ext>
            </a:extLst>
          </p:cNvPr>
          <p:cNvSpPr>
            <a:spLocks noGrp="1"/>
          </p:cNvSpPr>
          <p:nvPr>
            <p:ph type="subTitle" idx="1" hasCustomPrompt="1"/>
          </p:nvPr>
        </p:nvSpPr>
        <p:spPr>
          <a:xfrm>
            <a:off x="454025" y="1155700"/>
            <a:ext cx="550468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cxnSp>
        <p:nvCxnSpPr>
          <p:cNvPr id="13" name="Straight Connector 12">
            <a:extLst>
              <a:ext uri="{FF2B5EF4-FFF2-40B4-BE49-F238E27FC236}">
                <a16:creationId xmlns:a16="http://schemas.microsoft.com/office/drawing/2014/main" id="{33289A75-BBAF-6E4A-44BA-1DD8ED4C6ACA}"/>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14" name="Rounded Rectangle 13">
            <a:extLst>
              <a:ext uri="{FF2B5EF4-FFF2-40B4-BE49-F238E27FC236}">
                <a16:creationId xmlns:a16="http://schemas.microsoft.com/office/drawing/2014/main" id="{01011BFD-AF33-FED0-984E-E5EEE89FADE6}"/>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Slide Number Placeholder 5">
            <a:extLst>
              <a:ext uri="{FF2B5EF4-FFF2-40B4-BE49-F238E27FC236}">
                <a16:creationId xmlns:a16="http://schemas.microsoft.com/office/drawing/2014/main" id="{FFFB7602-A045-137F-9CA3-5D7408EAEAC9}"/>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31418192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_Content_White">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8699"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026D8BD6-9828-7A47-883D-E86FAC90F0F6}"/>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EF8D6C47-4F24-294F-AD4E-49AE68CE9D0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5ED918B2-DF70-E64E-BC9E-7B9A74283A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E0EC8DBC-201D-B44A-8F91-EFA72C61D247}"/>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FFB5CA89-8729-3D4A-B8E9-12B9E4D915E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39915B2B-2D62-0A48-B633-5C7346FB029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9" name="Subtitle 2">
            <a:extLst>
              <a:ext uri="{FF2B5EF4-FFF2-40B4-BE49-F238E27FC236}">
                <a16:creationId xmlns:a16="http://schemas.microsoft.com/office/drawing/2014/main" id="{BDB3D6A1-5F7E-6C84-BBC1-9194E3389BC9}"/>
              </a:ext>
            </a:extLst>
          </p:cNvPr>
          <p:cNvSpPr>
            <a:spLocks noGrp="1"/>
          </p:cNvSpPr>
          <p:nvPr>
            <p:ph type="subTitle" idx="1" hasCustomPrompt="1"/>
          </p:nvPr>
        </p:nvSpPr>
        <p:spPr>
          <a:xfrm>
            <a:off x="454025" y="1155700"/>
            <a:ext cx="646480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32" name="Content Placeholder 2">
            <a:extLst>
              <a:ext uri="{FF2B5EF4-FFF2-40B4-BE49-F238E27FC236}">
                <a16:creationId xmlns:a16="http://schemas.microsoft.com/office/drawing/2014/main" id="{58ECA327-9F43-8183-B20F-1EB0D55D23CA}"/>
              </a:ext>
            </a:extLst>
          </p:cNvPr>
          <p:cNvSpPr>
            <a:spLocks noGrp="1"/>
          </p:cNvSpPr>
          <p:nvPr>
            <p:ph sz="quarter" idx="15"/>
          </p:nvPr>
        </p:nvSpPr>
        <p:spPr>
          <a:xfrm>
            <a:off x="454025" y="2011680"/>
            <a:ext cx="646480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309BF6F9-E114-6C42-23BD-D7F4A6598B22}"/>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F29D045D-42D1-7753-B600-2A9E8AA8BA80}"/>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Slide Number Placeholder 5">
            <a:extLst>
              <a:ext uri="{FF2B5EF4-FFF2-40B4-BE49-F238E27FC236}">
                <a16:creationId xmlns:a16="http://schemas.microsoft.com/office/drawing/2014/main" id="{ED87E951-EA79-CBCB-C78C-12AA83A579C4}"/>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38226538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Subtitle_Whit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2DEBBC-106B-AD4C-B838-42D7F7EB23BC}"/>
              </a:ext>
            </a:extLst>
          </p:cNvPr>
          <p:cNvSpPr>
            <a:spLocks noGrp="1"/>
          </p:cNvSpPr>
          <p:nvPr>
            <p:ph type="title" hasCustomPrompt="1"/>
          </p:nvPr>
        </p:nvSpPr>
        <p:spPr>
          <a:xfrm>
            <a:off x="450047" y="447392"/>
            <a:ext cx="5504688" cy="694944"/>
          </a:xfrm>
        </p:spPr>
        <p:txBody>
          <a:bodyPr/>
          <a:lstStyle/>
          <a:p>
            <a:r>
              <a:rPr lang="en-US"/>
              <a:t>Click To Edit Master Title Style</a:t>
            </a:r>
            <a:endParaRPr lang="en-GB"/>
          </a:p>
        </p:txBody>
      </p:sp>
      <p:sp>
        <p:nvSpPr>
          <p:cNvPr id="15" name="Subtitle 2">
            <a:extLst>
              <a:ext uri="{FF2B5EF4-FFF2-40B4-BE49-F238E27FC236}">
                <a16:creationId xmlns:a16="http://schemas.microsoft.com/office/drawing/2014/main" id="{789C878C-1518-8883-F48E-04532A69AF99}"/>
              </a:ext>
            </a:extLst>
          </p:cNvPr>
          <p:cNvSpPr>
            <a:spLocks noGrp="1"/>
          </p:cNvSpPr>
          <p:nvPr>
            <p:ph type="subTitle" idx="1" hasCustomPrompt="1"/>
          </p:nvPr>
        </p:nvSpPr>
        <p:spPr>
          <a:xfrm>
            <a:off x="454025" y="1155700"/>
            <a:ext cx="550468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cxnSp>
        <p:nvCxnSpPr>
          <p:cNvPr id="13" name="Straight Connector 12">
            <a:extLst>
              <a:ext uri="{FF2B5EF4-FFF2-40B4-BE49-F238E27FC236}">
                <a16:creationId xmlns:a16="http://schemas.microsoft.com/office/drawing/2014/main" id="{33289A75-BBAF-6E4A-44BA-1DD8ED4C6ACA}"/>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14" name="Rounded Rectangle 13">
            <a:extLst>
              <a:ext uri="{FF2B5EF4-FFF2-40B4-BE49-F238E27FC236}">
                <a16:creationId xmlns:a16="http://schemas.microsoft.com/office/drawing/2014/main" id="{01011BFD-AF33-FED0-984E-E5EEE89FADE6}"/>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3" name="Graphic 62">
            <a:extLst>
              <a:ext uri="{FF2B5EF4-FFF2-40B4-BE49-F238E27FC236}">
                <a16:creationId xmlns:a16="http://schemas.microsoft.com/office/drawing/2014/main" id="{B27CE7BE-3A2C-245D-D1B5-CF64360AA86C}"/>
              </a:ext>
            </a:extLst>
          </p:cNvPr>
          <p:cNvGrpSpPr/>
          <p:nvPr userDrawn="1"/>
        </p:nvGrpSpPr>
        <p:grpSpPr>
          <a:xfrm>
            <a:off x="11389259" y="459884"/>
            <a:ext cx="352694" cy="349203"/>
            <a:chOff x="10767269" y="208371"/>
            <a:chExt cx="182844" cy="181034"/>
          </a:xfrm>
        </p:grpSpPr>
        <p:sp>
          <p:nvSpPr>
            <p:cNvPr id="24" name="Freeform 23">
              <a:extLst>
                <a:ext uri="{FF2B5EF4-FFF2-40B4-BE49-F238E27FC236}">
                  <a16:creationId xmlns:a16="http://schemas.microsoft.com/office/drawing/2014/main" id="{32366F23-734C-6B4C-85AC-8C6305DBB1BE}"/>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5" name="Freeform 24">
              <a:extLst>
                <a:ext uri="{FF2B5EF4-FFF2-40B4-BE49-F238E27FC236}">
                  <a16:creationId xmlns:a16="http://schemas.microsoft.com/office/drawing/2014/main" id="{F4E9BFA3-41B4-2CB4-8ADB-460C1B0708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9E047BF-1772-D2D9-D504-BF14C9C0E269}"/>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E41E6199-BFE4-DDD6-546A-19F6D98E52D8}"/>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8" name="Freeform 27">
              <a:extLst>
                <a:ext uri="{FF2B5EF4-FFF2-40B4-BE49-F238E27FC236}">
                  <a16:creationId xmlns:a16="http://schemas.microsoft.com/office/drawing/2014/main" id="{11D140D0-C708-B6BB-ADD0-E5349FBD5EED}"/>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18" name="Slide Number Placeholder 5">
            <a:extLst>
              <a:ext uri="{FF2B5EF4-FFF2-40B4-BE49-F238E27FC236}">
                <a16:creationId xmlns:a16="http://schemas.microsoft.com/office/drawing/2014/main" id="{FFFB7602-A045-137F-9CA3-5D7408EAEAC9}"/>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31418192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Title+Subtitle_Grey">
    <p:bg>
      <p:bgPr>
        <a:solidFill>
          <a:schemeClr val="bg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2DEBBC-106B-AD4C-B838-42D7F7EB23BC}"/>
              </a:ext>
            </a:extLst>
          </p:cNvPr>
          <p:cNvSpPr>
            <a:spLocks noGrp="1"/>
          </p:cNvSpPr>
          <p:nvPr>
            <p:ph type="title" hasCustomPrompt="1"/>
          </p:nvPr>
        </p:nvSpPr>
        <p:spPr>
          <a:xfrm>
            <a:off x="450047" y="447392"/>
            <a:ext cx="5504688" cy="694944"/>
          </a:xfrm>
        </p:spPr>
        <p:txBody>
          <a:bodyPr/>
          <a:lstStyle/>
          <a:p>
            <a:r>
              <a:rPr lang="en-US"/>
              <a:t>Click To Edit Master Title Style</a:t>
            </a:r>
            <a:endParaRPr lang="en-GB"/>
          </a:p>
        </p:txBody>
      </p:sp>
      <p:sp>
        <p:nvSpPr>
          <p:cNvPr id="15" name="Subtitle 2">
            <a:extLst>
              <a:ext uri="{FF2B5EF4-FFF2-40B4-BE49-F238E27FC236}">
                <a16:creationId xmlns:a16="http://schemas.microsoft.com/office/drawing/2014/main" id="{789C878C-1518-8883-F48E-04532A69AF99}"/>
              </a:ext>
            </a:extLst>
          </p:cNvPr>
          <p:cNvSpPr>
            <a:spLocks noGrp="1"/>
          </p:cNvSpPr>
          <p:nvPr>
            <p:ph type="subTitle" idx="1" hasCustomPrompt="1"/>
          </p:nvPr>
        </p:nvSpPr>
        <p:spPr>
          <a:xfrm>
            <a:off x="454025" y="1155700"/>
            <a:ext cx="550468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cxnSp>
        <p:nvCxnSpPr>
          <p:cNvPr id="13" name="Straight Connector 12">
            <a:extLst>
              <a:ext uri="{FF2B5EF4-FFF2-40B4-BE49-F238E27FC236}">
                <a16:creationId xmlns:a16="http://schemas.microsoft.com/office/drawing/2014/main" id="{33289A75-BBAF-6E4A-44BA-1DD8ED4C6ACA}"/>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14" name="Rounded Rectangle 13">
            <a:extLst>
              <a:ext uri="{FF2B5EF4-FFF2-40B4-BE49-F238E27FC236}">
                <a16:creationId xmlns:a16="http://schemas.microsoft.com/office/drawing/2014/main" id="{01011BFD-AF33-FED0-984E-E5EEE89FADE6}"/>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3" name="Graphic 62">
            <a:extLst>
              <a:ext uri="{FF2B5EF4-FFF2-40B4-BE49-F238E27FC236}">
                <a16:creationId xmlns:a16="http://schemas.microsoft.com/office/drawing/2014/main" id="{B27CE7BE-3A2C-245D-D1B5-CF64360AA86C}"/>
              </a:ext>
            </a:extLst>
          </p:cNvPr>
          <p:cNvGrpSpPr/>
          <p:nvPr userDrawn="1"/>
        </p:nvGrpSpPr>
        <p:grpSpPr>
          <a:xfrm>
            <a:off x="11389259" y="459884"/>
            <a:ext cx="352694" cy="349203"/>
            <a:chOff x="10767269" y="208371"/>
            <a:chExt cx="182844" cy="181034"/>
          </a:xfrm>
        </p:grpSpPr>
        <p:sp>
          <p:nvSpPr>
            <p:cNvPr id="24" name="Freeform 23">
              <a:extLst>
                <a:ext uri="{FF2B5EF4-FFF2-40B4-BE49-F238E27FC236}">
                  <a16:creationId xmlns:a16="http://schemas.microsoft.com/office/drawing/2014/main" id="{32366F23-734C-6B4C-85AC-8C6305DBB1BE}"/>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5" name="Freeform 24">
              <a:extLst>
                <a:ext uri="{FF2B5EF4-FFF2-40B4-BE49-F238E27FC236}">
                  <a16:creationId xmlns:a16="http://schemas.microsoft.com/office/drawing/2014/main" id="{F4E9BFA3-41B4-2CB4-8ADB-460C1B0708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9E047BF-1772-D2D9-D504-BF14C9C0E269}"/>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E41E6199-BFE4-DDD6-546A-19F6D98E52D8}"/>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8" name="Freeform 27">
              <a:extLst>
                <a:ext uri="{FF2B5EF4-FFF2-40B4-BE49-F238E27FC236}">
                  <a16:creationId xmlns:a16="http://schemas.microsoft.com/office/drawing/2014/main" id="{11D140D0-C708-B6BB-ADD0-E5349FBD5EED}"/>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18" name="Slide Number Placeholder 5">
            <a:extLst>
              <a:ext uri="{FF2B5EF4-FFF2-40B4-BE49-F238E27FC236}">
                <a16:creationId xmlns:a16="http://schemas.microsoft.com/office/drawing/2014/main" id="{FFFB7602-A045-137F-9CA3-5D7408EAEAC9}"/>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9062687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ullets + Photo_Orange Panel">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68798C3-AB86-E64F-84CC-2A7184E366CF}"/>
              </a:ext>
            </a:extLst>
          </p:cNvPr>
          <p:cNvSpPr/>
          <p:nvPr userDrawn="1"/>
        </p:nvSpPr>
        <p:spPr>
          <a:xfrm>
            <a:off x="8153990" y="0"/>
            <a:ext cx="4035425"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6" name="Graphic 25">
            <a:extLst>
              <a:ext uri="{FF2B5EF4-FFF2-40B4-BE49-F238E27FC236}">
                <a16:creationId xmlns:a16="http://schemas.microsoft.com/office/drawing/2014/main" id="{4671CA12-7321-87F4-0E01-C140229C3E87}"/>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58646" t="6589" r="4077" b="6589"/>
          <a:stretch/>
        </p:blipFill>
        <p:spPr>
          <a:xfrm>
            <a:off x="8139289" y="0"/>
            <a:ext cx="4073019" cy="6858000"/>
          </a:xfrm>
          <a:prstGeom prst="rect">
            <a:avLst/>
          </a:prstGeom>
        </p:spPr>
      </p:pic>
      <p:grpSp>
        <p:nvGrpSpPr>
          <p:cNvPr id="20" name="Graphic 62">
            <a:extLst>
              <a:ext uri="{FF2B5EF4-FFF2-40B4-BE49-F238E27FC236}">
                <a16:creationId xmlns:a16="http://schemas.microsoft.com/office/drawing/2014/main" id="{9A6BF85A-974F-7D07-07B4-A7D320A37DE8}"/>
              </a:ext>
            </a:extLst>
          </p:cNvPr>
          <p:cNvGrpSpPr/>
          <p:nvPr userDrawn="1"/>
        </p:nvGrpSpPr>
        <p:grpSpPr>
          <a:xfrm>
            <a:off x="11389259" y="459884"/>
            <a:ext cx="352694" cy="349203"/>
            <a:chOff x="10767269" y="208371"/>
            <a:chExt cx="182844" cy="181034"/>
          </a:xfrm>
          <a:solidFill>
            <a:schemeClr val="bg1"/>
          </a:solidFill>
        </p:grpSpPr>
        <p:sp>
          <p:nvSpPr>
            <p:cNvPr id="23" name="Freeform 22">
              <a:extLst>
                <a:ext uri="{FF2B5EF4-FFF2-40B4-BE49-F238E27FC236}">
                  <a16:creationId xmlns:a16="http://schemas.microsoft.com/office/drawing/2014/main" id="{BB2E52F2-5174-3DDE-AA60-E72BEA22043F}"/>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grpFill/>
            <a:ln w="1795"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C928149E-7E2B-69CB-9224-AA12216CFDA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grpFill/>
            <a:ln w="1795" cap="flat">
              <a:noFill/>
              <a:prstDash val="solid"/>
              <a:miter/>
            </a:ln>
          </p:spPr>
          <p:txBody>
            <a:bodyPr rtlCol="0" anchor="ctr"/>
            <a:lstStyle/>
            <a:p>
              <a:endParaRPr lang="en-GB"/>
            </a:p>
          </p:txBody>
        </p:sp>
        <p:sp>
          <p:nvSpPr>
            <p:cNvPr id="25" name="Freeform 24">
              <a:extLst>
                <a:ext uri="{FF2B5EF4-FFF2-40B4-BE49-F238E27FC236}">
                  <a16:creationId xmlns:a16="http://schemas.microsoft.com/office/drawing/2014/main" id="{62323336-B0B4-E0C7-0719-102F6932A0D5}"/>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grpFill/>
            <a:ln w="1795" cap="flat">
              <a:noFill/>
              <a:prstDash val="solid"/>
              <a:miter/>
            </a:ln>
          </p:spPr>
          <p:txBody>
            <a:bodyPr rtlCol="0" anchor="ctr"/>
            <a:lstStyle/>
            <a:p>
              <a:endParaRPr lang="en-GB"/>
            </a:p>
          </p:txBody>
        </p:sp>
        <p:sp>
          <p:nvSpPr>
            <p:cNvPr id="32" name="Freeform 31">
              <a:extLst>
                <a:ext uri="{FF2B5EF4-FFF2-40B4-BE49-F238E27FC236}">
                  <a16:creationId xmlns:a16="http://schemas.microsoft.com/office/drawing/2014/main" id="{59320E58-7035-E740-2B91-4AB78003BC2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grpFill/>
            <a:ln w="1795" cap="flat">
              <a:noFill/>
              <a:prstDash val="solid"/>
              <a:miter/>
            </a:ln>
          </p:spPr>
          <p:txBody>
            <a:bodyPr rtlCol="0" anchor="ctr"/>
            <a:lstStyle/>
            <a:p>
              <a:endParaRPr lang="en-GB"/>
            </a:p>
          </p:txBody>
        </p:sp>
        <p:sp>
          <p:nvSpPr>
            <p:cNvPr id="33" name="Freeform 32">
              <a:extLst>
                <a:ext uri="{FF2B5EF4-FFF2-40B4-BE49-F238E27FC236}">
                  <a16:creationId xmlns:a16="http://schemas.microsoft.com/office/drawing/2014/main" id="{1360E0DD-2350-505F-1EC8-B2136740C363}"/>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grpFill/>
            <a:ln w="1795" cap="flat">
              <a:noFill/>
              <a:prstDash val="solid"/>
              <a:miter/>
            </a:ln>
          </p:spPr>
          <p:txBody>
            <a:bodyPr rtlCol="0" anchor="ctr"/>
            <a:lstStyle/>
            <a:p>
              <a:endParaRPr lang="en-GB"/>
            </a:p>
          </p:txBody>
        </p:sp>
      </p:grpSp>
      <p:sp>
        <p:nvSpPr>
          <p:cNvPr id="16" name="Text Placeholder 13">
            <a:extLst>
              <a:ext uri="{FF2B5EF4-FFF2-40B4-BE49-F238E27FC236}">
                <a16:creationId xmlns:a16="http://schemas.microsoft.com/office/drawing/2014/main" id="{DC64187B-A282-2044-9156-234E2F54228F}"/>
              </a:ext>
            </a:extLst>
          </p:cNvPr>
          <p:cNvSpPr>
            <a:spLocks noGrp="1"/>
          </p:cNvSpPr>
          <p:nvPr>
            <p:ph type="body" sz="quarter" idx="13"/>
          </p:nvPr>
        </p:nvSpPr>
        <p:spPr>
          <a:xfrm>
            <a:off x="454025" y="2011680"/>
            <a:ext cx="4543425" cy="3143250"/>
          </a:xfrm>
        </p:spPr>
        <p:txBody>
          <a:bodyPr rIns="0"/>
          <a:lstStyle>
            <a:lvl1pPr marL="285750" indent="-285750" algn="l">
              <a:lnSpc>
                <a:spcPct val="100000"/>
              </a:lnSpc>
              <a:spcAft>
                <a:spcPts val="500"/>
              </a:spcAft>
              <a:buFont typeface="Wingdings" pitchFamily="2" charset="2"/>
              <a:buChar char="§"/>
              <a:defRPr sz="16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endParaRPr lang="en-US"/>
          </a:p>
        </p:txBody>
      </p:sp>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6" y="447392"/>
            <a:ext cx="5505450" cy="695608"/>
          </a:xfrm>
        </p:spPr>
        <p:txBody>
          <a:bodyPr/>
          <a:lstStyle/>
          <a:p>
            <a:r>
              <a:rPr lang="en-US"/>
              <a:t>Click To Edit Master Title Style</a:t>
            </a:r>
            <a:endParaRPr lang="en-GB"/>
          </a:p>
        </p:txBody>
      </p:sp>
      <p:sp>
        <p:nvSpPr>
          <p:cNvPr id="49" name="Subtitle 2">
            <a:extLst>
              <a:ext uri="{FF2B5EF4-FFF2-40B4-BE49-F238E27FC236}">
                <a16:creationId xmlns:a16="http://schemas.microsoft.com/office/drawing/2014/main" id="{8226063C-9D21-E24E-8D6D-C2A9DEC924C9}"/>
              </a:ext>
            </a:extLst>
          </p:cNvPr>
          <p:cNvSpPr>
            <a:spLocks noGrp="1"/>
          </p:cNvSpPr>
          <p:nvPr>
            <p:ph type="subTitle" idx="1" hasCustomPrompt="1"/>
          </p:nvPr>
        </p:nvSpPr>
        <p:spPr>
          <a:xfrm>
            <a:off x="454025" y="1155700"/>
            <a:ext cx="4543426"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cxnSp>
        <p:nvCxnSpPr>
          <p:cNvPr id="17" name="Straight Connector 16">
            <a:extLst>
              <a:ext uri="{FF2B5EF4-FFF2-40B4-BE49-F238E27FC236}">
                <a16:creationId xmlns:a16="http://schemas.microsoft.com/office/drawing/2014/main" id="{E5F78E8C-F715-E56F-F6AF-5F7C00300956}"/>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19" name="Rounded Rectangle 18">
            <a:extLst>
              <a:ext uri="{FF2B5EF4-FFF2-40B4-BE49-F238E27FC236}">
                <a16:creationId xmlns:a16="http://schemas.microsoft.com/office/drawing/2014/main" id="{A077781D-60EC-7883-6F5A-587911DC8A21}"/>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Slide Number Placeholder 5">
            <a:extLst>
              <a:ext uri="{FF2B5EF4-FFF2-40B4-BE49-F238E27FC236}">
                <a16:creationId xmlns:a16="http://schemas.microsoft.com/office/drawing/2014/main" id="{EF2D5FDA-EC4A-7B70-D0B8-DB7E798DAED8}"/>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bg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4278090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_Content_White">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8699"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026D8BD6-9828-7A47-883D-E86FAC90F0F6}"/>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EF8D6C47-4F24-294F-AD4E-49AE68CE9D0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5ED918B2-DF70-E64E-BC9E-7B9A74283A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E0EC8DBC-201D-B44A-8F91-EFA72C61D247}"/>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FFB5CA89-8729-3D4A-B8E9-12B9E4D915E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39915B2B-2D62-0A48-B633-5C7346FB029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9" name="Subtitle 2">
            <a:extLst>
              <a:ext uri="{FF2B5EF4-FFF2-40B4-BE49-F238E27FC236}">
                <a16:creationId xmlns:a16="http://schemas.microsoft.com/office/drawing/2014/main" id="{BDB3D6A1-5F7E-6C84-BBC1-9194E3389BC9}"/>
              </a:ext>
            </a:extLst>
          </p:cNvPr>
          <p:cNvSpPr>
            <a:spLocks noGrp="1"/>
          </p:cNvSpPr>
          <p:nvPr>
            <p:ph type="subTitle" idx="1" hasCustomPrompt="1"/>
          </p:nvPr>
        </p:nvSpPr>
        <p:spPr>
          <a:xfrm>
            <a:off x="454025" y="1155700"/>
            <a:ext cx="646480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32" name="Content Placeholder 2">
            <a:extLst>
              <a:ext uri="{FF2B5EF4-FFF2-40B4-BE49-F238E27FC236}">
                <a16:creationId xmlns:a16="http://schemas.microsoft.com/office/drawing/2014/main" id="{58ECA327-9F43-8183-B20F-1EB0D55D23CA}"/>
              </a:ext>
            </a:extLst>
          </p:cNvPr>
          <p:cNvSpPr>
            <a:spLocks noGrp="1"/>
          </p:cNvSpPr>
          <p:nvPr>
            <p:ph sz="quarter" idx="15"/>
          </p:nvPr>
        </p:nvSpPr>
        <p:spPr>
          <a:xfrm>
            <a:off x="454025" y="2011680"/>
            <a:ext cx="646480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309BF6F9-E114-6C42-23BD-D7F4A6598B22}"/>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F29D045D-42D1-7753-B600-2A9E8AA8BA80}"/>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1" name="Graphic 62">
            <a:extLst>
              <a:ext uri="{FF2B5EF4-FFF2-40B4-BE49-F238E27FC236}">
                <a16:creationId xmlns:a16="http://schemas.microsoft.com/office/drawing/2014/main" id="{94F594C2-C000-5574-C817-E0626BA4CACF}"/>
              </a:ext>
            </a:extLst>
          </p:cNvPr>
          <p:cNvGrpSpPr/>
          <p:nvPr userDrawn="1"/>
        </p:nvGrpSpPr>
        <p:grpSpPr>
          <a:xfrm>
            <a:off x="11389259" y="459884"/>
            <a:ext cx="352694" cy="349203"/>
            <a:chOff x="10767269" y="208371"/>
            <a:chExt cx="182844" cy="181034"/>
          </a:xfrm>
        </p:grpSpPr>
        <p:sp>
          <p:nvSpPr>
            <p:cNvPr id="22" name="Freeform 21">
              <a:extLst>
                <a:ext uri="{FF2B5EF4-FFF2-40B4-BE49-F238E27FC236}">
                  <a16:creationId xmlns:a16="http://schemas.microsoft.com/office/drawing/2014/main" id="{A58785F5-98C7-BAB9-3545-981669E73711}"/>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19D99A9F-5712-4E65-1A1D-5416686A16C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87BDAE2E-3864-096F-3805-928863884F80}"/>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5" name="Freeform 24">
              <a:extLst>
                <a:ext uri="{FF2B5EF4-FFF2-40B4-BE49-F238E27FC236}">
                  <a16:creationId xmlns:a16="http://schemas.microsoft.com/office/drawing/2014/main" id="{10CBCCD2-BCA5-385E-1754-6FEC600EB45B}"/>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48A0B4BB-A578-D013-193A-45AC80913485}"/>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3" name="Slide Number Placeholder 5">
            <a:extLst>
              <a:ext uri="{FF2B5EF4-FFF2-40B4-BE49-F238E27FC236}">
                <a16:creationId xmlns:a16="http://schemas.microsoft.com/office/drawing/2014/main" id="{ED87E951-EA79-CBCB-C78C-12AA83A579C4}"/>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382265383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 Column Content_White">
    <p:bg>
      <p:bgPr>
        <a:solidFill>
          <a:schemeClr val="bg1"/>
        </a:solidFill>
        <a:effectLst/>
      </p:bgPr>
    </p:bg>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4808"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89" name="Subtitle 2">
            <a:extLst>
              <a:ext uri="{FF2B5EF4-FFF2-40B4-BE49-F238E27FC236}">
                <a16:creationId xmlns:a16="http://schemas.microsoft.com/office/drawing/2014/main" id="{B8051558-696D-93B1-48C5-5BB9B0DB577D}"/>
              </a:ext>
            </a:extLst>
          </p:cNvPr>
          <p:cNvSpPr>
            <a:spLocks noGrp="1"/>
          </p:cNvSpPr>
          <p:nvPr>
            <p:ph type="subTitle" idx="1" hasCustomPrompt="1"/>
          </p:nvPr>
        </p:nvSpPr>
        <p:spPr>
          <a:xfrm>
            <a:off x="454025" y="1155700"/>
            <a:ext cx="550468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9" name="Content Placeholder 2">
            <a:extLst>
              <a:ext uri="{FF2B5EF4-FFF2-40B4-BE49-F238E27FC236}">
                <a16:creationId xmlns:a16="http://schemas.microsoft.com/office/drawing/2014/main" id="{1BB6CE3F-1115-D1AD-2076-CE0B2E75D254}"/>
              </a:ext>
            </a:extLst>
          </p:cNvPr>
          <p:cNvSpPr>
            <a:spLocks noGrp="1"/>
          </p:cNvSpPr>
          <p:nvPr>
            <p:ph sz="quarter" idx="15"/>
          </p:nvPr>
        </p:nvSpPr>
        <p:spPr>
          <a:xfrm>
            <a:off x="454025" y="2011680"/>
            <a:ext cx="541324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31" name="Content Placeholder 2">
            <a:extLst>
              <a:ext uri="{FF2B5EF4-FFF2-40B4-BE49-F238E27FC236}">
                <a16:creationId xmlns:a16="http://schemas.microsoft.com/office/drawing/2014/main" id="{716CE1B6-2D90-FC71-F880-75C20FDD1441}"/>
              </a:ext>
            </a:extLst>
          </p:cNvPr>
          <p:cNvSpPr>
            <a:spLocks noGrp="1"/>
          </p:cNvSpPr>
          <p:nvPr>
            <p:ph sz="quarter" idx="16"/>
          </p:nvPr>
        </p:nvSpPr>
        <p:spPr>
          <a:xfrm>
            <a:off x="6323555" y="2011680"/>
            <a:ext cx="541324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F423E19E-9FF4-B589-F3D4-AE95C92F5CBB}"/>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93871CF7-0F4D-9A61-B520-82CC526C60C7}"/>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0" name="Graphic 62">
            <a:extLst>
              <a:ext uri="{FF2B5EF4-FFF2-40B4-BE49-F238E27FC236}">
                <a16:creationId xmlns:a16="http://schemas.microsoft.com/office/drawing/2014/main" id="{8D5F75B4-690C-B107-8CB8-B8A6978C2941}"/>
              </a:ext>
            </a:extLst>
          </p:cNvPr>
          <p:cNvGrpSpPr/>
          <p:nvPr userDrawn="1"/>
        </p:nvGrpSpPr>
        <p:grpSpPr>
          <a:xfrm>
            <a:off x="11389259" y="459884"/>
            <a:ext cx="352694" cy="349203"/>
            <a:chOff x="10767269" y="208371"/>
            <a:chExt cx="182844" cy="181034"/>
          </a:xfrm>
        </p:grpSpPr>
        <p:sp>
          <p:nvSpPr>
            <p:cNvPr id="33" name="Freeform 32">
              <a:extLst>
                <a:ext uri="{FF2B5EF4-FFF2-40B4-BE49-F238E27FC236}">
                  <a16:creationId xmlns:a16="http://schemas.microsoft.com/office/drawing/2014/main" id="{09B04A78-F7C2-F855-1C08-8F994D1CBC77}"/>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4" name="Freeform 33">
              <a:extLst>
                <a:ext uri="{FF2B5EF4-FFF2-40B4-BE49-F238E27FC236}">
                  <a16:creationId xmlns:a16="http://schemas.microsoft.com/office/drawing/2014/main" id="{552D3E4E-6BEA-51AB-A270-A20CBC4129F9}"/>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5ED13D76-138D-7AEC-505B-3A1E84392F9E}"/>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4F6A852A-9ABB-931C-E781-BB42AB0F8F4A}"/>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8" name="Freeform 37">
              <a:extLst>
                <a:ext uri="{FF2B5EF4-FFF2-40B4-BE49-F238E27FC236}">
                  <a16:creationId xmlns:a16="http://schemas.microsoft.com/office/drawing/2014/main" id="{23B2E47A-61A5-59FE-20CF-488DB49385AC}"/>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2" name="Slide Number Placeholder 5">
            <a:extLst>
              <a:ext uri="{FF2B5EF4-FFF2-40B4-BE49-F238E27FC236}">
                <a16:creationId xmlns:a16="http://schemas.microsoft.com/office/drawing/2014/main" id="{F43DEEE1-7950-A298-536F-44801A9661F2}"/>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3956458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 Column Content_Grey">
    <p:bg>
      <p:bgPr>
        <a:solidFill>
          <a:srgbClr val="F2F6FB"/>
        </a:solidFill>
        <a:effectLst/>
      </p:bgPr>
    </p:bg>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4808"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89" name="Subtitle 2">
            <a:extLst>
              <a:ext uri="{FF2B5EF4-FFF2-40B4-BE49-F238E27FC236}">
                <a16:creationId xmlns:a16="http://schemas.microsoft.com/office/drawing/2014/main" id="{B8051558-696D-93B1-48C5-5BB9B0DB577D}"/>
              </a:ext>
            </a:extLst>
          </p:cNvPr>
          <p:cNvSpPr>
            <a:spLocks noGrp="1"/>
          </p:cNvSpPr>
          <p:nvPr>
            <p:ph type="subTitle" idx="1" hasCustomPrompt="1"/>
          </p:nvPr>
        </p:nvSpPr>
        <p:spPr>
          <a:xfrm>
            <a:off x="454025" y="1155700"/>
            <a:ext cx="550468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9" name="Content Placeholder 2">
            <a:extLst>
              <a:ext uri="{FF2B5EF4-FFF2-40B4-BE49-F238E27FC236}">
                <a16:creationId xmlns:a16="http://schemas.microsoft.com/office/drawing/2014/main" id="{1BB6CE3F-1115-D1AD-2076-CE0B2E75D254}"/>
              </a:ext>
            </a:extLst>
          </p:cNvPr>
          <p:cNvSpPr>
            <a:spLocks noGrp="1"/>
          </p:cNvSpPr>
          <p:nvPr>
            <p:ph sz="quarter" idx="15"/>
          </p:nvPr>
        </p:nvSpPr>
        <p:spPr>
          <a:xfrm>
            <a:off x="454025" y="2011680"/>
            <a:ext cx="541324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31" name="Content Placeholder 2">
            <a:extLst>
              <a:ext uri="{FF2B5EF4-FFF2-40B4-BE49-F238E27FC236}">
                <a16:creationId xmlns:a16="http://schemas.microsoft.com/office/drawing/2014/main" id="{716CE1B6-2D90-FC71-F880-75C20FDD1441}"/>
              </a:ext>
            </a:extLst>
          </p:cNvPr>
          <p:cNvSpPr>
            <a:spLocks noGrp="1"/>
          </p:cNvSpPr>
          <p:nvPr>
            <p:ph sz="quarter" idx="16"/>
          </p:nvPr>
        </p:nvSpPr>
        <p:spPr>
          <a:xfrm>
            <a:off x="6323555" y="2011680"/>
            <a:ext cx="541324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D8ADF46A-390D-6732-A295-FA7E2084FAB5}"/>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CE4F6C72-03B6-AE6A-B868-DECDD3BA2914}"/>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0" name="Graphic 62">
            <a:extLst>
              <a:ext uri="{FF2B5EF4-FFF2-40B4-BE49-F238E27FC236}">
                <a16:creationId xmlns:a16="http://schemas.microsoft.com/office/drawing/2014/main" id="{76B9A445-4246-5194-C892-5FA71304B408}"/>
              </a:ext>
            </a:extLst>
          </p:cNvPr>
          <p:cNvGrpSpPr/>
          <p:nvPr userDrawn="1"/>
        </p:nvGrpSpPr>
        <p:grpSpPr>
          <a:xfrm>
            <a:off x="11389259" y="459884"/>
            <a:ext cx="352694" cy="349203"/>
            <a:chOff x="10767269" y="208371"/>
            <a:chExt cx="182844" cy="181034"/>
          </a:xfrm>
        </p:grpSpPr>
        <p:sp>
          <p:nvSpPr>
            <p:cNvPr id="33" name="Freeform 32">
              <a:extLst>
                <a:ext uri="{FF2B5EF4-FFF2-40B4-BE49-F238E27FC236}">
                  <a16:creationId xmlns:a16="http://schemas.microsoft.com/office/drawing/2014/main" id="{CEA34F39-007C-367C-AE7E-576ABB3D7E5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4" name="Freeform 33">
              <a:extLst>
                <a:ext uri="{FF2B5EF4-FFF2-40B4-BE49-F238E27FC236}">
                  <a16:creationId xmlns:a16="http://schemas.microsoft.com/office/drawing/2014/main" id="{EC28EC92-81B3-EAD1-4C9D-7723D496321B}"/>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8AE3DA68-A588-3F9E-6D82-1ABA60BB8EBE}"/>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FDE1076D-0CFC-4DC2-CC07-E9D4C94D593A}"/>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8" name="Freeform 37">
              <a:extLst>
                <a:ext uri="{FF2B5EF4-FFF2-40B4-BE49-F238E27FC236}">
                  <a16:creationId xmlns:a16="http://schemas.microsoft.com/office/drawing/2014/main" id="{22317709-7427-87F3-2226-F4A6ED7438A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2" name="Slide Number Placeholder 5">
            <a:extLst>
              <a:ext uri="{FF2B5EF4-FFF2-40B4-BE49-F238E27FC236}">
                <a16:creationId xmlns:a16="http://schemas.microsoft.com/office/drawing/2014/main" id="{4DD2FBEB-F6B7-ACA4-773B-6B4EE0E04A03}"/>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328055976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 Column Content + Subheaders">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2"/>
            <a:ext cx="6468699" cy="695608"/>
          </a:xfrm>
        </p:spPr>
        <p:txBody>
          <a:bodyPr/>
          <a:lstStyle/>
          <a:p>
            <a:r>
              <a:rPr lang="en-US"/>
              <a:t>Click To Edit Master Title Style</a:t>
            </a:r>
            <a:endParaRPr lang="en-GB"/>
          </a:p>
        </p:txBody>
      </p:sp>
      <p:sp>
        <p:nvSpPr>
          <p:cNvPr id="48" name="Text Placeholder 47">
            <a:extLst>
              <a:ext uri="{FF2B5EF4-FFF2-40B4-BE49-F238E27FC236}">
                <a16:creationId xmlns:a16="http://schemas.microsoft.com/office/drawing/2014/main" id="{FFCCB661-53E0-5448-AF21-F8198A7FB0F6}"/>
              </a:ext>
            </a:extLst>
          </p:cNvPr>
          <p:cNvSpPr>
            <a:spLocks noGrp="1"/>
          </p:cNvSpPr>
          <p:nvPr>
            <p:ph type="body" sz="quarter" idx="22" hasCustomPrompt="1"/>
          </p:nvPr>
        </p:nvSpPr>
        <p:spPr>
          <a:xfrm>
            <a:off x="454023" y="2820495"/>
            <a:ext cx="5413248" cy="292608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7" name="Text Placeholder 47">
            <a:extLst>
              <a:ext uri="{FF2B5EF4-FFF2-40B4-BE49-F238E27FC236}">
                <a16:creationId xmlns:a16="http://schemas.microsoft.com/office/drawing/2014/main" id="{19400723-BC54-8349-8A95-23946DB2C51A}"/>
              </a:ext>
            </a:extLst>
          </p:cNvPr>
          <p:cNvSpPr>
            <a:spLocks noGrp="1"/>
          </p:cNvSpPr>
          <p:nvPr>
            <p:ph type="body" sz="quarter" idx="25" hasCustomPrompt="1"/>
          </p:nvPr>
        </p:nvSpPr>
        <p:spPr>
          <a:xfrm>
            <a:off x="454025" y="2350320"/>
            <a:ext cx="5413248" cy="347472"/>
          </a:xfrm>
        </p:spPr>
        <p:txBody>
          <a:bodyPr anchor="b"/>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27" name="Text Placeholder 47">
            <a:extLst>
              <a:ext uri="{FF2B5EF4-FFF2-40B4-BE49-F238E27FC236}">
                <a16:creationId xmlns:a16="http://schemas.microsoft.com/office/drawing/2014/main" id="{18D04E88-0E43-3D4F-ABC7-025375BEE5B4}"/>
              </a:ext>
            </a:extLst>
          </p:cNvPr>
          <p:cNvSpPr>
            <a:spLocks noGrp="1"/>
          </p:cNvSpPr>
          <p:nvPr>
            <p:ph type="body" sz="quarter" idx="28" hasCustomPrompt="1"/>
          </p:nvPr>
        </p:nvSpPr>
        <p:spPr>
          <a:xfrm>
            <a:off x="6323555" y="2820495"/>
            <a:ext cx="5413248" cy="292608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28" name="Text Placeholder 47">
            <a:extLst>
              <a:ext uri="{FF2B5EF4-FFF2-40B4-BE49-F238E27FC236}">
                <a16:creationId xmlns:a16="http://schemas.microsoft.com/office/drawing/2014/main" id="{D35F66E5-307D-9D4A-9063-0FAD0E63B822}"/>
              </a:ext>
            </a:extLst>
          </p:cNvPr>
          <p:cNvSpPr>
            <a:spLocks noGrp="1"/>
          </p:cNvSpPr>
          <p:nvPr>
            <p:ph type="body" sz="quarter" idx="29" hasCustomPrompt="1"/>
          </p:nvPr>
        </p:nvSpPr>
        <p:spPr>
          <a:xfrm>
            <a:off x="6323555" y="2350321"/>
            <a:ext cx="5413248" cy="348906"/>
          </a:xfrm>
        </p:spPr>
        <p:txBody>
          <a:bodyPr anchor="b"/>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grpSp>
        <p:nvGrpSpPr>
          <p:cNvPr id="25" name="Graphic 62" hidden="1">
            <a:extLst>
              <a:ext uri="{FF2B5EF4-FFF2-40B4-BE49-F238E27FC236}">
                <a16:creationId xmlns:a16="http://schemas.microsoft.com/office/drawing/2014/main" id="{37E8EFD6-93AF-7C40-8F83-1CC6A17CF023}"/>
              </a:ext>
            </a:extLst>
          </p:cNvPr>
          <p:cNvGrpSpPr/>
          <p:nvPr userDrawn="1"/>
        </p:nvGrpSpPr>
        <p:grpSpPr>
          <a:xfrm>
            <a:off x="11389259" y="6063628"/>
            <a:ext cx="352694" cy="349203"/>
            <a:chOff x="10767269" y="208371"/>
            <a:chExt cx="182844" cy="181034"/>
          </a:xfrm>
        </p:grpSpPr>
        <p:sp>
          <p:nvSpPr>
            <p:cNvPr id="26" name="Freeform 25">
              <a:extLst>
                <a:ext uri="{FF2B5EF4-FFF2-40B4-BE49-F238E27FC236}">
                  <a16:creationId xmlns:a16="http://schemas.microsoft.com/office/drawing/2014/main" id="{4F651056-D366-E545-9DE0-774E7A8D6A3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AD7B71D8-BB1F-F844-9402-FE9AF1EF66C9}"/>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30EBE199-BDA1-6A49-914A-B62A8829C8A3}"/>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54E1BC0B-11CF-C343-B4DA-25D4DECBE1A9}"/>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2" name="Freeform 31">
              <a:extLst>
                <a:ext uri="{FF2B5EF4-FFF2-40B4-BE49-F238E27FC236}">
                  <a16:creationId xmlns:a16="http://schemas.microsoft.com/office/drawing/2014/main" id="{C065C08D-2708-B64D-8AD3-C0ADC2A2307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8" name="Text Placeholder 13">
            <a:extLst>
              <a:ext uri="{FF2B5EF4-FFF2-40B4-BE49-F238E27FC236}">
                <a16:creationId xmlns:a16="http://schemas.microsoft.com/office/drawing/2014/main" id="{A3D7238D-EB5C-87D7-3B4C-6D193A45A039}"/>
              </a:ext>
            </a:extLst>
          </p:cNvPr>
          <p:cNvSpPr>
            <a:spLocks noGrp="1"/>
          </p:cNvSpPr>
          <p:nvPr>
            <p:ph type="body" sz="quarter" idx="13" hasCustomPrompt="1"/>
          </p:nvPr>
        </p:nvSpPr>
        <p:spPr>
          <a:xfrm>
            <a:off x="454025" y="1157631"/>
            <a:ext cx="7407275" cy="1042644"/>
          </a:xfrm>
        </p:spPr>
        <p:txBody>
          <a:bodyPr rIns="0"/>
          <a:lstStyle>
            <a:lvl1pPr marL="0" indent="0" algn="l">
              <a:lnSpc>
                <a:spcPts val="2400"/>
              </a:lnSpc>
              <a:spcAft>
                <a:spcPts val="0"/>
              </a:spcAft>
              <a:buNone/>
              <a:defRPr sz="2400" b="0" i="0">
                <a:solidFill>
                  <a:schemeClr val="accent4"/>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 amet, consectetur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vestibulum, dui.</a:t>
            </a:r>
          </a:p>
        </p:txBody>
      </p:sp>
      <p:cxnSp>
        <p:nvCxnSpPr>
          <p:cNvPr id="23" name="Straight Connector 22">
            <a:extLst>
              <a:ext uri="{FF2B5EF4-FFF2-40B4-BE49-F238E27FC236}">
                <a16:creationId xmlns:a16="http://schemas.microsoft.com/office/drawing/2014/main" id="{C7DD8B67-5A87-95A2-FF39-DC9732BE76D1}"/>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4" name="Rounded Rectangle 23">
            <a:extLst>
              <a:ext uri="{FF2B5EF4-FFF2-40B4-BE49-F238E27FC236}">
                <a16:creationId xmlns:a16="http://schemas.microsoft.com/office/drawing/2014/main" id="{B5200FCE-9F1E-5F57-760B-667873823E71}"/>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4" name="Graphic 62">
            <a:extLst>
              <a:ext uri="{FF2B5EF4-FFF2-40B4-BE49-F238E27FC236}">
                <a16:creationId xmlns:a16="http://schemas.microsoft.com/office/drawing/2014/main" id="{DA6B8246-4FA8-CD18-7A89-FBDFDF6AEDD6}"/>
              </a:ext>
            </a:extLst>
          </p:cNvPr>
          <p:cNvGrpSpPr/>
          <p:nvPr userDrawn="1"/>
        </p:nvGrpSpPr>
        <p:grpSpPr>
          <a:xfrm>
            <a:off x="11389259" y="459884"/>
            <a:ext cx="352694" cy="349203"/>
            <a:chOff x="10767269" y="208371"/>
            <a:chExt cx="182844" cy="181034"/>
          </a:xfrm>
        </p:grpSpPr>
        <p:sp>
          <p:nvSpPr>
            <p:cNvPr id="36" name="Freeform 35">
              <a:extLst>
                <a:ext uri="{FF2B5EF4-FFF2-40B4-BE49-F238E27FC236}">
                  <a16:creationId xmlns:a16="http://schemas.microsoft.com/office/drawing/2014/main" id="{484B2FFB-968E-224E-39DB-01AB84FE3053}"/>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9" name="Freeform 38">
              <a:extLst>
                <a:ext uri="{FF2B5EF4-FFF2-40B4-BE49-F238E27FC236}">
                  <a16:creationId xmlns:a16="http://schemas.microsoft.com/office/drawing/2014/main" id="{C53ED0F6-40C4-5491-6805-36C87A3349B1}"/>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40" name="Freeform 39">
              <a:extLst>
                <a:ext uri="{FF2B5EF4-FFF2-40B4-BE49-F238E27FC236}">
                  <a16:creationId xmlns:a16="http://schemas.microsoft.com/office/drawing/2014/main" id="{A8AC13F6-6C8E-3877-909A-5CC3A633C4EA}"/>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1" name="Freeform 40">
              <a:extLst>
                <a:ext uri="{FF2B5EF4-FFF2-40B4-BE49-F238E27FC236}">
                  <a16:creationId xmlns:a16="http://schemas.microsoft.com/office/drawing/2014/main" id="{2AA83FA2-9C90-5F36-A146-C8747C9F4821}"/>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42" name="Freeform 41">
              <a:extLst>
                <a:ext uri="{FF2B5EF4-FFF2-40B4-BE49-F238E27FC236}">
                  <a16:creationId xmlns:a16="http://schemas.microsoft.com/office/drawing/2014/main" id="{216278C0-977F-6CFA-69A9-451EE3ED6EDD}"/>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43" name="Slide Number Placeholder 5">
            <a:extLst>
              <a:ext uri="{FF2B5EF4-FFF2-40B4-BE49-F238E27FC236}">
                <a16:creationId xmlns:a16="http://schemas.microsoft.com/office/drawing/2014/main" id="{581E59B6-0371-DA2E-3007-47B9F37A7D83}"/>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9678830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 Column Content + Subheaders">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2"/>
            <a:ext cx="6468699" cy="695608"/>
          </a:xfrm>
        </p:spPr>
        <p:txBody>
          <a:bodyPr/>
          <a:lstStyle/>
          <a:p>
            <a:r>
              <a:rPr lang="en-US"/>
              <a:t>Click To Edit Master Title Style</a:t>
            </a:r>
            <a:endParaRPr lang="en-GB"/>
          </a:p>
        </p:txBody>
      </p:sp>
      <p:sp>
        <p:nvSpPr>
          <p:cNvPr id="48" name="Text Placeholder 47">
            <a:extLst>
              <a:ext uri="{FF2B5EF4-FFF2-40B4-BE49-F238E27FC236}">
                <a16:creationId xmlns:a16="http://schemas.microsoft.com/office/drawing/2014/main" id="{FFCCB661-53E0-5448-AF21-F8198A7FB0F6}"/>
              </a:ext>
            </a:extLst>
          </p:cNvPr>
          <p:cNvSpPr>
            <a:spLocks noGrp="1"/>
          </p:cNvSpPr>
          <p:nvPr>
            <p:ph type="body" sz="quarter" idx="22" hasCustomPrompt="1"/>
          </p:nvPr>
        </p:nvSpPr>
        <p:spPr>
          <a:xfrm>
            <a:off x="454024" y="2820495"/>
            <a:ext cx="3481367" cy="292608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1" name="Text Placeholder 47">
            <a:extLst>
              <a:ext uri="{FF2B5EF4-FFF2-40B4-BE49-F238E27FC236}">
                <a16:creationId xmlns:a16="http://schemas.microsoft.com/office/drawing/2014/main" id="{3EFF5B94-4910-6F41-B041-EEF3B7D1AB09}"/>
              </a:ext>
            </a:extLst>
          </p:cNvPr>
          <p:cNvSpPr>
            <a:spLocks noGrp="1"/>
          </p:cNvSpPr>
          <p:nvPr>
            <p:ph type="body" sz="quarter" idx="23" hasCustomPrompt="1"/>
          </p:nvPr>
        </p:nvSpPr>
        <p:spPr>
          <a:xfrm>
            <a:off x="4373809" y="2820495"/>
            <a:ext cx="3486822" cy="292608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7" name="Text Placeholder 47">
            <a:extLst>
              <a:ext uri="{FF2B5EF4-FFF2-40B4-BE49-F238E27FC236}">
                <a16:creationId xmlns:a16="http://schemas.microsoft.com/office/drawing/2014/main" id="{19400723-BC54-8349-8A95-23946DB2C51A}"/>
              </a:ext>
            </a:extLst>
          </p:cNvPr>
          <p:cNvSpPr>
            <a:spLocks noGrp="1"/>
          </p:cNvSpPr>
          <p:nvPr>
            <p:ph type="body" sz="quarter" idx="25" hasCustomPrompt="1"/>
          </p:nvPr>
        </p:nvSpPr>
        <p:spPr>
          <a:xfrm>
            <a:off x="454025" y="2350320"/>
            <a:ext cx="3480356" cy="347472"/>
          </a:xfrm>
        </p:spPr>
        <p:txBody>
          <a:bodyPr anchor="b"/>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58" name="Text Placeholder 47">
            <a:extLst>
              <a:ext uri="{FF2B5EF4-FFF2-40B4-BE49-F238E27FC236}">
                <a16:creationId xmlns:a16="http://schemas.microsoft.com/office/drawing/2014/main" id="{160331BC-2FA0-A84D-9B22-05C462BF8E80}"/>
              </a:ext>
            </a:extLst>
          </p:cNvPr>
          <p:cNvSpPr>
            <a:spLocks noGrp="1"/>
          </p:cNvSpPr>
          <p:nvPr>
            <p:ph type="body" sz="quarter" idx="26" hasCustomPrompt="1"/>
          </p:nvPr>
        </p:nvSpPr>
        <p:spPr>
          <a:xfrm>
            <a:off x="4373304" y="2350321"/>
            <a:ext cx="3486822" cy="347472"/>
          </a:xfrm>
        </p:spPr>
        <p:txBody>
          <a:bodyPr anchor="b"/>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grpSp>
        <p:nvGrpSpPr>
          <p:cNvPr id="25" name="Graphic 62" hidden="1">
            <a:extLst>
              <a:ext uri="{FF2B5EF4-FFF2-40B4-BE49-F238E27FC236}">
                <a16:creationId xmlns:a16="http://schemas.microsoft.com/office/drawing/2014/main" id="{37E8EFD6-93AF-7C40-8F83-1CC6A17CF023}"/>
              </a:ext>
            </a:extLst>
          </p:cNvPr>
          <p:cNvGrpSpPr/>
          <p:nvPr userDrawn="1"/>
        </p:nvGrpSpPr>
        <p:grpSpPr>
          <a:xfrm>
            <a:off x="11389259" y="6063628"/>
            <a:ext cx="352694" cy="349203"/>
            <a:chOff x="10767269" y="208371"/>
            <a:chExt cx="182844" cy="181034"/>
          </a:xfrm>
        </p:grpSpPr>
        <p:sp>
          <p:nvSpPr>
            <p:cNvPr id="26" name="Freeform 25">
              <a:extLst>
                <a:ext uri="{FF2B5EF4-FFF2-40B4-BE49-F238E27FC236}">
                  <a16:creationId xmlns:a16="http://schemas.microsoft.com/office/drawing/2014/main" id="{4F651056-D366-E545-9DE0-774E7A8D6A3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AD7B71D8-BB1F-F844-9402-FE9AF1EF66C9}"/>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30EBE199-BDA1-6A49-914A-B62A8829C8A3}"/>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54E1BC0B-11CF-C343-B4DA-25D4DECBE1A9}"/>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2" name="Freeform 31">
              <a:extLst>
                <a:ext uri="{FF2B5EF4-FFF2-40B4-BE49-F238E27FC236}">
                  <a16:creationId xmlns:a16="http://schemas.microsoft.com/office/drawing/2014/main" id="{C065C08D-2708-B64D-8AD3-C0ADC2A2307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8" name="Text Placeholder 13">
            <a:extLst>
              <a:ext uri="{FF2B5EF4-FFF2-40B4-BE49-F238E27FC236}">
                <a16:creationId xmlns:a16="http://schemas.microsoft.com/office/drawing/2014/main" id="{A3D7238D-EB5C-87D7-3B4C-6D193A45A039}"/>
              </a:ext>
            </a:extLst>
          </p:cNvPr>
          <p:cNvSpPr>
            <a:spLocks noGrp="1"/>
          </p:cNvSpPr>
          <p:nvPr>
            <p:ph type="body" sz="quarter" idx="13" hasCustomPrompt="1"/>
          </p:nvPr>
        </p:nvSpPr>
        <p:spPr>
          <a:xfrm>
            <a:off x="454025" y="1157631"/>
            <a:ext cx="7407275" cy="1042644"/>
          </a:xfrm>
        </p:spPr>
        <p:txBody>
          <a:bodyPr rIns="0"/>
          <a:lstStyle>
            <a:lvl1pPr marL="0" indent="0" algn="l">
              <a:lnSpc>
                <a:spcPts val="2400"/>
              </a:lnSpc>
              <a:spcAft>
                <a:spcPts val="0"/>
              </a:spcAft>
              <a:buNone/>
              <a:defRPr sz="2400" b="0" i="0">
                <a:solidFill>
                  <a:schemeClr val="accent4"/>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 amet, consectetur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vestibulum, dui.</a:t>
            </a:r>
          </a:p>
        </p:txBody>
      </p:sp>
      <p:sp>
        <p:nvSpPr>
          <p:cNvPr id="34" name="Text Placeholder 47">
            <a:extLst>
              <a:ext uri="{FF2B5EF4-FFF2-40B4-BE49-F238E27FC236}">
                <a16:creationId xmlns:a16="http://schemas.microsoft.com/office/drawing/2014/main" id="{42441E3B-F71B-0B6F-BAFC-B7B6EEF0ED20}"/>
              </a:ext>
            </a:extLst>
          </p:cNvPr>
          <p:cNvSpPr>
            <a:spLocks noGrp="1"/>
          </p:cNvSpPr>
          <p:nvPr>
            <p:ph type="body" sz="quarter" idx="30" hasCustomPrompt="1"/>
          </p:nvPr>
        </p:nvSpPr>
        <p:spPr>
          <a:xfrm>
            <a:off x="8299364" y="2820495"/>
            <a:ext cx="3486822" cy="292608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35" name="Text Placeholder 47">
            <a:extLst>
              <a:ext uri="{FF2B5EF4-FFF2-40B4-BE49-F238E27FC236}">
                <a16:creationId xmlns:a16="http://schemas.microsoft.com/office/drawing/2014/main" id="{3ED2579D-1853-ED34-168C-9306686BA64A}"/>
              </a:ext>
            </a:extLst>
          </p:cNvPr>
          <p:cNvSpPr>
            <a:spLocks noGrp="1"/>
          </p:cNvSpPr>
          <p:nvPr>
            <p:ph type="body" sz="quarter" idx="31" hasCustomPrompt="1"/>
          </p:nvPr>
        </p:nvSpPr>
        <p:spPr>
          <a:xfrm>
            <a:off x="8299364" y="2350321"/>
            <a:ext cx="3486822" cy="347472"/>
          </a:xfrm>
        </p:spPr>
        <p:txBody>
          <a:bodyPr anchor="b"/>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cxnSp>
        <p:nvCxnSpPr>
          <p:cNvPr id="27" name="Straight Connector 26">
            <a:extLst>
              <a:ext uri="{FF2B5EF4-FFF2-40B4-BE49-F238E27FC236}">
                <a16:creationId xmlns:a16="http://schemas.microsoft.com/office/drawing/2014/main" id="{25CF9C69-18A5-06DB-C7CE-0AF6A5F48947}"/>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8314F311-5C81-2C03-BC06-03E7FC366194}"/>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6" name="Graphic 62">
            <a:extLst>
              <a:ext uri="{FF2B5EF4-FFF2-40B4-BE49-F238E27FC236}">
                <a16:creationId xmlns:a16="http://schemas.microsoft.com/office/drawing/2014/main" id="{7646CA96-AE8A-8802-7AD0-1CE73FF40FB4}"/>
              </a:ext>
            </a:extLst>
          </p:cNvPr>
          <p:cNvGrpSpPr/>
          <p:nvPr userDrawn="1"/>
        </p:nvGrpSpPr>
        <p:grpSpPr>
          <a:xfrm>
            <a:off x="11389259" y="459884"/>
            <a:ext cx="352694" cy="349203"/>
            <a:chOff x="10767269" y="208371"/>
            <a:chExt cx="182844" cy="181034"/>
          </a:xfrm>
        </p:grpSpPr>
        <p:sp>
          <p:nvSpPr>
            <p:cNvPr id="40" name="Freeform 39">
              <a:extLst>
                <a:ext uri="{FF2B5EF4-FFF2-40B4-BE49-F238E27FC236}">
                  <a16:creationId xmlns:a16="http://schemas.microsoft.com/office/drawing/2014/main" id="{4591E50D-6131-3434-6996-90003DD9FF5A}"/>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1" name="Freeform 40">
              <a:extLst>
                <a:ext uri="{FF2B5EF4-FFF2-40B4-BE49-F238E27FC236}">
                  <a16:creationId xmlns:a16="http://schemas.microsoft.com/office/drawing/2014/main" id="{7070D9E5-6C0D-FAEB-E70A-BADBE94145E8}"/>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42" name="Freeform 41">
              <a:extLst>
                <a:ext uri="{FF2B5EF4-FFF2-40B4-BE49-F238E27FC236}">
                  <a16:creationId xmlns:a16="http://schemas.microsoft.com/office/drawing/2014/main" id="{C7132DB8-51B4-23A3-5936-18675F33F1C2}"/>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3" name="Freeform 42">
              <a:extLst>
                <a:ext uri="{FF2B5EF4-FFF2-40B4-BE49-F238E27FC236}">
                  <a16:creationId xmlns:a16="http://schemas.microsoft.com/office/drawing/2014/main" id="{74FC6A0D-38D8-837D-40C4-C28206F883E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44" name="Freeform 43">
              <a:extLst>
                <a:ext uri="{FF2B5EF4-FFF2-40B4-BE49-F238E27FC236}">
                  <a16:creationId xmlns:a16="http://schemas.microsoft.com/office/drawing/2014/main" id="{7DB11673-07CE-5370-2F41-69EF3FD10E1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45" name="Slide Number Placeholder 5">
            <a:extLst>
              <a:ext uri="{FF2B5EF4-FFF2-40B4-BE49-F238E27FC236}">
                <a16:creationId xmlns:a16="http://schemas.microsoft.com/office/drawing/2014/main" id="{9C11316D-50E5-93C6-E38E-8BE2AD75D50B}"/>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40497909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 Column Content + Subheaders">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2"/>
            <a:ext cx="6468699" cy="695608"/>
          </a:xfrm>
        </p:spPr>
        <p:txBody>
          <a:bodyPr/>
          <a:lstStyle/>
          <a:p>
            <a:r>
              <a:rPr lang="en-US"/>
              <a:t>Click To Edit Master Title Style</a:t>
            </a:r>
            <a:endParaRPr lang="en-GB"/>
          </a:p>
        </p:txBody>
      </p:sp>
      <p:sp>
        <p:nvSpPr>
          <p:cNvPr id="48" name="Text Placeholder 47">
            <a:extLst>
              <a:ext uri="{FF2B5EF4-FFF2-40B4-BE49-F238E27FC236}">
                <a16:creationId xmlns:a16="http://schemas.microsoft.com/office/drawing/2014/main" id="{FFCCB661-53E0-5448-AF21-F8198A7FB0F6}"/>
              </a:ext>
            </a:extLst>
          </p:cNvPr>
          <p:cNvSpPr>
            <a:spLocks noGrp="1"/>
          </p:cNvSpPr>
          <p:nvPr>
            <p:ph type="body" sz="quarter" idx="22" hasCustomPrompt="1"/>
          </p:nvPr>
        </p:nvSpPr>
        <p:spPr>
          <a:xfrm>
            <a:off x="454025" y="2820495"/>
            <a:ext cx="2625090" cy="292608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1" name="Text Placeholder 47">
            <a:extLst>
              <a:ext uri="{FF2B5EF4-FFF2-40B4-BE49-F238E27FC236}">
                <a16:creationId xmlns:a16="http://schemas.microsoft.com/office/drawing/2014/main" id="{3EFF5B94-4910-6F41-B041-EEF3B7D1AB09}"/>
              </a:ext>
            </a:extLst>
          </p:cNvPr>
          <p:cNvSpPr>
            <a:spLocks noGrp="1"/>
          </p:cNvSpPr>
          <p:nvPr>
            <p:ph type="body" sz="quarter" idx="23" hasCustomPrompt="1"/>
          </p:nvPr>
        </p:nvSpPr>
        <p:spPr>
          <a:xfrm>
            <a:off x="3365391" y="2820495"/>
            <a:ext cx="2635054" cy="292608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2" name="Text Placeholder 47">
            <a:extLst>
              <a:ext uri="{FF2B5EF4-FFF2-40B4-BE49-F238E27FC236}">
                <a16:creationId xmlns:a16="http://schemas.microsoft.com/office/drawing/2014/main" id="{C8629CD3-0722-5B4C-876F-885C68B57077}"/>
              </a:ext>
            </a:extLst>
          </p:cNvPr>
          <p:cNvSpPr>
            <a:spLocks noGrp="1"/>
          </p:cNvSpPr>
          <p:nvPr>
            <p:ph type="body" sz="quarter" idx="24" hasCustomPrompt="1"/>
          </p:nvPr>
        </p:nvSpPr>
        <p:spPr>
          <a:xfrm>
            <a:off x="6245751" y="2820495"/>
            <a:ext cx="2635054" cy="292608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7" name="Text Placeholder 47">
            <a:extLst>
              <a:ext uri="{FF2B5EF4-FFF2-40B4-BE49-F238E27FC236}">
                <a16:creationId xmlns:a16="http://schemas.microsoft.com/office/drawing/2014/main" id="{19400723-BC54-8349-8A95-23946DB2C51A}"/>
              </a:ext>
            </a:extLst>
          </p:cNvPr>
          <p:cNvSpPr>
            <a:spLocks noGrp="1"/>
          </p:cNvSpPr>
          <p:nvPr>
            <p:ph type="body" sz="quarter" idx="25" hasCustomPrompt="1"/>
          </p:nvPr>
        </p:nvSpPr>
        <p:spPr>
          <a:xfrm>
            <a:off x="454025" y="2350320"/>
            <a:ext cx="2624328" cy="347472"/>
          </a:xfrm>
        </p:spPr>
        <p:txBody>
          <a:bodyPr anchor="b"/>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58" name="Text Placeholder 47">
            <a:extLst>
              <a:ext uri="{FF2B5EF4-FFF2-40B4-BE49-F238E27FC236}">
                <a16:creationId xmlns:a16="http://schemas.microsoft.com/office/drawing/2014/main" id="{160331BC-2FA0-A84D-9B22-05C462BF8E80}"/>
              </a:ext>
            </a:extLst>
          </p:cNvPr>
          <p:cNvSpPr>
            <a:spLocks noGrp="1"/>
          </p:cNvSpPr>
          <p:nvPr>
            <p:ph type="body" sz="quarter" idx="26" hasCustomPrompt="1"/>
          </p:nvPr>
        </p:nvSpPr>
        <p:spPr>
          <a:xfrm>
            <a:off x="3365391" y="2350321"/>
            <a:ext cx="2635054" cy="347472"/>
          </a:xfrm>
        </p:spPr>
        <p:txBody>
          <a:bodyPr anchor="b"/>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59" name="Text Placeholder 47">
            <a:extLst>
              <a:ext uri="{FF2B5EF4-FFF2-40B4-BE49-F238E27FC236}">
                <a16:creationId xmlns:a16="http://schemas.microsoft.com/office/drawing/2014/main" id="{A5BF66A1-22BE-EC48-A8C3-BB0C75D9CD15}"/>
              </a:ext>
            </a:extLst>
          </p:cNvPr>
          <p:cNvSpPr>
            <a:spLocks noGrp="1"/>
          </p:cNvSpPr>
          <p:nvPr>
            <p:ph type="body" sz="quarter" idx="27" hasCustomPrompt="1"/>
          </p:nvPr>
        </p:nvSpPr>
        <p:spPr>
          <a:xfrm>
            <a:off x="6245751" y="2350321"/>
            <a:ext cx="2635054" cy="348906"/>
          </a:xfrm>
        </p:spPr>
        <p:txBody>
          <a:bodyPr anchor="b"/>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grpSp>
        <p:nvGrpSpPr>
          <p:cNvPr id="25" name="Graphic 62" hidden="1">
            <a:extLst>
              <a:ext uri="{FF2B5EF4-FFF2-40B4-BE49-F238E27FC236}">
                <a16:creationId xmlns:a16="http://schemas.microsoft.com/office/drawing/2014/main" id="{37E8EFD6-93AF-7C40-8F83-1CC6A17CF023}"/>
              </a:ext>
            </a:extLst>
          </p:cNvPr>
          <p:cNvGrpSpPr/>
          <p:nvPr userDrawn="1"/>
        </p:nvGrpSpPr>
        <p:grpSpPr>
          <a:xfrm>
            <a:off x="11389259" y="6063628"/>
            <a:ext cx="352694" cy="349203"/>
            <a:chOff x="10767269" y="208371"/>
            <a:chExt cx="182844" cy="181034"/>
          </a:xfrm>
        </p:grpSpPr>
        <p:sp>
          <p:nvSpPr>
            <p:cNvPr id="26" name="Freeform 25">
              <a:extLst>
                <a:ext uri="{FF2B5EF4-FFF2-40B4-BE49-F238E27FC236}">
                  <a16:creationId xmlns:a16="http://schemas.microsoft.com/office/drawing/2014/main" id="{4F651056-D366-E545-9DE0-774E7A8D6A3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AD7B71D8-BB1F-F844-9402-FE9AF1EF66C9}"/>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30EBE199-BDA1-6A49-914A-B62A8829C8A3}"/>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54E1BC0B-11CF-C343-B4DA-25D4DECBE1A9}"/>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2" name="Freeform 31">
              <a:extLst>
                <a:ext uri="{FF2B5EF4-FFF2-40B4-BE49-F238E27FC236}">
                  <a16:creationId xmlns:a16="http://schemas.microsoft.com/office/drawing/2014/main" id="{C065C08D-2708-B64D-8AD3-C0ADC2A2307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8" name="Text Placeholder 13">
            <a:extLst>
              <a:ext uri="{FF2B5EF4-FFF2-40B4-BE49-F238E27FC236}">
                <a16:creationId xmlns:a16="http://schemas.microsoft.com/office/drawing/2014/main" id="{A3D7238D-EB5C-87D7-3B4C-6D193A45A039}"/>
              </a:ext>
            </a:extLst>
          </p:cNvPr>
          <p:cNvSpPr>
            <a:spLocks noGrp="1"/>
          </p:cNvSpPr>
          <p:nvPr>
            <p:ph type="body" sz="quarter" idx="13" hasCustomPrompt="1"/>
          </p:nvPr>
        </p:nvSpPr>
        <p:spPr>
          <a:xfrm>
            <a:off x="454025" y="1157631"/>
            <a:ext cx="7407275" cy="1042644"/>
          </a:xfrm>
        </p:spPr>
        <p:txBody>
          <a:bodyPr rIns="0"/>
          <a:lstStyle>
            <a:lvl1pPr marL="0" indent="0" algn="l">
              <a:lnSpc>
                <a:spcPts val="2400"/>
              </a:lnSpc>
              <a:spcAft>
                <a:spcPts val="0"/>
              </a:spcAft>
              <a:buNone/>
              <a:defRPr sz="2400" b="0" i="0">
                <a:solidFill>
                  <a:schemeClr val="accent4"/>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 amet, consectetur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vestibulum, dui.</a:t>
            </a:r>
          </a:p>
        </p:txBody>
      </p:sp>
      <p:sp>
        <p:nvSpPr>
          <p:cNvPr id="39" name="Text Placeholder 47">
            <a:extLst>
              <a:ext uri="{FF2B5EF4-FFF2-40B4-BE49-F238E27FC236}">
                <a16:creationId xmlns:a16="http://schemas.microsoft.com/office/drawing/2014/main" id="{4ADA6385-E582-C5DC-6346-C45857DFB47E}"/>
              </a:ext>
            </a:extLst>
          </p:cNvPr>
          <p:cNvSpPr>
            <a:spLocks noGrp="1"/>
          </p:cNvSpPr>
          <p:nvPr>
            <p:ph type="body" sz="quarter" idx="30" hasCustomPrompt="1"/>
          </p:nvPr>
        </p:nvSpPr>
        <p:spPr>
          <a:xfrm>
            <a:off x="9151132" y="2820495"/>
            <a:ext cx="2635054" cy="292608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40" name="Text Placeholder 47">
            <a:extLst>
              <a:ext uri="{FF2B5EF4-FFF2-40B4-BE49-F238E27FC236}">
                <a16:creationId xmlns:a16="http://schemas.microsoft.com/office/drawing/2014/main" id="{80C4AC3F-ECF6-CD11-6813-C12A66BEB145}"/>
              </a:ext>
            </a:extLst>
          </p:cNvPr>
          <p:cNvSpPr>
            <a:spLocks noGrp="1"/>
          </p:cNvSpPr>
          <p:nvPr>
            <p:ph type="body" sz="quarter" idx="31" hasCustomPrompt="1"/>
          </p:nvPr>
        </p:nvSpPr>
        <p:spPr>
          <a:xfrm>
            <a:off x="9151132" y="2350321"/>
            <a:ext cx="2635054" cy="348906"/>
          </a:xfrm>
        </p:spPr>
        <p:txBody>
          <a:bodyPr anchor="b"/>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cxnSp>
        <p:nvCxnSpPr>
          <p:cNvPr id="27" name="Straight Connector 26">
            <a:extLst>
              <a:ext uri="{FF2B5EF4-FFF2-40B4-BE49-F238E27FC236}">
                <a16:creationId xmlns:a16="http://schemas.microsoft.com/office/drawing/2014/main" id="{24985686-2675-672B-B007-C4E22BCC3B83}"/>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E401B403-E038-C738-63ED-AC272D6D3EF4}"/>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4" name="Graphic 62">
            <a:extLst>
              <a:ext uri="{FF2B5EF4-FFF2-40B4-BE49-F238E27FC236}">
                <a16:creationId xmlns:a16="http://schemas.microsoft.com/office/drawing/2014/main" id="{EB139AA5-3BB8-8A5B-99A9-8627BB6F6837}"/>
              </a:ext>
            </a:extLst>
          </p:cNvPr>
          <p:cNvGrpSpPr/>
          <p:nvPr userDrawn="1"/>
        </p:nvGrpSpPr>
        <p:grpSpPr>
          <a:xfrm>
            <a:off x="11389259" y="459884"/>
            <a:ext cx="352694" cy="349203"/>
            <a:chOff x="10767269" y="208371"/>
            <a:chExt cx="182844" cy="181034"/>
          </a:xfrm>
        </p:grpSpPr>
        <p:sp>
          <p:nvSpPr>
            <p:cNvPr id="36" name="Freeform 35">
              <a:extLst>
                <a:ext uri="{FF2B5EF4-FFF2-40B4-BE49-F238E27FC236}">
                  <a16:creationId xmlns:a16="http://schemas.microsoft.com/office/drawing/2014/main" id="{066EE531-6806-E38A-D053-C88792470673}"/>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1" name="Freeform 40">
              <a:extLst>
                <a:ext uri="{FF2B5EF4-FFF2-40B4-BE49-F238E27FC236}">
                  <a16:creationId xmlns:a16="http://schemas.microsoft.com/office/drawing/2014/main" id="{B2B9AC7A-0CAA-6648-CEB9-5E9B938EC3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42" name="Freeform 41">
              <a:extLst>
                <a:ext uri="{FF2B5EF4-FFF2-40B4-BE49-F238E27FC236}">
                  <a16:creationId xmlns:a16="http://schemas.microsoft.com/office/drawing/2014/main" id="{0DA57AC6-BD0C-0756-A900-B61198C179BB}"/>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3" name="Freeform 42">
              <a:extLst>
                <a:ext uri="{FF2B5EF4-FFF2-40B4-BE49-F238E27FC236}">
                  <a16:creationId xmlns:a16="http://schemas.microsoft.com/office/drawing/2014/main" id="{9C98BD0D-6804-2973-9538-12E5D9749142}"/>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44" name="Freeform 43">
              <a:extLst>
                <a:ext uri="{FF2B5EF4-FFF2-40B4-BE49-F238E27FC236}">
                  <a16:creationId xmlns:a16="http://schemas.microsoft.com/office/drawing/2014/main" id="{F4357FF6-CF3B-69AC-4315-53BC0AA9092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45" name="Slide Number Placeholder 5">
            <a:extLst>
              <a:ext uri="{FF2B5EF4-FFF2-40B4-BE49-F238E27FC236}">
                <a16:creationId xmlns:a16="http://schemas.microsoft.com/office/drawing/2014/main" id="{8EF2E125-68B3-B0CD-3166-949138C40BA9}"/>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20235184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 Columns with Specialty Header + Icons">
    <p:bg>
      <p:bgPr>
        <a:solidFill>
          <a:srgbClr val="F2F6FB"/>
        </a:solidFill>
        <a:effectLst/>
      </p:bgPr>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FD94E6FC-F3DB-5A3E-EDEF-782707569B15}"/>
              </a:ext>
            </a:extLst>
          </p:cNvPr>
          <p:cNvSpPr/>
          <p:nvPr userDrawn="1"/>
        </p:nvSpPr>
        <p:spPr>
          <a:xfrm>
            <a:off x="1143000" y="1462402"/>
            <a:ext cx="4608068" cy="55778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C854776A-1641-F2F5-EB5A-66E49C4E09CA}"/>
              </a:ext>
            </a:extLst>
          </p:cNvPr>
          <p:cNvSpPr>
            <a:spLocks noGrp="1"/>
          </p:cNvSpPr>
          <p:nvPr>
            <p:ph type="body" sz="quarter" idx="15"/>
          </p:nvPr>
        </p:nvSpPr>
        <p:spPr>
          <a:xfrm>
            <a:off x="1270000" y="1486786"/>
            <a:ext cx="4482972" cy="558800"/>
          </a:xfrm>
          <a:prstGeom prst="roundRect">
            <a:avLst/>
          </a:prstGeom>
          <a:noFill/>
        </p:spPr>
        <p:txBody>
          <a:bodyPr lIns="274320" anchor="ctr"/>
          <a:lstStyle>
            <a:lvl1pPr marL="0" indent="0">
              <a:lnSpc>
                <a:spcPts val="2400"/>
              </a:lnSpc>
              <a:buNone/>
              <a:defRPr sz="2400">
                <a:solidFill>
                  <a:schemeClr val="bg1"/>
                </a:solidFill>
                <a:latin typeface="+mj-lt"/>
              </a:defRPr>
            </a:lvl1pPr>
          </a:lstStyle>
          <a:p>
            <a:pPr lvl="0"/>
            <a:r>
              <a:rPr lang="en-US"/>
              <a:t>Click to edit Master text styles</a:t>
            </a:r>
          </a:p>
        </p:txBody>
      </p:sp>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4808"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cxnSp>
        <p:nvCxnSpPr>
          <p:cNvPr id="38" name="Straight Connector 37">
            <a:extLst>
              <a:ext uri="{FF2B5EF4-FFF2-40B4-BE49-F238E27FC236}">
                <a16:creationId xmlns:a16="http://schemas.microsoft.com/office/drawing/2014/main" id="{788B8436-FAE1-28C8-25F9-DE87833EE946}"/>
              </a:ext>
            </a:extLst>
          </p:cNvPr>
          <p:cNvCxnSpPr>
            <a:cxnSpLocks/>
          </p:cNvCxnSpPr>
          <p:nvPr userDrawn="1"/>
        </p:nvCxnSpPr>
        <p:spPr>
          <a:xfrm>
            <a:off x="6096000" y="1454150"/>
            <a:ext cx="0" cy="4502150"/>
          </a:xfrm>
          <a:prstGeom prst="line">
            <a:avLst/>
          </a:prstGeom>
        </p:spPr>
        <p:style>
          <a:lnRef idx="1">
            <a:schemeClr val="accent1"/>
          </a:lnRef>
          <a:fillRef idx="0">
            <a:schemeClr val="accent1"/>
          </a:fillRef>
          <a:effectRef idx="0">
            <a:schemeClr val="accent1"/>
          </a:effectRef>
          <a:fontRef idx="minor">
            <a:schemeClr val="tx1"/>
          </a:fontRef>
        </p:style>
      </p:cxnSp>
      <p:sp>
        <p:nvSpPr>
          <p:cNvPr id="32" name="Rounded Rectangle 31">
            <a:extLst>
              <a:ext uri="{FF2B5EF4-FFF2-40B4-BE49-F238E27FC236}">
                <a16:creationId xmlns:a16="http://schemas.microsoft.com/office/drawing/2014/main" id="{4BDDF635-7342-688F-32BF-4C1A00C75344}"/>
              </a:ext>
            </a:extLst>
          </p:cNvPr>
          <p:cNvSpPr/>
          <p:nvPr userDrawn="1"/>
        </p:nvSpPr>
        <p:spPr>
          <a:xfrm>
            <a:off x="458107" y="124514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 Placeholder 4">
            <a:extLst>
              <a:ext uri="{FF2B5EF4-FFF2-40B4-BE49-F238E27FC236}">
                <a16:creationId xmlns:a16="http://schemas.microsoft.com/office/drawing/2014/main" id="{77A6E8FA-F611-4131-ED03-B710F318226F}"/>
              </a:ext>
            </a:extLst>
          </p:cNvPr>
          <p:cNvSpPr>
            <a:spLocks noGrp="1"/>
          </p:cNvSpPr>
          <p:nvPr>
            <p:ph type="body" sz="quarter" idx="17"/>
          </p:nvPr>
        </p:nvSpPr>
        <p:spPr>
          <a:xfrm>
            <a:off x="1676400" y="2501900"/>
            <a:ext cx="4064000" cy="704088"/>
          </a:xfrm>
        </p:spPr>
        <p:txBody>
          <a:bodyPr/>
          <a:lstStyle>
            <a:lvl1pPr marL="285750" indent="-285750">
              <a:buFont typeface="Wingdings" pitchFamily="2" charset="2"/>
              <a:buChar char="§"/>
              <a:defRPr sz="1600"/>
            </a:lvl1pPr>
          </a:lstStyle>
          <a:p>
            <a:pPr lvl="0"/>
            <a:r>
              <a:rPr lang="en-US"/>
              <a:t>Click to edit Master text styles</a:t>
            </a:r>
          </a:p>
        </p:txBody>
      </p:sp>
      <p:sp>
        <p:nvSpPr>
          <p:cNvPr id="58" name="Text Placeholder 4">
            <a:extLst>
              <a:ext uri="{FF2B5EF4-FFF2-40B4-BE49-F238E27FC236}">
                <a16:creationId xmlns:a16="http://schemas.microsoft.com/office/drawing/2014/main" id="{77D73644-33CF-6660-9B8B-589B2F3610FE}"/>
              </a:ext>
            </a:extLst>
          </p:cNvPr>
          <p:cNvSpPr>
            <a:spLocks noGrp="1"/>
          </p:cNvSpPr>
          <p:nvPr>
            <p:ph type="body" sz="quarter" idx="18"/>
          </p:nvPr>
        </p:nvSpPr>
        <p:spPr>
          <a:xfrm>
            <a:off x="1676400" y="3670300"/>
            <a:ext cx="4064000" cy="704088"/>
          </a:xfrm>
        </p:spPr>
        <p:txBody>
          <a:bodyPr/>
          <a:lstStyle>
            <a:lvl1pPr marL="285750" indent="-285750">
              <a:buFont typeface="Wingdings" pitchFamily="2" charset="2"/>
              <a:buChar char="§"/>
              <a:defRPr sz="1600"/>
            </a:lvl1pPr>
          </a:lstStyle>
          <a:p>
            <a:pPr lvl="0"/>
            <a:r>
              <a:rPr lang="en-US"/>
              <a:t>Click to edit Master text styles</a:t>
            </a:r>
          </a:p>
        </p:txBody>
      </p:sp>
      <p:sp>
        <p:nvSpPr>
          <p:cNvPr id="59" name="Text Placeholder 4">
            <a:extLst>
              <a:ext uri="{FF2B5EF4-FFF2-40B4-BE49-F238E27FC236}">
                <a16:creationId xmlns:a16="http://schemas.microsoft.com/office/drawing/2014/main" id="{BDA15F09-D4D1-D934-46E4-B2A57C50220C}"/>
              </a:ext>
            </a:extLst>
          </p:cNvPr>
          <p:cNvSpPr>
            <a:spLocks noGrp="1"/>
          </p:cNvSpPr>
          <p:nvPr>
            <p:ph type="body" sz="quarter" idx="19"/>
          </p:nvPr>
        </p:nvSpPr>
        <p:spPr>
          <a:xfrm>
            <a:off x="1676400" y="4838700"/>
            <a:ext cx="4064000" cy="704088"/>
          </a:xfrm>
        </p:spPr>
        <p:txBody>
          <a:bodyPr/>
          <a:lstStyle>
            <a:lvl1pPr marL="285750" indent="-285750">
              <a:buFont typeface="Wingdings" pitchFamily="2" charset="2"/>
              <a:buChar char="§"/>
              <a:defRPr sz="1600"/>
            </a:lvl1pPr>
          </a:lstStyle>
          <a:p>
            <a:pPr lvl="0"/>
            <a:r>
              <a:rPr lang="en-US"/>
              <a:t>Click to edit Master text styles</a:t>
            </a:r>
          </a:p>
        </p:txBody>
      </p:sp>
      <p:sp>
        <p:nvSpPr>
          <p:cNvPr id="63" name="Text Placeholder 4">
            <a:extLst>
              <a:ext uri="{FF2B5EF4-FFF2-40B4-BE49-F238E27FC236}">
                <a16:creationId xmlns:a16="http://schemas.microsoft.com/office/drawing/2014/main" id="{CEC72D9D-27A6-23A1-B780-E09DB54ED0CE}"/>
              </a:ext>
            </a:extLst>
          </p:cNvPr>
          <p:cNvSpPr>
            <a:spLocks noGrp="1"/>
          </p:cNvSpPr>
          <p:nvPr>
            <p:ph type="body" sz="quarter" idx="20" hasCustomPrompt="1"/>
          </p:nvPr>
        </p:nvSpPr>
        <p:spPr>
          <a:xfrm>
            <a:off x="384175" y="4838700"/>
            <a:ext cx="774700" cy="704088"/>
          </a:xfrm>
        </p:spPr>
        <p:txBody>
          <a:bodyPr/>
          <a:lstStyle>
            <a:lvl1pPr marL="0" indent="0" algn="r">
              <a:buNone/>
              <a:defRPr sz="2800">
                <a:solidFill>
                  <a:schemeClr val="accent2"/>
                </a:solidFill>
                <a:latin typeface="+mj-lt"/>
              </a:defRPr>
            </a:lvl1pPr>
          </a:lstStyle>
          <a:p>
            <a:pPr lvl="0"/>
            <a:r>
              <a:rPr lang="en-US"/>
              <a:t>XX</a:t>
            </a:r>
          </a:p>
        </p:txBody>
      </p:sp>
      <p:sp>
        <p:nvSpPr>
          <p:cNvPr id="64" name="Text Placeholder 4">
            <a:extLst>
              <a:ext uri="{FF2B5EF4-FFF2-40B4-BE49-F238E27FC236}">
                <a16:creationId xmlns:a16="http://schemas.microsoft.com/office/drawing/2014/main" id="{F4E29829-7D6F-E28D-2A88-CB193E05A83E}"/>
              </a:ext>
            </a:extLst>
          </p:cNvPr>
          <p:cNvSpPr>
            <a:spLocks noGrp="1"/>
          </p:cNvSpPr>
          <p:nvPr>
            <p:ph type="body" sz="quarter" idx="21" hasCustomPrompt="1"/>
          </p:nvPr>
        </p:nvSpPr>
        <p:spPr>
          <a:xfrm>
            <a:off x="384175" y="3581400"/>
            <a:ext cx="774700" cy="704088"/>
          </a:xfrm>
        </p:spPr>
        <p:txBody>
          <a:bodyPr/>
          <a:lstStyle>
            <a:lvl1pPr marL="0" indent="0" algn="r">
              <a:buNone/>
              <a:defRPr sz="2800">
                <a:solidFill>
                  <a:schemeClr val="accent2"/>
                </a:solidFill>
                <a:latin typeface="+mj-lt"/>
              </a:defRPr>
            </a:lvl1pPr>
          </a:lstStyle>
          <a:p>
            <a:pPr lvl="0"/>
            <a:r>
              <a:rPr lang="en-US"/>
              <a:t>XX</a:t>
            </a:r>
          </a:p>
        </p:txBody>
      </p:sp>
      <p:sp>
        <p:nvSpPr>
          <p:cNvPr id="65" name="Text Placeholder 4">
            <a:extLst>
              <a:ext uri="{FF2B5EF4-FFF2-40B4-BE49-F238E27FC236}">
                <a16:creationId xmlns:a16="http://schemas.microsoft.com/office/drawing/2014/main" id="{D8DA2A30-B65B-4B69-5AD8-ED7ED5B5C733}"/>
              </a:ext>
            </a:extLst>
          </p:cNvPr>
          <p:cNvSpPr>
            <a:spLocks noGrp="1"/>
          </p:cNvSpPr>
          <p:nvPr>
            <p:ph type="body" sz="quarter" idx="22" hasCustomPrompt="1"/>
          </p:nvPr>
        </p:nvSpPr>
        <p:spPr>
          <a:xfrm>
            <a:off x="384175" y="2489200"/>
            <a:ext cx="774700" cy="704088"/>
          </a:xfrm>
        </p:spPr>
        <p:txBody>
          <a:bodyPr/>
          <a:lstStyle>
            <a:lvl1pPr marL="0" indent="0" algn="r">
              <a:buNone/>
              <a:defRPr sz="2800">
                <a:solidFill>
                  <a:schemeClr val="accent2"/>
                </a:solidFill>
                <a:latin typeface="+mj-lt"/>
              </a:defRPr>
            </a:lvl1pPr>
          </a:lstStyle>
          <a:p>
            <a:pPr lvl="0"/>
            <a:r>
              <a:rPr lang="en-US"/>
              <a:t>XX</a:t>
            </a:r>
          </a:p>
        </p:txBody>
      </p:sp>
      <p:sp>
        <p:nvSpPr>
          <p:cNvPr id="66" name="Text Placeholder 4">
            <a:extLst>
              <a:ext uri="{FF2B5EF4-FFF2-40B4-BE49-F238E27FC236}">
                <a16:creationId xmlns:a16="http://schemas.microsoft.com/office/drawing/2014/main" id="{F28CC207-A3D6-E2E8-D22F-8522D54C05FD}"/>
              </a:ext>
            </a:extLst>
          </p:cNvPr>
          <p:cNvSpPr>
            <a:spLocks noGrp="1"/>
          </p:cNvSpPr>
          <p:nvPr>
            <p:ph type="body" sz="quarter" idx="23"/>
          </p:nvPr>
        </p:nvSpPr>
        <p:spPr>
          <a:xfrm>
            <a:off x="7721600" y="2501900"/>
            <a:ext cx="4064000" cy="704088"/>
          </a:xfrm>
        </p:spPr>
        <p:txBody>
          <a:bodyPr/>
          <a:lstStyle>
            <a:lvl1pPr marL="285750" indent="-285750">
              <a:buFont typeface="Wingdings" pitchFamily="2" charset="2"/>
              <a:buChar char="§"/>
              <a:defRPr sz="1600"/>
            </a:lvl1pPr>
          </a:lstStyle>
          <a:p>
            <a:pPr lvl="0"/>
            <a:r>
              <a:rPr lang="en-US"/>
              <a:t>Click to edit Master text styles</a:t>
            </a:r>
          </a:p>
        </p:txBody>
      </p:sp>
      <p:sp>
        <p:nvSpPr>
          <p:cNvPr id="67" name="Text Placeholder 4">
            <a:extLst>
              <a:ext uri="{FF2B5EF4-FFF2-40B4-BE49-F238E27FC236}">
                <a16:creationId xmlns:a16="http://schemas.microsoft.com/office/drawing/2014/main" id="{4A428E19-B25E-17C9-0B0E-0C3CA139F9CD}"/>
              </a:ext>
            </a:extLst>
          </p:cNvPr>
          <p:cNvSpPr>
            <a:spLocks noGrp="1"/>
          </p:cNvSpPr>
          <p:nvPr>
            <p:ph type="body" sz="quarter" idx="24"/>
          </p:nvPr>
        </p:nvSpPr>
        <p:spPr>
          <a:xfrm>
            <a:off x="7721600" y="3670300"/>
            <a:ext cx="4064000" cy="704088"/>
          </a:xfrm>
        </p:spPr>
        <p:txBody>
          <a:bodyPr/>
          <a:lstStyle>
            <a:lvl1pPr marL="285750" indent="-285750">
              <a:buFont typeface="Wingdings" pitchFamily="2" charset="2"/>
              <a:buChar char="§"/>
              <a:defRPr sz="1600"/>
            </a:lvl1pPr>
          </a:lstStyle>
          <a:p>
            <a:pPr lvl="0"/>
            <a:r>
              <a:rPr lang="en-US"/>
              <a:t>Click to edit Master text styles</a:t>
            </a:r>
          </a:p>
        </p:txBody>
      </p:sp>
      <p:sp>
        <p:nvSpPr>
          <p:cNvPr id="68" name="Text Placeholder 4">
            <a:extLst>
              <a:ext uri="{FF2B5EF4-FFF2-40B4-BE49-F238E27FC236}">
                <a16:creationId xmlns:a16="http://schemas.microsoft.com/office/drawing/2014/main" id="{EF9CB5C5-FB35-6E07-9153-80DBDE88195A}"/>
              </a:ext>
            </a:extLst>
          </p:cNvPr>
          <p:cNvSpPr>
            <a:spLocks noGrp="1"/>
          </p:cNvSpPr>
          <p:nvPr>
            <p:ph type="body" sz="quarter" idx="25"/>
          </p:nvPr>
        </p:nvSpPr>
        <p:spPr>
          <a:xfrm>
            <a:off x="7721600" y="4838700"/>
            <a:ext cx="4064000" cy="704088"/>
          </a:xfrm>
        </p:spPr>
        <p:txBody>
          <a:bodyPr/>
          <a:lstStyle>
            <a:lvl1pPr marL="285750" indent="-285750">
              <a:buFont typeface="Wingdings" pitchFamily="2" charset="2"/>
              <a:buChar char="§"/>
              <a:defRPr sz="1600"/>
            </a:lvl1pPr>
          </a:lstStyle>
          <a:p>
            <a:pPr lvl="0"/>
            <a:r>
              <a:rPr lang="en-US"/>
              <a:t>Click to edit Master text styles</a:t>
            </a:r>
          </a:p>
        </p:txBody>
      </p:sp>
      <p:sp>
        <p:nvSpPr>
          <p:cNvPr id="69" name="Text Placeholder 4">
            <a:extLst>
              <a:ext uri="{FF2B5EF4-FFF2-40B4-BE49-F238E27FC236}">
                <a16:creationId xmlns:a16="http://schemas.microsoft.com/office/drawing/2014/main" id="{7D9F2C7D-522B-8323-918D-6FD468562760}"/>
              </a:ext>
            </a:extLst>
          </p:cNvPr>
          <p:cNvSpPr>
            <a:spLocks noGrp="1"/>
          </p:cNvSpPr>
          <p:nvPr>
            <p:ph type="body" sz="quarter" idx="26" hasCustomPrompt="1"/>
          </p:nvPr>
        </p:nvSpPr>
        <p:spPr>
          <a:xfrm>
            <a:off x="6429375" y="4838700"/>
            <a:ext cx="774700" cy="704088"/>
          </a:xfrm>
        </p:spPr>
        <p:txBody>
          <a:bodyPr/>
          <a:lstStyle>
            <a:lvl1pPr marL="0" indent="0" algn="r">
              <a:buNone/>
              <a:defRPr sz="2800">
                <a:solidFill>
                  <a:schemeClr val="accent2"/>
                </a:solidFill>
                <a:latin typeface="+mj-lt"/>
              </a:defRPr>
            </a:lvl1pPr>
          </a:lstStyle>
          <a:p>
            <a:pPr lvl="0"/>
            <a:r>
              <a:rPr lang="en-US"/>
              <a:t>XX</a:t>
            </a:r>
          </a:p>
        </p:txBody>
      </p:sp>
      <p:sp>
        <p:nvSpPr>
          <p:cNvPr id="70" name="Text Placeholder 4">
            <a:extLst>
              <a:ext uri="{FF2B5EF4-FFF2-40B4-BE49-F238E27FC236}">
                <a16:creationId xmlns:a16="http://schemas.microsoft.com/office/drawing/2014/main" id="{6ADD1C96-7429-F160-9C1C-FA804824B9F7}"/>
              </a:ext>
            </a:extLst>
          </p:cNvPr>
          <p:cNvSpPr>
            <a:spLocks noGrp="1"/>
          </p:cNvSpPr>
          <p:nvPr>
            <p:ph type="body" sz="quarter" idx="27" hasCustomPrompt="1"/>
          </p:nvPr>
        </p:nvSpPr>
        <p:spPr>
          <a:xfrm>
            <a:off x="6429375" y="3581400"/>
            <a:ext cx="774700" cy="704088"/>
          </a:xfrm>
        </p:spPr>
        <p:txBody>
          <a:bodyPr/>
          <a:lstStyle>
            <a:lvl1pPr marL="0" indent="0" algn="r">
              <a:buNone/>
              <a:defRPr sz="2800">
                <a:solidFill>
                  <a:schemeClr val="accent2"/>
                </a:solidFill>
                <a:latin typeface="+mj-lt"/>
              </a:defRPr>
            </a:lvl1pPr>
          </a:lstStyle>
          <a:p>
            <a:pPr lvl="0"/>
            <a:r>
              <a:rPr lang="en-US"/>
              <a:t>XX</a:t>
            </a:r>
          </a:p>
        </p:txBody>
      </p:sp>
      <p:sp>
        <p:nvSpPr>
          <p:cNvPr id="71" name="Text Placeholder 4">
            <a:extLst>
              <a:ext uri="{FF2B5EF4-FFF2-40B4-BE49-F238E27FC236}">
                <a16:creationId xmlns:a16="http://schemas.microsoft.com/office/drawing/2014/main" id="{E4DBC269-9891-598E-4B3E-CEA9CCB5DBF9}"/>
              </a:ext>
            </a:extLst>
          </p:cNvPr>
          <p:cNvSpPr>
            <a:spLocks noGrp="1"/>
          </p:cNvSpPr>
          <p:nvPr>
            <p:ph type="body" sz="quarter" idx="28" hasCustomPrompt="1"/>
          </p:nvPr>
        </p:nvSpPr>
        <p:spPr>
          <a:xfrm>
            <a:off x="6429375" y="2489200"/>
            <a:ext cx="774700" cy="704088"/>
          </a:xfrm>
        </p:spPr>
        <p:txBody>
          <a:bodyPr/>
          <a:lstStyle>
            <a:lvl1pPr marL="0" indent="0" algn="r">
              <a:buNone/>
              <a:defRPr sz="2800">
                <a:solidFill>
                  <a:schemeClr val="accent2"/>
                </a:solidFill>
                <a:latin typeface="+mj-lt"/>
              </a:defRPr>
            </a:lvl1pPr>
          </a:lstStyle>
          <a:p>
            <a:pPr lvl="0"/>
            <a:r>
              <a:rPr lang="en-US"/>
              <a:t>XX</a:t>
            </a:r>
          </a:p>
        </p:txBody>
      </p:sp>
      <p:sp>
        <p:nvSpPr>
          <p:cNvPr id="73" name="Rounded Rectangle 72">
            <a:extLst>
              <a:ext uri="{FF2B5EF4-FFF2-40B4-BE49-F238E27FC236}">
                <a16:creationId xmlns:a16="http://schemas.microsoft.com/office/drawing/2014/main" id="{E66EC400-7FB4-DB3B-8D61-1D2708B54BE9}"/>
              </a:ext>
            </a:extLst>
          </p:cNvPr>
          <p:cNvSpPr/>
          <p:nvPr userDrawn="1"/>
        </p:nvSpPr>
        <p:spPr>
          <a:xfrm>
            <a:off x="7188200" y="1462402"/>
            <a:ext cx="4608068" cy="55778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 Placeholder 2">
            <a:extLst>
              <a:ext uri="{FF2B5EF4-FFF2-40B4-BE49-F238E27FC236}">
                <a16:creationId xmlns:a16="http://schemas.microsoft.com/office/drawing/2014/main" id="{82F66B27-D17F-D730-6602-739F42215DBE}"/>
              </a:ext>
            </a:extLst>
          </p:cNvPr>
          <p:cNvSpPr>
            <a:spLocks noGrp="1"/>
          </p:cNvSpPr>
          <p:nvPr>
            <p:ph type="body" sz="quarter" idx="29"/>
          </p:nvPr>
        </p:nvSpPr>
        <p:spPr>
          <a:xfrm>
            <a:off x="7315200" y="1486786"/>
            <a:ext cx="4482972" cy="558800"/>
          </a:xfrm>
          <a:prstGeom prst="roundRect">
            <a:avLst/>
          </a:prstGeom>
          <a:noFill/>
        </p:spPr>
        <p:txBody>
          <a:bodyPr lIns="274320" anchor="ctr"/>
          <a:lstStyle>
            <a:lvl1pPr marL="0" indent="0">
              <a:lnSpc>
                <a:spcPts val="2400"/>
              </a:lnSpc>
              <a:buNone/>
              <a:defRPr sz="2400">
                <a:solidFill>
                  <a:schemeClr val="bg1"/>
                </a:solidFill>
                <a:latin typeface="+mj-lt"/>
              </a:defRPr>
            </a:lvl1pPr>
          </a:lstStyle>
          <a:p>
            <a:pPr lvl="0"/>
            <a:r>
              <a:rPr lang="en-US"/>
              <a:t>Click to edit Master text styles</a:t>
            </a:r>
          </a:p>
        </p:txBody>
      </p:sp>
      <p:sp>
        <p:nvSpPr>
          <p:cNvPr id="75" name="Rounded Rectangle 74">
            <a:extLst>
              <a:ext uri="{FF2B5EF4-FFF2-40B4-BE49-F238E27FC236}">
                <a16:creationId xmlns:a16="http://schemas.microsoft.com/office/drawing/2014/main" id="{48C47F3B-D749-DD5A-61FB-C39B5FA9FCE3}"/>
              </a:ext>
            </a:extLst>
          </p:cNvPr>
          <p:cNvSpPr/>
          <p:nvPr userDrawn="1"/>
        </p:nvSpPr>
        <p:spPr>
          <a:xfrm>
            <a:off x="6503307" y="124514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9" name="Straight Connector 38">
            <a:extLst>
              <a:ext uri="{FF2B5EF4-FFF2-40B4-BE49-F238E27FC236}">
                <a16:creationId xmlns:a16="http://schemas.microsoft.com/office/drawing/2014/main" id="{BA07A94C-4F35-9FC1-45A8-C0B63AE87CF1}"/>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40" name="Rounded Rectangle 39">
            <a:extLst>
              <a:ext uri="{FF2B5EF4-FFF2-40B4-BE49-F238E27FC236}">
                <a16:creationId xmlns:a16="http://schemas.microsoft.com/office/drawing/2014/main" id="{71783676-3290-5D4A-EE32-A780F9F23FE7}"/>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1" name="Graphic 62">
            <a:extLst>
              <a:ext uri="{FF2B5EF4-FFF2-40B4-BE49-F238E27FC236}">
                <a16:creationId xmlns:a16="http://schemas.microsoft.com/office/drawing/2014/main" id="{6A056D92-D0C9-0BE8-42A4-D7EF19F0E896}"/>
              </a:ext>
            </a:extLst>
          </p:cNvPr>
          <p:cNvGrpSpPr/>
          <p:nvPr userDrawn="1"/>
        </p:nvGrpSpPr>
        <p:grpSpPr>
          <a:xfrm>
            <a:off x="11389259" y="459884"/>
            <a:ext cx="352694" cy="349203"/>
            <a:chOff x="10767269" y="208371"/>
            <a:chExt cx="182844" cy="181034"/>
          </a:xfrm>
        </p:grpSpPr>
        <p:sp>
          <p:nvSpPr>
            <p:cNvPr id="43" name="Freeform 42">
              <a:extLst>
                <a:ext uri="{FF2B5EF4-FFF2-40B4-BE49-F238E27FC236}">
                  <a16:creationId xmlns:a16="http://schemas.microsoft.com/office/drawing/2014/main" id="{FDB8B7AF-4D12-A2ED-FA8F-442401B56877}"/>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4" name="Freeform 43">
              <a:extLst>
                <a:ext uri="{FF2B5EF4-FFF2-40B4-BE49-F238E27FC236}">
                  <a16:creationId xmlns:a16="http://schemas.microsoft.com/office/drawing/2014/main" id="{822BF330-3AE8-8AA3-4A4C-CE13C05E91AE}"/>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45" name="Freeform 44">
              <a:extLst>
                <a:ext uri="{FF2B5EF4-FFF2-40B4-BE49-F238E27FC236}">
                  <a16:creationId xmlns:a16="http://schemas.microsoft.com/office/drawing/2014/main" id="{D85407E4-698B-0930-863D-9B4EBC73DA2A}"/>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6" name="Freeform 45">
              <a:extLst>
                <a:ext uri="{FF2B5EF4-FFF2-40B4-BE49-F238E27FC236}">
                  <a16:creationId xmlns:a16="http://schemas.microsoft.com/office/drawing/2014/main" id="{D6A43AF3-79EA-47C6-A4E9-343111A42AB5}"/>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47" name="Freeform 46">
              <a:extLst>
                <a:ext uri="{FF2B5EF4-FFF2-40B4-BE49-F238E27FC236}">
                  <a16:creationId xmlns:a16="http://schemas.microsoft.com/office/drawing/2014/main" id="{506E2268-4244-FA6F-1331-7747CB1FD273}"/>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49" name="Slide Number Placeholder 5">
            <a:extLst>
              <a:ext uri="{FF2B5EF4-FFF2-40B4-BE49-F238E27FC236}">
                <a16:creationId xmlns:a16="http://schemas.microsoft.com/office/drawing/2014/main" id="{91F8190E-56FA-1FC6-EF26-FDD71C17DF8E}"/>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19449057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 Columns with Specialty Header">
    <p:bg>
      <p:bgPr>
        <a:solidFill>
          <a:srgbClr val="F2F6FB"/>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854776A-1641-F2F5-EB5A-66E49C4E09CA}"/>
              </a:ext>
            </a:extLst>
          </p:cNvPr>
          <p:cNvSpPr>
            <a:spLocks noGrp="1"/>
          </p:cNvSpPr>
          <p:nvPr>
            <p:ph type="body" sz="quarter" idx="15"/>
          </p:nvPr>
        </p:nvSpPr>
        <p:spPr>
          <a:xfrm>
            <a:off x="454025" y="1461386"/>
            <a:ext cx="5413248" cy="558800"/>
          </a:xfrm>
          <a:prstGeom prst="roundRect">
            <a:avLst/>
          </a:prstGeom>
          <a:solidFill>
            <a:schemeClr val="accent3">
              <a:lumMod val="90000"/>
            </a:schemeClr>
          </a:solidFill>
        </p:spPr>
        <p:txBody>
          <a:bodyPr lIns="274320" anchor="ctr"/>
          <a:lstStyle>
            <a:lvl1pPr marL="0" indent="0">
              <a:buNone/>
              <a:defRPr sz="2400">
                <a:solidFill>
                  <a:schemeClr val="bg1"/>
                </a:solidFill>
                <a:latin typeface="+mj-lt"/>
              </a:defRPr>
            </a:lvl1pPr>
          </a:lstStyle>
          <a:p>
            <a:pPr lvl="0"/>
            <a:r>
              <a:rPr lang="en-US"/>
              <a:t>Click to edit Master text styles</a:t>
            </a:r>
          </a:p>
        </p:txBody>
      </p:sp>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4808"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1" name="Text Placeholder 2">
            <a:extLst>
              <a:ext uri="{FF2B5EF4-FFF2-40B4-BE49-F238E27FC236}">
                <a16:creationId xmlns:a16="http://schemas.microsoft.com/office/drawing/2014/main" id="{7A8B3D6F-D0B6-54E3-D5BC-F313B25AB746}"/>
              </a:ext>
            </a:extLst>
          </p:cNvPr>
          <p:cNvSpPr>
            <a:spLocks noGrp="1"/>
          </p:cNvSpPr>
          <p:nvPr>
            <p:ph type="body" sz="quarter" idx="16"/>
          </p:nvPr>
        </p:nvSpPr>
        <p:spPr>
          <a:xfrm>
            <a:off x="6324600" y="1461386"/>
            <a:ext cx="5413248" cy="558800"/>
          </a:xfrm>
          <a:prstGeom prst="roundRect">
            <a:avLst/>
          </a:prstGeom>
          <a:solidFill>
            <a:schemeClr val="accent2"/>
          </a:solidFill>
        </p:spPr>
        <p:txBody>
          <a:bodyPr lIns="274320" anchor="ctr"/>
          <a:lstStyle>
            <a:lvl1pPr marL="0" indent="0">
              <a:buNone/>
              <a:defRPr sz="2400">
                <a:solidFill>
                  <a:schemeClr val="bg1"/>
                </a:solidFill>
                <a:latin typeface="+mj-lt"/>
              </a:defRPr>
            </a:lvl1pPr>
          </a:lstStyle>
          <a:p>
            <a:pPr lvl="0"/>
            <a:r>
              <a:rPr lang="en-US"/>
              <a:t>Click to edit Master text styles</a:t>
            </a:r>
          </a:p>
        </p:txBody>
      </p:sp>
      <p:cxnSp>
        <p:nvCxnSpPr>
          <p:cNvPr id="38" name="Straight Connector 37">
            <a:extLst>
              <a:ext uri="{FF2B5EF4-FFF2-40B4-BE49-F238E27FC236}">
                <a16:creationId xmlns:a16="http://schemas.microsoft.com/office/drawing/2014/main" id="{788B8436-FAE1-28C8-25F9-DE87833EE946}"/>
              </a:ext>
            </a:extLst>
          </p:cNvPr>
          <p:cNvCxnSpPr>
            <a:cxnSpLocks/>
          </p:cNvCxnSpPr>
          <p:nvPr userDrawn="1"/>
        </p:nvCxnSpPr>
        <p:spPr>
          <a:xfrm>
            <a:off x="6095936" y="1454150"/>
            <a:ext cx="0" cy="4502150"/>
          </a:xfrm>
          <a:prstGeom prst="line">
            <a:avLst/>
          </a:prstGeom>
        </p:spPr>
        <p:style>
          <a:lnRef idx="1">
            <a:schemeClr val="accent1"/>
          </a:lnRef>
          <a:fillRef idx="0">
            <a:schemeClr val="accent1"/>
          </a:fillRef>
          <a:effectRef idx="0">
            <a:schemeClr val="accent1"/>
          </a:effectRef>
          <a:fontRef idx="minor">
            <a:schemeClr val="tx1"/>
          </a:fontRef>
        </p:style>
      </p:cxnSp>
      <p:sp>
        <p:nvSpPr>
          <p:cNvPr id="40" name="Content Placeholder 2">
            <a:extLst>
              <a:ext uri="{FF2B5EF4-FFF2-40B4-BE49-F238E27FC236}">
                <a16:creationId xmlns:a16="http://schemas.microsoft.com/office/drawing/2014/main" id="{D89FF448-E98B-D9A8-5BFA-B2E87B3A66BB}"/>
              </a:ext>
            </a:extLst>
          </p:cNvPr>
          <p:cNvSpPr>
            <a:spLocks noGrp="1"/>
          </p:cNvSpPr>
          <p:nvPr>
            <p:ph sz="quarter" idx="17"/>
          </p:nvPr>
        </p:nvSpPr>
        <p:spPr>
          <a:xfrm>
            <a:off x="454025" y="2214880"/>
            <a:ext cx="541324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41" name="Content Placeholder 2">
            <a:extLst>
              <a:ext uri="{FF2B5EF4-FFF2-40B4-BE49-F238E27FC236}">
                <a16:creationId xmlns:a16="http://schemas.microsoft.com/office/drawing/2014/main" id="{441C8E46-662B-5695-A792-AD8BF414A96A}"/>
              </a:ext>
            </a:extLst>
          </p:cNvPr>
          <p:cNvSpPr>
            <a:spLocks noGrp="1"/>
          </p:cNvSpPr>
          <p:nvPr>
            <p:ph sz="quarter" idx="18"/>
          </p:nvPr>
        </p:nvSpPr>
        <p:spPr>
          <a:xfrm>
            <a:off x="6323555" y="2214880"/>
            <a:ext cx="541324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70D5CD4A-CACB-B6AE-BBC4-4C8978078E36}"/>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9FC1E52B-299B-816D-D973-DDB4A9061C14}"/>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9" name="Graphic 62">
            <a:extLst>
              <a:ext uri="{FF2B5EF4-FFF2-40B4-BE49-F238E27FC236}">
                <a16:creationId xmlns:a16="http://schemas.microsoft.com/office/drawing/2014/main" id="{46C6722C-C67C-380F-6B8E-035E3C0B38EE}"/>
              </a:ext>
            </a:extLst>
          </p:cNvPr>
          <p:cNvGrpSpPr/>
          <p:nvPr userDrawn="1"/>
        </p:nvGrpSpPr>
        <p:grpSpPr>
          <a:xfrm>
            <a:off x="11389259" y="459884"/>
            <a:ext cx="352694" cy="349203"/>
            <a:chOff x="10767269" y="208371"/>
            <a:chExt cx="182844" cy="181034"/>
          </a:xfrm>
        </p:grpSpPr>
        <p:sp>
          <p:nvSpPr>
            <p:cNvPr id="32" name="Freeform 31">
              <a:extLst>
                <a:ext uri="{FF2B5EF4-FFF2-40B4-BE49-F238E27FC236}">
                  <a16:creationId xmlns:a16="http://schemas.microsoft.com/office/drawing/2014/main" id="{496C27F2-144E-ED54-943E-B4D604FCF7FF}"/>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3" name="Freeform 32">
              <a:extLst>
                <a:ext uri="{FF2B5EF4-FFF2-40B4-BE49-F238E27FC236}">
                  <a16:creationId xmlns:a16="http://schemas.microsoft.com/office/drawing/2014/main" id="{C2496FEF-51EC-C99F-0448-4EA8B7D877EB}"/>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4" name="Freeform 33">
              <a:extLst>
                <a:ext uri="{FF2B5EF4-FFF2-40B4-BE49-F238E27FC236}">
                  <a16:creationId xmlns:a16="http://schemas.microsoft.com/office/drawing/2014/main" id="{8D02FF2D-E1F2-8ED6-694D-4E0B714DD701}"/>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3005232E-DC7B-3822-6A78-F301F4279701}"/>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50E9EFE7-84D0-E24A-1C42-D9A97171BE1A}"/>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4" name="Slide Number Placeholder 5">
            <a:extLst>
              <a:ext uri="{FF2B5EF4-FFF2-40B4-BE49-F238E27FC236}">
                <a16:creationId xmlns:a16="http://schemas.microsoft.com/office/drawing/2014/main" id="{2DF047A2-13C2-7A18-6D0E-823804454E25}"/>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376772877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 Sections with Specialty Headers">
    <p:bg>
      <p:bgPr>
        <a:solidFill>
          <a:srgbClr val="F2F6FB"/>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854776A-1641-F2F5-EB5A-66E49C4E09CA}"/>
              </a:ext>
            </a:extLst>
          </p:cNvPr>
          <p:cNvSpPr>
            <a:spLocks noGrp="1"/>
          </p:cNvSpPr>
          <p:nvPr>
            <p:ph type="body" sz="quarter" idx="15"/>
          </p:nvPr>
        </p:nvSpPr>
        <p:spPr>
          <a:xfrm>
            <a:off x="454025" y="1461386"/>
            <a:ext cx="5413248" cy="558800"/>
          </a:xfrm>
          <a:prstGeom prst="roundRect">
            <a:avLst/>
          </a:prstGeom>
          <a:solidFill>
            <a:schemeClr val="accent1"/>
          </a:solidFill>
        </p:spPr>
        <p:txBody>
          <a:bodyPr lIns="274320" anchor="ctr"/>
          <a:lstStyle>
            <a:lvl1pPr marL="0" indent="0">
              <a:buNone/>
              <a:defRPr sz="2400">
                <a:solidFill>
                  <a:schemeClr val="bg1"/>
                </a:solidFill>
                <a:latin typeface="+mj-lt"/>
              </a:defRPr>
            </a:lvl1pPr>
          </a:lstStyle>
          <a:p>
            <a:pPr lvl="0"/>
            <a:r>
              <a:rPr lang="en-US"/>
              <a:t>Click to edit Master text styles</a:t>
            </a:r>
          </a:p>
        </p:txBody>
      </p:sp>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4808"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1" name="Text Placeholder 2">
            <a:extLst>
              <a:ext uri="{FF2B5EF4-FFF2-40B4-BE49-F238E27FC236}">
                <a16:creationId xmlns:a16="http://schemas.microsoft.com/office/drawing/2014/main" id="{7A8B3D6F-D0B6-54E3-D5BC-F313B25AB746}"/>
              </a:ext>
            </a:extLst>
          </p:cNvPr>
          <p:cNvSpPr>
            <a:spLocks noGrp="1"/>
          </p:cNvSpPr>
          <p:nvPr>
            <p:ph type="body" sz="quarter" idx="16"/>
          </p:nvPr>
        </p:nvSpPr>
        <p:spPr>
          <a:xfrm>
            <a:off x="6324600" y="1461386"/>
            <a:ext cx="5413248" cy="558800"/>
          </a:xfrm>
          <a:prstGeom prst="roundRect">
            <a:avLst/>
          </a:prstGeom>
          <a:solidFill>
            <a:schemeClr val="accent2"/>
          </a:solidFill>
        </p:spPr>
        <p:txBody>
          <a:bodyPr lIns="274320" anchor="ctr"/>
          <a:lstStyle>
            <a:lvl1pPr marL="0" indent="0">
              <a:buNone/>
              <a:defRPr sz="2400">
                <a:solidFill>
                  <a:schemeClr val="bg1"/>
                </a:solidFill>
                <a:latin typeface="+mj-lt"/>
              </a:defRPr>
            </a:lvl1pPr>
          </a:lstStyle>
          <a:p>
            <a:pPr lvl="0"/>
            <a:r>
              <a:rPr lang="en-US"/>
              <a:t>Click to edit Master text styles</a:t>
            </a:r>
          </a:p>
        </p:txBody>
      </p:sp>
      <p:sp>
        <p:nvSpPr>
          <p:cNvPr id="29" name="Text Placeholder 2">
            <a:extLst>
              <a:ext uri="{FF2B5EF4-FFF2-40B4-BE49-F238E27FC236}">
                <a16:creationId xmlns:a16="http://schemas.microsoft.com/office/drawing/2014/main" id="{FB787B36-7AEE-395C-209A-62EDCAD058F6}"/>
              </a:ext>
            </a:extLst>
          </p:cNvPr>
          <p:cNvSpPr>
            <a:spLocks noGrp="1"/>
          </p:cNvSpPr>
          <p:nvPr>
            <p:ph type="body" sz="quarter" idx="17"/>
          </p:nvPr>
        </p:nvSpPr>
        <p:spPr>
          <a:xfrm>
            <a:off x="454025" y="3886200"/>
            <a:ext cx="5413248" cy="558800"/>
          </a:xfrm>
          <a:prstGeom prst="roundRect">
            <a:avLst/>
          </a:prstGeom>
          <a:solidFill>
            <a:schemeClr val="accent3">
              <a:lumMod val="90000"/>
            </a:schemeClr>
          </a:solidFill>
        </p:spPr>
        <p:txBody>
          <a:bodyPr lIns="274320" anchor="ctr"/>
          <a:lstStyle>
            <a:lvl1pPr marL="0" indent="0">
              <a:buNone/>
              <a:defRPr sz="2400">
                <a:solidFill>
                  <a:schemeClr val="bg1"/>
                </a:solidFill>
                <a:latin typeface="+mj-lt"/>
              </a:defRPr>
            </a:lvl1pPr>
          </a:lstStyle>
          <a:p>
            <a:pPr lvl="0"/>
            <a:r>
              <a:rPr lang="en-US"/>
              <a:t>Click to edit Master text styles</a:t>
            </a:r>
          </a:p>
        </p:txBody>
      </p:sp>
      <p:sp>
        <p:nvSpPr>
          <p:cNvPr id="38" name="Text Placeholder 2">
            <a:extLst>
              <a:ext uri="{FF2B5EF4-FFF2-40B4-BE49-F238E27FC236}">
                <a16:creationId xmlns:a16="http://schemas.microsoft.com/office/drawing/2014/main" id="{5E49B28D-8F05-050A-47CD-4C94D3DB13B7}"/>
              </a:ext>
            </a:extLst>
          </p:cNvPr>
          <p:cNvSpPr>
            <a:spLocks noGrp="1"/>
          </p:cNvSpPr>
          <p:nvPr>
            <p:ph type="body" sz="quarter" idx="20"/>
          </p:nvPr>
        </p:nvSpPr>
        <p:spPr>
          <a:xfrm>
            <a:off x="6324600" y="3886200"/>
            <a:ext cx="5413248" cy="558800"/>
          </a:xfrm>
          <a:prstGeom prst="roundRect">
            <a:avLst/>
          </a:prstGeom>
          <a:solidFill>
            <a:schemeClr val="accent5"/>
          </a:solidFill>
        </p:spPr>
        <p:txBody>
          <a:bodyPr lIns="274320" anchor="ctr"/>
          <a:lstStyle>
            <a:lvl1pPr marL="0" indent="0">
              <a:buNone/>
              <a:defRPr sz="2400">
                <a:solidFill>
                  <a:schemeClr val="bg1"/>
                </a:solidFill>
                <a:latin typeface="+mj-lt"/>
              </a:defRPr>
            </a:lvl1pPr>
          </a:lstStyle>
          <a:p>
            <a:pPr lvl="0"/>
            <a:r>
              <a:rPr lang="en-US"/>
              <a:t>Click to edit Master text styles</a:t>
            </a:r>
          </a:p>
        </p:txBody>
      </p:sp>
      <p:cxnSp>
        <p:nvCxnSpPr>
          <p:cNvPr id="39" name="Straight Connector 38">
            <a:extLst>
              <a:ext uri="{FF2B5EF4-FFF2-40B4-BE49-F238E27FC236}">
                <a16:creationId xmlns:a16="http://schemas.microsoft.com/office/drawing/2014/main" id="{5C0C652A-48A4-090B-D673-56428A1576D3}"/>
              </a:ext>
            </a:extLst>
          </p:cNvPr>
          <p:cNvCxnSpPr>
            <a:cxnSpLocks/>
          </p:cNvCxnSpPr>
          <p:nvPr userDrawn="1"/>
        </p:nvCxnSpPr>
        <p:spPr>
          <a:xfrm>
            <a:off x="6095936" y="1454150"/>
            <a:ext cx="0" cy="4502150"/>
          </a:xfrm>
          <a:prstGeom prst="line">
            <a:avLst/>
          </a:prstGeom>
        </p:spPr>
        <p:style>
          <a:lnRef idx="1">
            <a:schemeClr val="accent1"/>
          </a:lnRef>
          <a:fillRef idx="0">
            <a:schemeClr val="accent1"/>
          </a:fillRef>
          <a:effectRef idx="0">
            <a:schemeClr val="accent1"/>
          </a:effectRef>
          <a:fontRef idx="minor">
            <a:schemeClr val="tx1"/>
          </a:fontRef>
        </p:style>
      </p:cxnSp>
      <p:sp>
        <p:nvSpPr>
          <p:cNvPr id="40" name="Content Placeholder 2">
            <a:extLst>
              <a:ext uri="{FF2B5EF4-FFF2-40B4-BE49-F238E27FC236}">
                <a16:creationId xmlns:a16="http://schemas.microsoft.com/office/drawing/2014/main" id="{E2B68D74-78A5-FE98-88F2-837962E4BB8F}"/>
              </a:ext>
            </a:extLst>
          </p:cNvPr>
          <p:cNvSpPr>
            <a:spLocks noGrp="1"/>
          </p:cNvSpPr>
          <p:nvPr>
            <p:ph sz="quarter" idx="21"/>
          </p:nvPr>
        </p:nvSpPr>
        <p:spPr>
          <a:xfrm>
            <a:off x="454025" y="2214880"/>
            <a:ext cx="5413248" cy="1226820"/>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41" name="Content Placeholder 2">
            <a:extLst>
              <a:ext uri="{FF2B5EF4-FFF2-40B4-BE49-F238E27FC236}">
                <a16:creationId xmlns:a16="http://schemas.microsoft.com/office/drawing/2014/main" id="{E2900BEC-965C-7AF1-8A8F-3E1D554B2E67}"/>
              </a:ext>
            </a:extLst>
          </p:cNvPr>
          <p:cNvSpPr>
            <a:spLocks noGrp="1"/>
          </p:cNvSpPr>
          <p:nvPr>
            <p:ph sz="quarter" idx="22"/>
          </p:nvPr>
        </p:nvSpPr>
        <p:spPr>
          <a:xfrm>
            <a:off x="6323555" y="2214880"/>
            <a:ext cx="5413248" cy="1226820"/>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42" name="Content Placeholder 2">
            <a:extLst>
              <a:ext uri="{FF2B5EF4-FFF2-40B4-BE49-F238E27FC236}">
                <a16:creationId xmlns:a16="http://schemas.microsoft.com/office/drawing/2014/main" id="{C7B10ECC-0E2A-4F45-1953-4B0C599AECE8}"/>
              </a:ext>
            </a:extLst>
          </p:cNvPr>
          <p:cNvSpPr>
            <a:spLocks noGrp="1"/>
          </p:cNvSpPr>
          <p:nvPr>
            <p:ph sz="quarter" idx="23"/>
          </p:nvPr>
        </p:nvSpPr>
        <p:spPr>
          <a:xfrm>
            <a:off x="454025" y="4635500"/>
            <a:ext cx="5413248" cy="1226820"/>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43" name="Content Placeholder 2">
            <a:extLst>
              <a:ext uri="{FF2B5EF4-FFF2-40B4-BE49-F238E27FC236}">
                <a16:creationId xmlns:a16="http://schemas.microsoft.com/office/drawing/2014/main" id="{F5350FF9-78E7-320E-B7AB-E85B860E7EDB}"/>
              </a:ext>
            </a:extLst>
          </p:cNvPr>
          <p:cNvSpPr>
            <a:spLocks noGrp="1"/>
          </p:cNvSpPr>
          <p:nvPr>
            <p:ph sz="quarter" idx="24"/>
          </p:nvPr>
        </p:nvSpPr>
        <p:spPr>
          <a:xfrm>
            <a:off x="6323555" y="4635500"/>
            <a:ext cx="5413248" cy="1226820"/>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1FEF5D33-F2C0-D566-0A2A-3F44C1D3DF10}"/>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75211402-9782-CD6B-9758-4E2F5A75FAD5}"/>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0" name="Graphic 62">
            <a:extLst>
              <a:ext uri="{FF2B5EF4-FFF2-40B4-BE49-F238E27FC236}">
                <a16:creationId xmlns:a16="http://schemas.microsoft.com/office/drawing/2014/main" id="{DDC70A9A-B9D4-AC52-8FBF-40D0381C718E}"/>
              </a:ext>
            </a:extLst>
          </p:cNvPr>
          <p:cNvGrpSpPr/>
          <p:nvPr userDrawn="1"/>
        </p:nvGrpSpPr>
        <p:grpSpPr>
          <a:xfrm>
            <a:off x="11389259" y="459884"/>
            <a:ext cx="352694" cy="349203"/>
            <a:chOff x="10767269" y="208371"/>
            <a:chExt cx="182844" cy="181034"/>
          </a:xfrm>
        </p:grpSpPr>
        <p:sp>
          <p:nvSpPr>
            <p:cNvPr id="33" name="Freeform 32">
              <a:extLst>
                <a:ext uri="{FF2B5EF4-FFF2-40B4-BE49-F238E27FC236}">
                  <a16:creationId xmlns:a16="http://schemas.microsoft.com/office/drawing/2014/main" id="{A65BBF50-96C9-C99E-362A-C9D6CB8C48AF}"/>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4" name="Freeform 33">
              <a:extLst>
                <a:ext uri="{FF2B5EF4-FFF2-40B4-BE49-F238E27FC236}">
                  <a16:creationId xmlns:a16="http://schemas.microsoft.com/office/drawing/2014/main" id="{FEA7B90B-3C75-0E1D-FA7D-07309E9CC599}"/>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11F3A6D8-33BF-D718-22B6-A3EE19775773}"/>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B5AD2A26-D1A6-8818-6336-190AE19EF63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44" name="Freeform 43">
              <a:extLst>
                <a:ext uri="{FF2B5EF4-FFF2-40B4-BE49-F238E27FC236}">
                  <a16:creationId xmlns:a16="http://schemas.microsoft.com/office/drawing/2014/main" id="{255F9E8E-F791-ABDF-E130-6445CC1AFD09}"/>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46" name="Slide Number Placeholder 5">
            <a:extLst>
              <a:ext uri="{FF2B5EF4-FFF2-40B4-BE49-F238E27FC236}">
                <a16:creationId xmlns:a16="http://schemas.microsoft.com/office/drawing/2014/main" id="{FA3D0FCE-7688-387C-C478-A90E2EFDBE73}"/>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36546961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Subject Pros &amp; Cons">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A018E09-4F14-5344-A0E1-B350C6D2764E}"/>
              </a:ext>
            </a:extLst>
          </p:cNvPr>
          <p:cNvSpPr/>
          <p:nvPr userDrawn="1"/>
        </p:nvSpPr>
        <p:spPr>
          <a:xfrm>
            <a:off x="0" y="0"/>
            <a:ext cx="3349625" cy="6858000"/>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4" name="Graphic 62" hidden="1">
            <a:extLst>
              <a:ext uri="{FF2B5EF4-FFF2-40B4-BE49-F238E27FC236}">
                <a16:creationId xmlns:a16="http://schemas.microsoft.com/office/drawing/2014/main" id="{026D8BD6-9828-7A47-883D-E86FAC90F0F6}"/>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EF8D6C47-4F24-294F-AD4E-49AE68CE9D0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5ED918B2-DF70-E64E-BC9E-7B9A74283A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E0EC8DBC-201D-B44A-8F91-EFA72C61D247}"/>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FFB5CA89-8729-3D4A-B8E9-12B9E4D915E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39915B2B-2D62-0A48-B633-5C7346FB029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9" name="Title 36">
            <a:extLst>
              <a:ext uri="{FF2B5EF4-FFF2-40B4-BE49-F238E27FC236}">
                <a16:creationId xmlns:a16="http://schemas.microsoft.com/office/drawing/2014/main" id="{75117282-4179-06C7-3BC8-458091973188}"/>
              </a:ext>
            </a:extLst>
          </p:cNvPr>
          <p:cNvSpPr>
            <a:spLocks noGrp="1"/>
          </p:cNvSpPr>
          <p:nvPr>
            <p:ph type="title" hasCustomPrompt="1"/>
          </p:nvPr>
        </p:nvSpPr>
        <p:spPr>
          <a:xfrm>
            <a:off x="454026" y="447392"/>
            <a:ext cx="2729441" cy="695608"/>
          </a:xfrm>
        </p:spPr>
        <p:txBody>
          <a:bodyPr/>
          <a:lstStyle/>
          <a:p>
            <a:r>
              <a:rPr lang="en-US"/>
              <a:t>Click To Edit Master Title Style</a:t>
            </a:r>
            <a:endParaRPr lang="en-GB"/>
          </a:p>
        </p:txBody>
      </p:sp>
      <p:sp>
        <p:nvSpPr>
          <p:cNvPr id="50" name="Content Placeholder 5">
            <a:extLst>
              <a:ext uri="{FF2B5EF4-FFF2-40B4-BE49-F238E27FC236}">
                <a16:creationId xmlns:a16="http://schemas.microsoft.com/office/drawing/2014/main" id="{21B1A87C-4B89-E822-3C69-F508AB2BE6BB}"/>
              </a:ext>
            </a:extLst>
          </p:cNvPr>
          <p:cNvSpPr>
            <a:spLocks noGrp="1"/>
          </p:cNvSpPr>
          <p:nvPr>
            <p:ph sz="quarter" idx="10"/>
          </p:nvPr>
        </p:nvSpPr>
        <p:spPr>
          <a:xfrm>
            <a:off x="454026" y="1143000"/>
            <a:ext cx="1984248" cy="2075688"/>
          </a:xfrm>
          <a:prstGeom prst="roundRect">
            <a:avLst/>
          </a:prstGeom>
          <a:solidFill>
            <a:schemeClr val="accent1"/>
          </a:solidFill>
        </p:spPr>
        <p:txBody>
          <a:bodyPr anchor="ctr"/>
          <a:lstStyle>
            <a:lvl1pPr marL="0" indent="0" algn="ctr">
              <a:buNone/>
              <a:defRPr sz="2400">
                <a:solidFill>
                  <a:schemeClr val="bg1"/>
                </a:solidFill>
                <a:latin typeface="+mj-lt"/>
              </a:defRPr>
            </a:lvl1pPr>
          </a:lstStyle>
          <a:p>
            <a:pPr lvl="0"/>
            <a:endParaRPr lang="en-US"/>
          </a:p>
        </p:txBody>
      </p:sp>
      <p:sp>
        <p:nvSpPr>
          <p:cNvPr id="52" name="Content Placeholder 5">
            <a:extLst>
              <a:ext uri="{FF2B5EF4-FFF2-40B4-BE49-F238E27FC236}">
                <a16:creationId xmlns:a16="http://schemas.microsoft.com/office/drawing/2014/main" id="{08F559A5-8C57-1E4E-DA2A-2DFE272FB9F6}"/>
              </a:ext>
            </a:extLst>
          </p:cNvPr>
          <p:cNvSpPr>
            <a:spLocks noGrp="1"/>
          </p:cNvSpPr>
          <p:nvPr>
            <p:ph sz="quarter" idx="11"/>
          </p:nvPr>
        </p:nvSpPr>
        <p:spPr>
          <a:xfrm>
            <a:off x="454026" y="3647364"/>
            <a:ext cx="1984248" cy="2075688"/>
          </a:xfrm>
          <a:prstGeom prst="roundRect">
            <a:avLst/>
          </a:prstGeom>
          <a:solidFill>
            <a:schemeClr val="accent3">
              <a:lumMod val="90000"/>
            </a:schemeClr>
          </a:solidFill>
        </p:spPr>
        <p:txBody>
          <a:bodyPr anchor="ctr"/>
          <a:lstStyle>
            <a:lvl1pPr marL="0" indent="0" algn="ctr">
              <a:buNone/>
              <a:defRPr sz="2400">
                <a:solidFill>
                  <a:schemeClr val="bg1"/>
                </a:solidFill>
                <a:latin typeface="+mj-lt"/>
              </a:defRPr>
            </a:lvl1pPr>
          </a:lstStyle>
          <a:p>
            <a:pPr lvl="0"/>
            <a:endParaRPr lang="en-US"/>
          </a:p>
        </p:txBody>
      </p:sp>
      <p:sp>
        <p:nvSpPr>
          <p:cNvPr id="55" name="Text Placeholder 13">
            <a:extLst>
              <a:ext uri="{FF2B5EF4-FFF2-40B4-BE49-F238E27FC236}">
                <a16:creationId xmlns:a16="http://schemas.microsoft.com/office/drawing/2014/main" id="{B718AB7D-40DA-EFC8-1D9D-8A44BDAC936D}"/>
              </a:ext>
            </a:extLst>
          </p:cNvPr>
          <p:cNvSpPr>
            <a:spLocks noGrp="1"/>
          </p:cNvSpPr>
          <p:nvPr>
            <p:ph type="body" sz="quarter" idx="13" hasCustomPrompt="1"/>
          </p:nvPr>
        </p:nvSpPr>
        <p:spPr>
          <a:xfrm>
            <a:off x="3546465" y="1221656"/>
            <a:ext cx="7896981" cy="429768"/>
          </a:xfrm>
        </p:spPr>
        <p:txBody>
          <a:bodyPr rIns="0"/>
          <a:lstStyle>
            <a:lvl1pPr marL="285750" marR="0" indent="-285750" algn="l" defTabSz="914400" rtl="0" eaLnBrk="1" fontAlgn="auto" latinLnBrk="0" hangingPunct="1">
              <a:lnSpc>
                <a:spcPts val="1600"/>
              </a:lnSpc>
              <a:spcBef>
                <a:spcPts val="0"/>
              </a:spcBef>
              <a:spcAft>
                <a:spcPts val="600"/>
              </a:spcAft>
              <a:buClr>
                <a:srgbClr val="FF5F00"/>
              </a:buClr>
              <a:buSzTx/>
              <a:buFont typeface="Wingdings" pitchFamily="2" charset="2"/>
              <a:buChar char="§"/>
              <a:tabLst/>
              <a:defRPr sz="1600" b="0" i="0">
                <a:solidFill>
                  <a:schemeClr val="accent1"/>
                </a:solidFill>
                <a:latin typeface="Franklin Gothic Book" panose="020B05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marL="285750" marR="0" lvl="0" indent="-285750" algn="l" defTabSz="914400" rtl="0" eaLnBrk="1" fontAlgn="auto" latinLnBrk="0" hangingPunct="1">
              <a:lnSpc>
                <a:spcPts val="1600"/>
              </a:lnSpc>
              <a:spcBef>
                <a:spcPts val="0"/>
              </a:spcBef>
              <a:spcAft>
                <a:spcPts val="600"/>
              </a:spcAft>
              <a:buClr>
                <a:srgbClr val="FF5F00"/>
              </a:buClr>
              <a:buSzTx/>
              <a:buFont typeface="Wingdings" pitchFamily="2" charset="2"/>
              <a:buChar char="§"/>
              <a:tabLst/>
              <a:defRPr/>
            </a:pPr>
            <a:r>
              <a:rPr lang="en-GB" err="1">
                <a:solidFill>
                  <a:srgbClr val="011E41"/>
                </a:solidFill>
              </a:rPr>
              <a:t>Fusce</a:t>
            </a:r>
            <a:r>
              <a:rPr lang="en-GB">
                <a:solidFill>
                  <a:srgbClr val="011E41"/>
                </a:solidFill>
              </a:rPr>
              <a:t> </a:t>
            </a:r>
            <a:r>
              <a:rPr lang="en-GB" err="1">
                <a:solidFill>
                  <a:srgbClr val="011E41"/>
                </a:solidFill>
              </a:rPr>
              <a:t>elit</a:t>
            </a:r>
            <a:r>
              <a:rPr lang="en-GB">
                <a:solidFill>
                  <a:srgbClr val="011E41"/>
                </a:solidFill>
              </a:rPr>
              <a:t> </a:t>
            </a:r>
            <a:r>
              <a:rPr lang="en-GB" err="1">
                <a:solidFill>
                  <a:srgbClr val="011E41"/>
                </a:solidFill>
              </a:rPr>
              <a:t>diam</a:t>
            </a:r>
            <a:r>
              <a:rPr lang="en-GB">
                <a:solidFill>
                  <a:srgbClr val="011E41"/>
                </a:solidFill>
              </a:rPr>
              <a:t>, maximus a </a:t>
            </a:r>
            <a:r>
              <a:rPr lang="en-GB" err="1">
                <a:solidFill>
                  <a:srgbClr val="011E41"/>
                </a:solidFill>
              </a:rPr>
              <a:t>condimentum</a:t>
            </a:r>
            <a:r>
              <a:rPr lang="en-GB">
                <a:solidFill>
                  <a:srgbClr val="011E41"/>
                </a:solidFill>
              </a:rPr>
              <a:t> </a:t>
            </a:r>
            <a:r>
              <a:rPr lang="en-GB" err="1">
                <a:solidFill>
                  <a:srgbClr val="011E41"/>
                </a:solidFill>
              </a:rPr>
              <a:t>eget</a:t>
            </a:r>
            <a:r>
              <a:rPr lang="en-GB">
                <a:solidFill>
                  <a:srgbClr val="011E41"/>
                </a:solidFill>
              </a:rPr>
              <a:t>, </a:t>
            </a:r>
            <a:r>
              <a:rPr lang="en-GB" err="1">
                <a:solidFill>
                  <a:srgbClr val="011E41"/>
                </a:solidFill>
              </a:rPr>
              <a:t>lobortis</a:t>
            </a:r>
            <a:r>
              <a:rPr lang="en-GB">
                <a:solidFill>
                  <a:srgbClr val="011E41"/>
                </a:solidFill>
              </a:rPr>
              <a:t> in </a:t>
            </a:r>
            <a:r>
              <a:rPr lang="en-GB" err="1">
                <a:solidFill>
                  <a:srgbClr val="011E41"/>
                </a:solidFill>
              </a:rPr>
              <a:t>erat</a:t>
            </a:r>
            <a:r>
              <a:rPr lang="en-GB">
                <a:solidFill>
                  <a:srgbClr val="011E41"/>
                </a:solidFill>
              </a:rPr>
              <a:t>. </a:t>
            </a:r>
          </a:p>
          <a:p>
            <a:pPr lvl="0">
              <a:lnSpc>
                <a:spcPts val="1600"/>
              </a:lnSpc>
              <a:spcAft>
                <a:spcPts val="600"/>
              </a:spcAft>
              <a:buClr>
                <a:srgbClr val="FF5F00"/>
              </a:buClr>
            </a:pPr>
            <a:endParaRPr lang="en-GB">
              <a:solidFill>
                <a:srgbClr val="011E41"/>
              </a:solidFill>
              <a:latin typeface="Franklin Gothic Medium" panose="020B0603020102020204"/>
            </a:endParaRPr>
          </a:p>
        </p:txBody>
      </p:sp>
      <p:sp>
        <p:nvSpPr>
          <p:cNvPr id="56" name="Text Placeholder 13">
            <a:extLst>
              <a:ext uri="{FF2B5EF4-FFF2-40B4-BE49-F238E27FC236}">
                <a16:creationId xmlns:a16="http://schemas.microsoft.com/office/drawing/2014/main" id="{581C3317-6CE9-7E15-D2B4-74618E37926E}"/>
              </a:ext>
            </a:extLst>
          </p:cNvPr>
          <p:cNvSpPr>
            <a:spLocks noGrp="1"/>
          </p:cNvSpPr>
          <p:nvPr>
            <p:ph type="body" sz="quarter" idx="14" hasCustomPrompt="1"/>
          </p:nvPr>
        </p:nvSpPr>
        <p:spPr>
          <a:xfrm>
            <a:off x="3546465" y="1951209"/>
            <a:ext cx="7896981" cy="429768"/>
          </a:xfrm>
        </p:spPr>
        <p:txBody>
          <a:bodyPr rIns="0"/>
          <a:lstStyle>
            <a:lvl1pPr marL="285750" marR="0" indent="-285750" algn="l" defTabSz="914400" rtl="0" eaLnBrk="1" fontAlgn="auto" latinLnBrk="0" hangingPunct="1">
              <a:lnSpc>
                <a:spcPts val="1600"/>
              </a:lnSpc>
              <a:spcBef>
                <a:spcPts val="0"/>
              </a:spcBef>
              <a:spcAft>
                <a:spcPts val="600"/>
              </a:spcAft>
              <a:buClr>
                <a:srgbClr val="FF5F00"/>
              </a:buClr>
              <a:buSzTx/>
              <a:buFont typeface="Wingdings" pitchFamily="2" charset="2"/>
              <a:buChar char="§"/>
              <a:tabLst/>
              <a:defRPr sz="1600" b="0" i="0">
                <a:solidFill>
                  <a:schemeClr val="accent1"/>
                </a:solidFill>
                <a:latin typeface="Franklin Gothic Book" panose="020B05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marL="285750" marR="0" lvl="0" indent="-285750" algn="l" defTabSz="914400" rtl="0" eaLnBrk="1" fontAlgn="auto" latinLnBrk="0" hangingPunct="1">
              <a:lnSpc>
                <a:spcPts val="1600"/>
              </a:lnSpc>
              <a:spcBef>
                <a:spcPts val="0"/>
              </a:spcBef>
              <a:spcAft>
                <a:spcPts val="600"/>
              </a:spcAft>
              <a:buClr>
                <a:srgbClr val="FF5F00"/>
              </a:buClr>
              <a:buSzTx/>
              <a:buFont typeface="Wingdings" pitchFamily="2" charset="2"/>
              <a:buChar char="§"/>
              <a:tabLst/>
              <a:defRPr/>
            </a:pPr>
            <a:r>
              <a:rPr lang="en-GB" err="1">
                <a:solidFill>
                  <a:srgbClr val="011E41"/>
                </a:solidFill>
              </a:rPr>
              <a:t>Fusce</a:t>
            </a:r>
            <a:r>
              <a:rPr lang="en-GB">
                <a:solidFill>
                  <a:srgbClr val="011E41"/>
                </a:solidFill>
              </a:rPr>
              <a:t> </a:t>
            </a:r>
            <a:r>
              <a:rPr lang="en-GB" err="1">
                <a:solidFill>
                  <a:srgbClr val="011E41"/>
                </a:solidFill>
              </a:rPr>
              <a:t>elit</a:t>
            </a:r>
            <a:r>
              <a:rPr lang="en-GB">
                <a:solidFill>
                  <a:srgbClr val="011E41"/>
                </a:solidFill>
              </a:rPr>
              <a:t> </a:t>
            </a:r>
            <a:r>
              <a:rPr lang="en-GB" err="1">
                <a:solidFill>
                  <a:srgbClr val="011E41"/>
                </a:solidFill>
              </a:rPr>
              <a:t>diam</a:t>
            </a:r>
            <a:r>
              <a:rPr lang="en-GB">
                <a:solidFill>
                  <a:srgbClr val="011E41"/>
                </a:solidFill>
              </a:rPr>
              <a:t>, maximus a </a:t>
            </a:r>
            <a:r>
              <a:rPr lang="en-GB" err="1">
                <a:solidFill>
                  <a:srgbClr val="011E41"/>
                </a:solidFill>
              </a:rPr>
              <a:t>condimentum</a:t>
            </a:r>
            <a:r>
              <a:rPr lang="en-GB">
                <a:solidFill>
                  <a:srgbClr val="011E41"/>
                </a:solidFill>
              </a:rPr>
              <a:t> </a:t>
            </a:r>
            <a:r>
              <a:rPr lang="en-GB" err="1">
                <a:solidFill>
                  <a:srgbClr val="011E41"/>
                </a:solidFill>
              </a:rPr>
              <a:t>eget</a:t>
            </a:r>
            <a:r>
              <a:rPr lang="en-GB">
                <a:solidFill>
                  <a:srgbClr val="011E41"/>
                </a:solidFill>
              </a:rPr>
              <a:t>, </a:t>
            </a:r>
            <a:r>
              <a:rPr lang="en-GB" err="1">
                <a:solidFill>
                  <a:srgbClr val="011E41"/>
                </a:solidFill>
              </a:rPr>
              <a:t>lobortis</a:t>
            </a:r>
            <a:r>
              <a:rPr lang="en-GB">
                <a:solidFill>
                  <a:srgbClr val="011E41"/>
                </a:solidFill>
              </a:rPr>
              <a:t> in </a:t>
            </a:r>
            <a:r>
              <a:rPr lang="en-GB" err="1">
                <a:solidFill>
                  <a:srgbClr val="011E41"/>
                </a:solidFill>
              </a:rPr>
              <a:t>erat</a:t>
            </a:r>
            <a:r>
              <a:rPr lang="en-GB">
                <a:solidFill>
                  <a:srgbClr val="011E41"/>
                </a:solidFill>
              </a:rPr>
              <a:t>. </a:t>
            </a:r>
          </a:p>
          <a:p>
            <a:pPr lvl="0">
              <a:lnSpc>
                <a:spcPts val="1600"/>
              </a:lnSpc>
              <a:spcAft>
                <a:spcPts val="600"/>
              </a:spcAft>
              <a:buClr>
                <a:srgbClr val="FF5F00"/>
              </a:buClr>
            </a:pPr>
            <a:endParaRPr lang="en-GB">
              <a:solidFill>
                <a:srgbClr val="011E41"/>
              </a:solidFill>
              <a:latin typeface="Franklin Gothic Medium" panose="020B0603020102020204"/>
            </a:endParaRPr>
          </a:p>
        </p:txBody>
      </p:sp>
      <p:sp>
        <p:nvSpPr>
          <p:cNvPr id="65" name="Text Placeholder 13">
            <a:extLst>
              <a:ext uri="{FF2B5EF4-FFF2-40B4-BE49-F238E27FC236}">
                <a16:creationId xmlns:a16="http://schemas.microsoft.com/office/drawing/2014/main" id="{E96A1580-15F5-BA2A-89E5-E05513091579}"/>
              </a:ext>
            </a:extLst>
          </p:cNvPr>
          <p:cNvSpPr>
            <a:spLocks noGrp="1"/>
          </p:cNvSpPr>
          <p:nvPr>
            <p:ph type="body" sz="quarter" idx="15" hasCustomPrompt="1"/>
          </p:nvPr>
        </p:nvSpPr>
        <p:spPr>
          <a:xfrm>
            <a:off x="3546465" y="2680763"/>
            <a:ext cx="7896981" cy="429768"/>
          </a:xfrm>
        </p:spPr>
        <p:txBody>
          <a:bodyPr rIns="0"/>
          <a:lstStyle>
            <a:lvl1pPr marL="285750" marR="0" indent="-285750" algn="l" defTabSz="914400" rtl="0" eaLnBrk="1" fontAlgn="auto" latinLnBrk="0" hangingPunct="1">
              <a:lnSpc>
                <a:spcPts val="1600"/>
              </a:lnSpc>
              <a:spcBef>
                <a:spcPts val="0"/>
              </a:spcBef>
              <a:spcAft>
                <a:spcPts val="600"/>
              </a:spcAft>
              <a:buClr>
                <a:srgbClr val="FF5F00"/>
              </a:buClr>
              <a:buSzTx/>
              <a:buFont typeface="Wingdings" pitchFamily="2" charset="2"/>
              <a:buChar char="§"/>
              <a:tabLst/>
              <a:defRPr sz="1600" b="0" i="0">
                <a:solidFill>
                  <a:schemeClr val="accent1"/>
                </a:solidFill>
                <a:latin typeface="Franklin Gothic Book" panose="020B05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marL="285750" marR="0" lvl="0" indent="-285750" algn="l" defTabSz="914400" rtl="0" eaLnBrk="1" fontAlgn="auto" latinLnBrk="0" hangingPunct="1">
              <a:lnSpc>
                <a:spcPts val="1600"/>
              </a:lnSpc>
              <a:spcBef>
                <a:spcPts val="0"/>
              </a:spcBef>
              <a:spcAft>
                <a:spcPts val="600"/>
              </a:spcAft>
              <a:buClr>
                <a:srgbClr val="FF5F00"/>
              </a:buClr>
              <a:buSzTx/>
              <a:buFont typeface="Wingdings" pitchFamily="2" charset="2"/>
              <a:buChar char="§"/>
              <a:tabLst/>
              <a:defRPr/>
            </a:pPr>
            <a:r>
              <a:rPr lang="en-GB" err="1">
                <a:solidFill>
                  <a:srgbClr val="011E41"/>
                </a:solidFill>
              </a:rPr>
              <a:t>Fusce</a:t>
            </a:r>
            <a:r>
              <a:rPr lang="en-GB">
                <a:solidFill>
                  <a:srgbClr val="011E41"/>
                </a:solidFill>
              </a:rPr>
              <a:t> </a:t>
            </a:r>
            <a:r>
              <a:rPr lang="en-GB" err="1">
                <a:solidFill>
                  <a:srgbClr val="011E41"/>
                </a:solidFill>
              </a:rPr>
              <a:t>elit</a:t>
            </a:r>
            <a:r>
              <a:rPr lang="en-GB">
                <a:solidFill>
                  <a:srgbClr val="011E41"/>
                </a:solidFill>
              </a:rPr>
              <a:t> </a:t>
            </a:r>
            <a:r>
              <a:rPr lang="en-GB" err="1">
                <a:solidFill>
                  <a:srgbClr val="011E41"/>
                </a:solidFill>
              </a:rPr>
              <a:t>diam</a:t>
            </a:r>
            <a:r>
              <a:rPr lang="en-GB">
                <a:solidFill>
                  <a:srgbClr val="011E41"/>
                </a:solidFill>
              </a:rPr>
              <a:t>, maximus a </a:t>
            </a:r>
            <a:r>
              <a:rPr lang="en-GB" err="1">
                <a:solidFill>
                  <a:srgbClr val="011E41"/>
                </a:solidFill>
              </a:rPr>
              <a:t>condimentum</a:t>
            </a:r>
            <a:r>
              <a:rPr lang="en-GB">
                <a:solidFill>
                  <a:srgbClr val="011E41"/>
                </a:solidFill>
              </a:rPr>
              <a:t> </a:t>
            </a:r>
            <a:r>
              <a:rPr lang="en-GB" err="1">
                <a:solidFill>
                  <a:srgbClr val="011E41"/>
                </a:solidFill>
              </a:rPr>
              <a:t>eget</a:t>
            </a:r>
            <a:r>
              <a:rPr lang="en-GB">
                <a:solidFill>
                  <a:srgbClr val="011E41"/>
                </a:solidFill>
              </a:rPr>
              <a:t>, </a:t>
            </a:r>
            <a:r>
              <a:rPr lang="en-GB" err="1">
                <a:solidFill>
                  <a:srgbClr val="011E41"/>
                </a:solidFill>
              </a:rPr>
              <a:t>lobortis</a:t>
            </a:r>
            <a:r>
              <a:rPr lang="en-GB">
                <a:solidFill>
                  <a:srgbClr val="011E41"/>
                </a:solidFill>
              </a:rPr>
              <a:t> in </a:t>
            </a:r>
            <a:r>
              <a:rPr lang="en-GB" err="1">
                <a:solidFill>
                  <a:srgbClr val="011E41"/>
                </a:solidFill>
              </a:rPr>
              <a:t>erat</a:t>
            </a:r>
            <a:r>
              <a:rPr lang="en-GB">
                <a:solidFill>
                  <a:srgbClr val="011E41"/>
                </a:solidFill>
              </a:rPr>
              <a:t>. </a:t>
            </a:r>
          </a:p>
          <a:p>
            <a:pPr lvl="0">
              <a:lnSpc>
                <a:spcPts val="1600"/>
              </a:lnSpc>
              <a:spcAft>
                <a:spcPts val="600"/>
              </a:spcAft>
              <a:buClr>
                <a:srgbClr val="FF5F00"/>
              </a:buClr>
            </a:pPr>
            <a:endParaRPr lang="en-GB">
              <a:solidFill>
                <a:srgbClr val="011E41"/>
              </a:solidFill>
              <a:latin typeface="Franklin Gothic Medium" panose="020B0603020102020204"/>
            </a:endParaRPr>
          </a:p>
        </p:txBody>
      </p:sp>
      <p:sp>
        <p:nvSpPr>
          <p:cNvPr id="66" name="Text Placeholder 13">
            <a:extLst>
              <a:ext uri="{FF2B5EF4-FFF2-40B4-BE49-F238E27FC236}">
                <a16:creationId xmlns:a16="http://schemas.microsoft.com/office/drawing/2014/main" id="{CE28B9BE-311C-BF2B-56DF-E47E15D113E2}"/>
              </a:ext>
            </a:extLst>
          </p:cNvPr>
          <p:cNvSpPr>
            <a:spLocks noGrp="1"/>
          </p:cNvSpPr>
          <p:nvPr>
            <p:ph type="body" sz="quarter" idx="16" hasCustomPrompt="1"/>
          </p:nvPr>
        </p:nvSpPr>
        <p:spPr>
          <a:xfrm>
            <a:off x="3546465" y="3715117"/>
            <a:ext cx="7896981" cy="429768"/>
          </a:xfrm>
        </p:spPr>
        <p:txBody>
          <a:bodyPr rIns="0"/>
          <a:lstStyle>
            <a:lvl1pPr marL="285750" marR="0" indent="-285750" algn="l" defTabSz="914400" rtl="0" eaLnBrk="1" fontAlgn="auto" latinLnBrk="0" hangingPunct="1">
              <a:lnSpc>
                <a:spcPts val="1600"/>
              </a:lnSpc>
              <a:spcBef>
                <a:spcPts val="0"/>
              </a:spcBef>
              <a:spcAft>
                <a:spcPts val="600"/>
              </a:spcAft>
              <a:buClr>
                <a:srgbClr val="FF5F00"/>
              </a:buClr>
              <a:buSzTx/>
              <a:buFont typeface="Wingdings" pitchFamily="2" charset="2"/>
              <a:buChar char="§"/>
              <a:tabLst/>
              <a:defRPr sz="1600" b="0" i="0">
                <a:solidFill>
                  <a:schemeClr val="accent1"/>
                </a:solidFill>
                <a:latin typeface="Franklin Gothic Book" panose="020B05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marL="285750" marR="0" lvl="0" indent="-285750" algn="l" defTabSz="914400" rtl="0" eaLnBrk="1" fontAlgn="auto" latinLnBrk="0" hangingPunct="1">
              <a:lnSpc>
                <a:spcPts val="1600"/>
              </a:lnSpc>
              <a:spcBef>
                <a:spcPts val="0"/>
              </a:spcBef>
              <a:spcAft>
                <a:spcPts val="600"/>
              </a:spcAft>
              <a:buClr>
                <a:srgbClr val="FF5F00"/>
              </a:buClr>
              <a:buSzTx/>
              <a:buFont typeface="Wingdings" pitchFamily="2" charset="2"/>
              <a:buChar char="§"/>
              <a:tabLst/>
              <a:defRPr/>
            </a:pPr>
            <a:r>
              <a:rPr lang="en-GB" err="1">
                <a:solidFill>
                  <a:srgbClr val="011E41"/>
                </a:solidFill>
              </a:rPr>
              <a:t>Fusce</a:t>
            </a:r>
            <a:r>
              <a:rPr lang="en-GB">
                <a:solidFill>
                  <a:srgbClr val="011E41"/>
                </a:solidFill>
              </a:rPr>
              <a:t> </a:t>
            </a:r>
            <a:r>
              <a:rPr lang="en-GB" err="1">
                <a:solidFill>
                  <a:srgbClr val="011E41"/>
                </a:solidFill>
              </a:rPr>
              <a:t>elit</a:t>
            </a:r>
            <a:r>
              <a:rPr lang="en-GB">
                <a:solidFill>
                  <a:srgbClr val="011E41"/>
                </a:solidFill>
              </a:rPr>
              <a:t> </a:t>
            </a:r>
            <a:r>
              <a:rPr lang="en-GB" err="1">
                <a:solidFill>
                  <a:srgbClr val="011E41"/>
                </a:solidFill>
              </a:rPr>
              <a:t>diam</a:t>
            </a:r>
            <a:r>
              <a:rPr lang="en-GB">
                <a:solidFill>
                  <a:srgbClr val="011E41"/>
                </a:solidFill>
              </a:rPr>
              <a:t>, maximus a </a:t>
            </a:r>
            <a:r>
              <a:rPr lang="en-GB" err="1">
                <a:solidFill>
                  <a:srgbClr val="011E41"/>
                </a:solidFill>
              </a:rPr>
              <a:t>condimentum</a:t>
            </a:r>
            <a:r>
              <a:rPr lang="en-GB">
                <a:solidFill>
                  <a:srgbClr val="011E41"/>
                </a:solidFill>
              </a:rPr>
              <a:t> </a:t>
            </a:r>
            <a:r>
              <a:rPr lang="en-GB" err="1">
                <a:solidFill>
                  <a:srgbClr val="011E41"/>
                </a:solidFill>
              </a:rPr>
              <a:t>eget</a:t>
            </a:r>
            <a:r>
              <a:rPr lang="en-GB">
                <a:solidFill>
                  <a:srgbClr val="011E41"/>
                </a:solidFill>
              </a:rPr>
              <a:t>, </a:t>
            </a:r>
            <a:r>
              <a:rPr lang="en-GB" err="1">
                <a:solidFill>
                  <a:srgbClr val="011E41"/>
                </a:solidFill>
              </a:rPr>
              <a:t>lobortis</a:t>
            </a:r>
            <a:r>
              <a:rPr lang="en-GB">
                <a:solidFill>
                  <a:srgbClr val="011E41"/>
                </a:solidFill>
              </a:rPr>
              <a:t> in </a:t>
            </a:r>
            <a:r>
              <a:rPr lang="en-GB" err="1">
                <a:solidFill>
                  <a:srgbClr val="011E41"/>
                </a:solidFill>
              </a:rPr>
              <a:t>erat</a:t>
            </a:r>
            <a:r>
              <a:rPr lang="en-GB">
                <a:solidFill>
                  <a:srgbClr val="011E41"/>
                </a:solidFill>
              </a:rPr>
              <a:t>. </a:t>
            </a:r>
          </a:p>
          <a:p>
            <a:pPr lvl="0">
              <a:lnSpc>
                <a:spcPts val="1600"/>
              </a:lnSpc>
              <a:spcAft>
                <a:spcPts val="600"/>
              </a:spcAft>
              <a:buClr>
                <a:srgbClr val="FF5F00"/>
              </a:buClr>
            </a:pPr>
            <a:endParaRPr lang="en-GB">
              <a:solidFill>
                <a:srgbClr val="011E41"/>
              </a:solidFill>
              <a:latin typeface="Franklin Gothic Medium" panose="020B0603020102020204"/>
            </a:endParaRPr>
          </a:p>
        </p:txBody>
      </p:sp>
      <p:sp>
        <p:nvSpPr>
          <p:cNvPr id="67" name="Text Placeholder 13">
            <a:extLst>
              <a:ext uri="{FF2B5EF4-FFF2-40B4-BE49-F238E27FC236}">
                <a16:creationId xmlns:a16="http://schemas.microsoft.com/office/drawing/2014/main" id="{430FDB8F-0309-7244-036D-F2F64E44AB01}"/>
              </a:ext>
            </a:extLst>
          </p:cNvPr>
          <p:cNvSpPr>
            <a:spLocks noGrp="1"/>
          </p:cNvSpPr>
          <p:nvPr>
            <p:ph type="body" sz="quarter" idx="17" hasCustomPrompt="1"/>
          </p:nvPr>
        </p:nvSpPr>
        <p:spPr>
          <a:xfrm>
            <a:off x="3546465" y="4444670"/>
            <a:ext cx="7896981" cy="429768"/>
          </a:xfrm>
        </p:spPr>
        <p:txBody>
          <a:bodyPr rIns="0"/>
          <a:lstStyle>
            <a:lvl1pPr marL="285750" marR="0" indent="-285750" algn="l" defTabSz="914400" rtl="0" eaLnBrk="1" fontAlgn="auto" latinLnBrk="0" hangingPunct="1">
              <a:lnSpc>
                <a:spcPts val="1600"/>
              </a:lnSpc>
              <a:spcBef>
                <a:spcPts val="0"/>
              </a:spcBef>
              <a:spcAft>
                <a:spcPts val="600"/>
              </a:spcAft>
              <a:buClr>
                <a:srgbClr val="FF5F00"/>
              </a:buClr>
              <a:buSzTx/>
              <a:buFont typeface="Wingdings" pitchFamily="2" charset="2"/>
              <a:buChar char="§"/>
              <a:tabLst/>
              <a:defRPr sz="1600" b="0" i="0">
                <a:solidFill>
                  <a:schemeClr val="accent1"/>
                </a:solidFill>
                <a:latin typeface="Franklin Gothic Book" panose="020B05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marL="285750" marR="0" lvl="0" indent="-285750" algn="l" defTabSz="914400" rtl="0" eaLnBrk="1" fontAlgn="auto" latinLnBrk="0" hangingPunct="1">
              <a:lnSpc>
                <a:spcPts val="1600"/>
              </a:lnSpc>
              <a:spcBef>
                <a:spcPts val="0"/>
              </a:spcBef>
              <a:spcAft>
                <a:spcPts val="600"/>
              </a:spcAft>
              <a:buClr>
                <a:srgbClr val="FF5F00"/>
              </a:buClr>
              <a:buSzTx/>
              <a:buFont typeface="Wingdings" pitchFamily="2" charset="2"/>
              <a:buChar char="§"/>
              <a:tabLst/>
              <a:defRPr/>
            </a:pPr>
            <a:r>
              <a:rPr lang="en-GB" err="1">
                <a:solidFill>
                  <a:srgbClr val="011E41"/>
                </a:solidFill>
              </a:rPr>
              <a:t>Fusce</a:t>
            </a:r>
            <a:r>
              <a:rPr lang="en-GB">
                <a:solidFill>
                  <a:srgbClr val="011E41"/>
                </a:solidFill>
              </a:rPr>
              <a:t> </a:t>
            </a:r>
            <a:r>
              <a:rPr lang="en-GB" err="1">
                <a:solidFill>
                  <a:srgbClr val="011E41"/>
                </a:solidFill>
              </a:rPr>
              <a:t>elit</a:t>
            </a:r>
            <a:r>
              <a:rPr lang="en-GB">
                <a:solidFill>
                  <a:srgbClr val="011E41"/>
                </a:solidFill>
              </a:rPr>
              <a:t> </a:t>
            </a:r>
            <a:r>
              <a:rPr lang="en-GB" err="1">
                <a:solidFill>
                  <a:srgbClr val="011E41"/>
                </a:solidFill>
              </a:rPr>
              <a:t>diam</a:t>
            </a:r>
            <a:r>
              <a:rPr lang="en-GB">
                <a:solidFill>
                  <a:srgbClr val="011E41"/>
                </a:solidFill>
              </a:rPr>
              <a:t>, maximus a </a:t>
            </a:r>
            <a:r>
              <a:rPr lang="en-GB" err="1">
                <a:solidFill>
                  <a:srgbClr val="011E41"/>
                </a:solidFill>
              </a:rPr>
              <a:t>condimentum</a:t>
            </a:r>
            <a:r>
              <a:rPr lang="en-GB">
                <a:solidFill>
                  <a:srgbClr val="011E41"/>
                </a:solidFill>
              </a:rPr>
              <a:t> </a:t>
            </a:r>
            <a:r>
              <a:rPr lang="en-GB" err="1">
                <a:solidFill>
                  <a:srgbClr val="011E41"/>
                </a:solidFill>
              </a:rPr>
              <a:t>eget</a:t>
            </a:r>
            <a:r>
              <a:rPr lang="en-GB">
                <a:solidFill>
                  <a:srgbClr val="011E41"/>
                </a:solidFill>
              </a:rPr>
              <a:t>, </a:t>
            </a:r>
            <a:r>
              <a:rPr lang="en-GB" err="1">
                <a:solidFill>
                  <a:srgbClr val="011E41"/>
                </a:solidFill>
              </a:rPr>
              <a:t>lobortis</a:t>
            </a:r>
            <a:r>
              <a:rPr lang="en-GB">
                <a:solidFill>
                  <a:srgbClr val="011E41"/>
                </a:solidFill>
              </a:rPr>
              <a:t> in </a:t>
            </a:r>
            <a:r>
              <a:rPr lang="en-GB" err="1">
                <a:solidFill>
                  <a:srgbClr val="011E41"/>
                </a:solidFill>
              </a:rPr>
              <a:t>erat</a:t>
            </a:r>
            <a:r>
              <a:rPr lang="en-GB">
                <a:solidFill>
                  <a:srgbClr val="011E41"/>
                </a:solidFill>
              </a:rPr>
              <a:t>. </a:t>
            </a:r>
          </a:p>
          <a:p>
            <a:pPr lvl="0">
              <a:lnSpc>
                <a:spcPts val="1600"/>
              </a:lnSpc>
              <a:spcAft>
                <a:spcPts val="600"/>
              </a:spcAft>
              <a:buClr>
                <a:srgbClr val="FF5F00"/>
              </a:buClr>
            </a:pPr>
            <a:endParaRPr lang="en-GB">
              <a:solidFill>
                <a:srgbClr val="011E41"/>
              </a:solidFill>
              <a:latin typeface="Franklin Gothic Medium" panose="020B0603020102020204"/>
            </a:endParaRPr>
          </a:p>
        </p:txBody>
      </p:sp>
      <p:sp>
        <p:nvSpPr>
          <p:cNvPr id="68" name="Text Placeholder 13">
            <a:extLst>
              <a:ext uri="{FF2B5EF4-FFF2-40B4-BE49-F238E27FC236}">
                <a16:creationId xmlns:a16="http://schemas.microsoft.com/office/drawing/2014/main" id="{AB098F6E-1391-C48B-6205-D8ACE2487406}"/>
              </a:ext>
            </a:extLst>
          </p:cNvPr>
          <p:cNvSpPr>
            <a:spLocks noGrp="1"/>
          </p:cNvSpPr>
          <p:nvPr>
            <p:ph type="body" sz="quarter" idx="18" hasCustomPrompt="1"/>
          </p:nvPr>
        </p:nvSpPr>
        <p:spPr>
          <a:xfrm>
            <a:off x="3546465" y="5174224"/>
            <a:ext cx="7896981" cy="429768"/>
          </a:xfrm>
        </p:spPr>
        <p:txBody>
          <a:bodyPr rIns="0"/>
          <a:lstStyle>
            <a:lvl1pPr marL="285750" marR="0" indent="-285750" algn="l" defTabSz="914400" rtl="0" eaLnBrk="1" fontAlgn="auto" latinLnBrk="0" hangingPunct="1">
              <a:lnSpc>
                <a:spcPts val="1600"/>
              </a:lnSpc>
              <a:spcBef>
                <a:spcPts val="0"/>
              </a:spcBef>
              <a:spcAft>
                <a:spcPts val="600"/>
              </a:spcAft>
              <a:buClr>
                <a:srgbClr val="FF5F00"/>
              </a:buClr>
              <a:buSzTx/>
              <a:buFont typeface="Wingdings" pitchFamily="2" charset="2"/>
              <a:buChar char="§"/>
              <a:tabLst/>
              <a:defRPr sz="1600" b="0" i="0">
                <a:solidFill>
                  <a:schemeClr val="accent1"/>
                </a:solidFill>
                <a:latin typeface="Franklin Gothic Book" panose="020B05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marL="285750" marR="0" lvl="0" indent="-285750" algn="l" defTabSz="914400" rtl="0" eaLnBrk="1" fontAlgn="auto" latinLnBrk="0" hangingPunct="1">
              <a:lnSpc>
                <a:spcPts val="1600"/>
              </a:lnSpc>
              <a:spcBef>
                <a:spcPts val="0"/>
              </a:spcBef>
              <a:spcAft>
                <a:spcPts val="600"/>
              </a:spcAft>
              <a:buClr>
                <a:srgbClr val="FF5F00"/>
              </a:buClr>
              <a:buSzTx/>
              <a:buFont typeface="Wingdings" pitchFamily="2" charset="2"/>
              <a:buChar char="§"/>
              <a:tabLst/>
              <a:defRPr/>
            </a:pPr>
            <a:r>
              <a:rPr lang="en-GB" err="1">
                <a:solidFill>
                  <a:srgbClr val="011E41"/>
                </a:solidFill>
              </a:rPr>
              <a:t>Fusce</a:t>
            </a:r>
            <a:r>
              <a:rPr lang="en-GB">
                <a:solidFill>
                  <a:srgbClr val="011E41"/>
                </a:solidFill>
              </a:rPr>
              <a:t> </a:t>
            </a:r>
            <a:r>
              <a:rPr lang="en-GB" err="1">
                <a:solidFill>
                  <a:srgbClr val="011E41"/>
                </a:solidFill>
              </a:rPr>
              <a:t>elit</a:t>
            </a:r>
            <a:r>
              <a:rPr lang="en-GB">
                <a:solidFill>
                  <a:srgbClr val="011E41"/>
                </a:solidFill>
              </a:rPr>
              <a:t> </a:t>
            </a:r>
            <a:r>
              <a:rPr lang="en-GB" err="1">
                <a:solidFill>
                  <a:srgbClr val="011E41"/>
                </a:solidFill>
              </a:rPr>
              <a:t>diam</a:t>
            </a:r>
            <a:r>
              <a:rPr lang="en-GB">
                <a:solidFill>
                  <a:srgbClr val="011E41"/>
                </a:solidFill>
              </a:rPr>
              <a:t>, maximus a </a:t>
            </a:r>
            <a:r>
              <a:rPr lang="en-GB" err="1">
                <a:solidFill>
                  <a:srgbClr val="011E41"/>
                </a:solidFill>
              </a:rPr>
              <a:t>condimentum</a:t>
            </a:r>
            <a:r>
              <a:rPr lang="en-GB">
                <a:solidFill>
                  <a:srgbClr val="011E41"/>
                </a:solidFill>
              </a:rPr>
              <a:t> </a:t>
            </a:r>
            <a:r>
              <a:rPr lang="en-GB" err="1">
                <a:solidFill>
                  <a:srgbClr val="011E41"/>
                </a:solidFill>
              </a:rPr>
              <a:t>eget</a:t>
            </a:r>
            <a:r>
              <a:rPr lang="en-GB">
                <a:solidFill>
                  <a:srgbClr val="011E41"/>
                </a:solidFill>
              </a:rPr>
              <a:t>, </a:t>
            </a:r>
            <a:r>
              <a:rPr lang="en-GB" err="1">
                <a:solidFill>
                  <a:srgbClr val="011E41"/>
                </a:solidFill>
              </a:rPr>
              <a:t>lobortis</a:t>
            </a:r>
            <a:r>
              <a:rPr lang="en-GB">
                <a:solidFill>
                  <a:srgbClr val="011E41"/>
                </a:solidFill>
              </a:rPr>
              <a:t> in </a:t>
            </a:r>
            <a:r>
              <a:rPr lang="en-GB" err="1">
                <a:solidFill>
                  <a:srgbClr val="011E41"/>
                </a:solidFill>
              </a:rPr>
              <a:t>erat</a:t>
            </a:r>
            <a:r>
              <a:rPr lang="en-GB">
                <a:solidFill>
                  <a:srgbClr val="011E41"/>
                </a:solidFill>
              </a:rPr>
              <a:t>. </a:t>
            </a:r>
          </a:p>
          <a:p>
            <a:pPr lvl="0">
              <a:lnSpc>
                <a:spcPts val="1600"/>
              </a:lnSpc>
              <a:spcAft>
                <a:spcPts val="600"/>
              </a:spcAft>
              <a:buClr>
                <a:srgbClr val="FF5F00"/>
              </a:buClr>
            </a:pPr>
            <a:endParaRPr lang="en-GB">
              <a:solidFill>
                <a:srgbClr val="011E41"/>
              </a:solidFill>
              <a:latin typeface="Franklin Gothic Medium" panose="020B0603020102020204"/>
            </a:endParaRPr>
          </a:p>
        </p:txBody>
      </p:sp>
      <p:sp>
        <p:nvSpPr>
          <p:cNvPr id="69" name="TextBox 68">
            <a:extLst>
              <a:ext uri="{FF2B5EF4-FFF2-40B4-BE49-F238E27FC236}">
                <a16:creationId xmlns:a16="http://schemas.microsoft.com/office/drawing/2014/main" id="{7AF1D699-BA3E-F5A2-5599-87959CA49D69}"/>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accent1"/>
                </a:solidFill>
                <a:latin typeface="+mj-lt"/>
              </a:rPr>
              <a:t>Confidential</a:t>
            </a:r>
          </a:p>
        </p:txBody>
      </p:sp>
      <p:cxnSp>
        <p:nvCxnSpPr>
          <p:cNvPr id="28" name="Straight Connector 27">
            <a:extLst>
              <a:ext uri="{FF2B5EF4-FFF2-40B4-BE49-F238E27FC236}">
                <a16:creationId xmlns:a16="http://schemas.microsoft.com/office/drawing/2014/main" id="{4E0A6087-D8B3-6DFD-7277-62655941D07C}"/>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0" name="Rounded Rectangle 29">
            <a:extLst>
              <a:ext uri="{FF2B5EF4-FFF2-40B4-BE49-F238E27FC236}">
                <a16:creationId xmlns:a16="http://schemas.microsoft.com/office/drawing/2014/main" id="{22B66ABD-E7A1-6FF7-6A81-57E7F79BB645}"/>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1" name="Graphic 62">
            <a:extLst>
              <a:ext uri="{FF2B5EF4-FFF2-40B4-BE49-F238E27FC236}">
                <a16:creationId xmlns:a16="http://schemas.microsoft.com/office/drawing/2014/main" id="{1AE2F847-4443-4CFA-83DB-25D9DE23516F}"/>
              </a:ext>
            </a:extLst>
          </p:cNvPr>
          <p:cNvGrpSpPr/>
          <p:nvPr userDrawn="1"/>
        </p:nvGrpSpPr>
        <p:grpSpPr>
          <a:xfrm>
            <a:off x="11389259" y="459884"/>
            <a:ext cx="352694" cy="349203"/>
            <a:chOff x="10767269" y="208371"/>
            <a:chExt cx="182844" cy="181034"/>
          </a:xfrm>
        </p:grpSpPr>
        <p:sp>
          <p:nvSpPr>
            <p:cNvPr id="33" name="Freeform 32">
              <a:extLst>
                <a:ext uri="{FF2B5EF4-FFF2-40B4-BE49-F238E27FC236}">
                  <a16:creationId xmlns:a16="http://schemas.microsoft.com/office/drawing/2014/main" id="{22637073-0171-37CF-8B30-77471680ABE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latin typeface="Franklin Gothic Book" panose="020B0503020102020204" pitchFamily="34" charset="0"/>
              </a:endParaRPr>
            </a:p>
          </p:txBody>
        </p:sp>
        <p:sp>
          <p:nvSpPr>
            <p:cNvPr id="34" name="Freeform 33">
              <a:extLst>
                <a:ext uri="{FF2B5EF4-FFF2-40B4-BE49-F238E27FC236}">
                  <a16:creationId xmlns:a16="http://schemas.microsoft.com/office/drawing/2014/main" id="{316399AD-3DFE-6F98-F4CD-2742BE132452}"/>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latin typeface="Franklin Gothic Book" panose="020B0503020102020204" pitchFamily="34" charset="0"/>
              </a:endParaRPr>
            </a:p>
          </p:txBody>
        </p:sp>
        <p:sp>
          <p:nvSpPr>
            <p:cNvPr id="35" name="Freeform 34">
              <a:extLst>
                <a:ext uri="{FF2B5EF4-FFF2-40B4-BE49-F238E27FC236}">
                  <a16:creationId xmlns:a16="http://schemas.microsoft.com/office/drawing/2014/main" id="{3650E210-9F1C-684B-3FF0-371DED0F6E70}"/>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latin typeface="Franklin Gothic Book" panose="020B0503020102020204" pitchFamily="34" charset="0"/>
              </a:endParaRPr>
            </a:p>
          </p:txBody>
        </p:sp>
        <p:sp>
          <p:nvSpPr>
            <p:cNvPr id="36" name="Freeform 35">
              <a:extLst>
                <a:ext uri="{FF2B5EF4-FFF2-40B4-BE49-F238E27FC236}">
                  <a16:creationId xmlns:a16="http://schemas.microsoft.com/office/drawing/2014/main" id="{D95EC18A-4237-310E-8B9B-B5B85B25FF6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latin typeface="Franklin Gothic Book" panose="020B0503020102020204" pitchFamily="34" charset="0"/>
              </a:endParaRPr>
            </a:p>
          </p:txBody>
        </p:sp>
        <p:sp>
          <p:nvSpPr>
            <p:cNvPr id="37" name="Freeform 36">
              <a:extLst>
                <a:ext uri="{FF2B5EF4-FFF2-40B4-BE49-F238E27FC236}">
                  <a16:creationId xmlns:a16="http://schemas.microsoft.com/office/drawing/2014/main" id="{145380E7-F5FA-E916-FE01-D2E60D4F8E26}"/>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latin typeface="Franklin Gothic Book" panose="020B0503020102020204" pitchFamily="34" charset="0"/>
              </a:endParaRPr>
            </a:p>
          </p:txBody>
        </p:sp>
      </p:grpSp>
      <p:sp>
        <p:nvSpPr>
          <p:cNvPr id="38" name="Rounded Rectangle 37">
            <a:extLst>
              <a:ext uri="{FF2B5EF4-FFF2-40B4-BE49-F238E27FC236}">
                <a16:creationId xmlns:a16="http://schemas.microsoft.com/office/drawing/2014/main" id="{B686CC19-3E1C-2B9F-C68B-436E131FBFEB}"/>
              </a:ext>
            </a:extLst>
          </p:cNvPr>
          <p:cNvSpPr/>
          <p:nvPr userDrawn="1"/>
        </p:nvSpPr>
        <p:spPr>
          <a:xfrm>
            <a:off x="2663508" y="1221656"/>
            <a:ext cx="411480" cy="411480"/>
          </a:xfrm>
          <a:prstGeom prst="roundRect">
            <a:avLst>
              <a:gd name="adj" fmla="val 27778"/>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latin typeface="+mj-lt"/>
              </a:rPr>
              <a:t>+</a:t>
            </a:r>
          </a:p>
        </p:txBody>
      </p:sp>
      <p:sp>
        <p:nvSpPr>
          <p:cNvPr id="39" name="Rounded Rectangle 38">
            <a:extLst>
              <a:ext uri="{FF2B5EF4-FFF2-40B4-BE49-F238E27FC236}">
                <a16:creationId xmlns:a16="http://schemas.microsoft.com/office/drawing/2014/main" id="{02FB7DF8-68D5-FD59-0152-6B355FC70F59}"/>
              </a:ext>
            </a:extLst>
          </p:cNvPr>
          <p:cNvSpPr/>
          <p:nvPr userDrawn="1"/>
        </p:nvSpPr>
        <p:spPr>
          <a:xfrm>
            <a:off x="2663508" y="1951209"/>
            <a:ext cx="411480" cy="411480"/>
          </a:xfrm>
          <a:prstGeom prst="roundRect">
            <a:avLst>
              <a:gd name="adj" fmla="val 27778"/>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latin typeface="+mj-lt"/>
              </a:rPr>
              <a:t>+</a:t>
            </a:r>
          </a:p>
        </p:txBody>
      </p:sp>
      <p:sp>
        <p:nvSpPr>
          <p:cNvPr id="40" name="Rounded Rectangle 39">
            <a:extLst>
              <a:ext uri="{FF2B5EF4-FFF2-40B4-BE49-F238E27FC236}">
                <a16:creationId xmlns:a16="http://schemas.microsoft.com/office/drawing/2014/main" id="{7B07F34E-F328-5993-4746-A5775799CD9F}"/>
              </a:ext>
            </a:extLst>
          </p:cNvPr>
          <p:cNvSpPr/>
          <p:nvPr userDrawn="1"/>
        </p:nvSpPr>
        <p:spPr>
          <a:xfrm>
            <a:off x="2663508" y="2680763"/>
            <a:ext cx="411480" cy="411480"/>
          </a:xfrm>
          <a:prstGeom prst="roundRect">
            <a:avLst>
              <a:gd name="adj" fmla="val 27778"/>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latin typeface="+mj-lt"/>
              </a:rPr>
              <a:t>+</a:t>
            </a:r>
          </a:p>
        </p:txBody>
      </p:sp>
      <p:sp>
        <p:nvSpPr>
          <p:cNvPr id="41" name="Rounded Rectangle 40">
            <a:extLst>
              <a:ext uri="{FF2B5EF4-FFF2-40B4-BE49-F238E27FC236}">
                <a16:creationId xmlns:a16="http://schemas.microsoft.com/office/drawing/2014/main" id="{2B4BD851-6F9D-2724-519A-5AABC668BCEA}"/>
              </a:ext>
            </a:extLst>
          </p:cNvPr>
          <p:cNvSpPr/>
          <p:nvPr userDrawn="1"/>
        </p:nvSpPr>
        <p:spPr>
          <a:xfrm>
            <a:off x="2663508" y="3715117"/>
            <a:ext cx="411480" cy="411480"/>
          </a:xfrm>
          <a:prstGeom prst="roundRect">
            <a:avLst>
              <a:gd name="adj" fmla="val 27778"/>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 rtlCol="0" anchor="ctr"/>
          <a:lstStyle/>
          <a:p>
            <a:pPr algn="ctr"/>
            <a:r>
              <a:rPr lang="en-US">
                <a:latin typeface="+mj-lt"/>
              </a:rPr>
              <a:t>–</a:t>
            </a:r>
            <a:endParaRPr lang="en-US" sz="2000">
              <a:latin typeface="+mj-lt"/>
            </a:endParaRPr>
          </a:p>
        </p:txBody>
      </p:sp>
      <p:sp>
        <p:nvSpPr>
          <p:cNvPr id="42" name="Rounded Rectangle 41">
            <a:extLst>
              <a:ext uri="{FF2B5EF4-FFF2-40B4-BE49-F238E27FC236}">
                <a16:creationId xmlns:a16="http://schemas.microsoft.com/office/drawing/2014/main" id="{F3B63778-009C-EFD1-54DE-E39BC314919E}"/>
              </a:ext>
            </a:extLst>
          </p:cNvPr>
          <p:cNvSpPr/>
          <p:nvPr userDrawn="1"/>
        </p:nvSpPr>
        <p:spPr>
          <a:xfrm>
            <a:off x="2663508" y="4444670"/>
            <a:ext cx="411480" cy="411480"/>
          </a:xfrm>
          <a:prstGeom prst="roundRect">
            <a:avLst>
              <a:gd name="adj" fmla="val 27778"/>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 rtlCol="0" anchor="ctr"/>
          <a:lstStyle/>
          <a:p>
            <a:pPr algn="ctr"/>
            <a:r>
              <a:rPr lang="en-US" sz="2000">
                <a:latin typeface="+mj-lt"/>
              </a:rPr>
              <a:t>–</a:t>
            </a:r>
            <a:endParaRPr lang="en-US" sz="2400">
              <a:latin typeface="+mj-lt"/>
            </a:endParaRPr>
          </a:p>
        </p:txBody>
      </p:sp>
      <p:sp>
        <p:nvSpPr>
          <p:cNvPr id="43" name="Rounded Rectangle 42">
            <a:extLst>
              <a:ext uri="{FF2B5EF4-FFF2-40B4-BE49-F238E27FC236}">
                <a16:creationId xmlns:a16="http://schemas.microsoft.com/office/drawing/2014/main" id="{3B4B902E-5199-B568-2180-BAD24C69D2FC}"/>
              </a:ext>
            </a:extLst>
          </p:cNvPr>
          <p:cNvSpPr/>
          <p:nvPr userDrawn="1"/>
        </p:nvSpPr>
        <p:spPr>
          <a:xfrm>
            <a:off x="2663508" y="5174224"/>
            <a:ext cx="411480" cy="411480"/>
          </a:xfrm>
          <a:prstGeom prst="roundRect">
            <a:avLst>
              <a:gd name="adj" fmla="val 27778"/>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 rtlCol="0" anchor="ctr"/>
          <a:lstStyle/>
          <a:p>
            <a:pPr algn="ctr"/>
            <a:r>
              <a:rPr lang="en-US" sz="2000">
                <a:latin typeface="+mj-lt"/>
              </a:rPr>
              <a:t>–</a:t>
            </a:r>
            <a:endParaRPr lang="en-US" sz="2400">
              <a:latin typeface="+mj-lt"/>
            </a:endParaRPr>
          </a:p>
        </p:txBody>
      </p:sp>
      <p:sp>
        <p:nvSpPr>
          <p:cNvPr id="45" name="Slide Number Placeholder 5">
            <a:extLst>
              <a:ext uri="{FF2B5EF4-FFF2-40B4-BE49-F238E27FC236}">
                <a16:creationId xmlns:a16="http://schemas.microsoft.com/office/drawing/2014/main" id="{CFFFFD55-0EB3-C5C4-10CC-5D6E654FEE4F}"/>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7208801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2 Column Content_Grey">
    <p:bg>
      <p:bgPr>
        <a:solidFill>
          <a:srgbClr val="F2F6FB"/>
        </a:solidFill>
        <a:effectLst/>
      </p:bgPr>
    </p:bg>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4808"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89" name="Subtitle 2">
            <a:extLst>
              <a:ext uri="{FF2B5EF4-FFF2-40B4-BE49-F238E27FC236}">
                <a16:creationId xmlns:a16="http://schemas.microsoft.com/office/drawing/2014/main" id="{B8051558-696D-93B1-48C5-5BB9B0DB577D}"/>
              </a:ext>
            </a:extLst>
          </p:cNvPr>
          <p:cNvSpPr>
            <a:spLocks noGrp="1"/>
          </p:cNvSpPr>
          <p:nvPr>
            <p:ph type="subTitle" idx="1" hasCustomPrompt="1"/>
          </p:nvPr>
        </p:nvSpPr>
        <p:spPr>
          <a:xfrm>
            <a:off x="454025" y="1155700"/>
            <a:ext cx="550468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9" name="Content Placeholder 2">
            <a:extLst>
              <a:ext uri="{FF2B5EF4-FFF2-40B4-BE49-F238E27FC236}">
                <a16:creationId xmlns:a16="http://schemas.microsoft.com/office/drawing/2014/main" id="{1BB6CE3F-1115-D1AD-2076-CE0B2E75D254}"/>
              </a:ext>
            </a:extLst>
          </p:cNvPr>
          <p:cNvSpPr>
            <a:spLocks noGrp="1"/>
          </p:cNvSpPr>
          <p:nvPr>
            <p:ph sz="quarter" idx="15"/>
          </p:nvPr>
        </p:nvSpPr>
        <p:spPr>
          <a:xfrm>
            <a:off x="454025" y="2011680"/>
            <a:ext cx="6505576"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D8ADF46A-390D-6732-A295-FA7E2084FAB5}"/>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CE4F6C72-03B6-AE6A-B868-DECDD3BA2914}"/>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0" name="Graphic 62">
            <a:extLst>
              <a:ext uri="{FF2B5EF4-FFF2-40B4-BE49-F238E27FC236}">
                <a16:creationId xmlns:a16="http://schemas.microsoft.com/office/drawing/2014/main" id="{76B9A445-4246-5194-C892-5FA71304B408}"/>
              </a:ext>
            </a:extLst>
          </p:cNvPr>
          <p:cNvGrpSpPr/>
          <p:nvPr userDrawn="1"/>
        </p:nvGrpSpPr>
        <p:grpSpPr>
          <a:xfrm>
            <a:off x="11389259" y="459884"/>
            <a:ext cx="352694" cy="349203"/>
            <a:chOff x="10767269" y="208371"/>
            <a:chExt cx="182844" cy="181034"/>
          </a:xfrm>
        </p:grpSpPr>
        <p:sp>
          <p:nvSpPr>
            <p:cNvPr id="33" name="Freeform 32">
              <a:extLst>
                <a:ext uri="{FF2B5EF4-FFF2-40B4-BE49-F238E27FC236}">
                  <a16:creationId xmlns:a16="http://schemas.microsoft.com/office/drawing/2014/main" id="{CEA34F39-007C-367C-AE7E-576ABB3D7E5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4" name="Freeform 33">
              <a:extLst>
                <a:ext uri="{FF2B5EF4-FFF2-40B4-BE49-F238E27FC236}">
                  <a16:creationId xmlns:a16="http://schemas.microsoft.com/office/drawing/2014/main" id="{EC28EC92-81B3-EAD1-4C9D-7723D496321B}"/>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8AE3DA68-A588-3F9E-6D82-1ABA60BB8EBE}"/>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FDE1076D-0CFC-4DC2-CC07-E9D4C94D593A}"/>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8" name="Freeform 37">
              <a:extLst>
                <a:ext uri="{FF2B5EF4-FFF2-40B4-BE49-F238E27FC236}">
                  <a16:creationId xmlns:a16="http://schemas.microsoft.com/office/drawing/2014/main" id="{22317709-7427-87F3-2226-F4A6ED7438A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1" name="Rounded Rectangle 20">
            <a:extLst>
              <a:ext uri="{FF2B5EF4-FFF2-40B4-BE49-F238E27FC236}">
                <a16:creationId xmlns:a16="http://schemas.microsoft.com/office/drawing/2014/main" id="{EB126B0C-86AA-B950-254B-22F83652F7D6}"/>
              </a:ext>
            </a:extLst>
          </p:cNvPr>
          <p:cNvSpPr/>
          <p:nvPr userDrawn="1"/>
        </p:nvSpPr>
        <p:spPr>
          <a:xfrm>
            <a:off x="8166100" y="1142999"/>
            <a:ext cx="3563938" cy="2120834"/>
          </a:xfrm>
          <a:prstGeom prst="roundRect">
            <a:avLst>
              <a:gd name="adj" fmla="val 768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ounded Rectangle 23">
            <a:extLst>
              <a:ext uri="{FF2B5EF4-FFF2-40B4-BE49-F238E27FC236}">
                <a16:creationId xmlns:a16="http://schemas.microsoft.com/office/drawing/2014/main" id="{E60025C1-1387-B67A-5858-04B9EA83A452}"/>
              </a:ext>
            </a:extLst>
          </p:cNvPr>
          <p:cNvSpPr/>
          <p:nvPr userDrawn="1"/>
        </p:nvSpPr>
        <p:spPr>
          <a:xfrm>
            <a:off x="8166100" y="3598100"/>
            <a:ext cx="3563938" cy="2120834"/>
          </a:xfrm>
          <a:prstGeom prst="roundRect">
            <a:avLst>
              <a:gd name="adj" fmla="val 708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Content Placeholder 2">
            <a:extLst>
              <a:ext uri="{FF2B5EF4-FFF2-40B4-BE49-F238E27FC236}">
                <a16:creationId xmlns:a16="http://schemas.microsoft.com/office/drawing/2014/main" id="{2C8EC946-AE26-D0DE-3D38-92A673462B6A}"/>
              </a:ext>
            </a:extLst>
          </p:cNvPr>
          <p:cNvSpPr>
            <a:spLocks noGrp="1"/>
          </p:cNvSpPr>
          <p:nvPr>
            <p:ph sz="quarter" idx="16" hasCustomPrompt="1"/>
          </p:nvPr>
        </p:nvSpPr>
        <p:spPr>
          <a:xfrm>
            <a:off x="8491249" y="1257300"/>
            <a:ext cx="2926080" cy="1162050"/>
          </a:xfrm>
        </p:spPr>
        <p:txBody>
          <a:bodyPr/>
          <a:lstStyle>
            <a:lvl1pPr marL="0" indent="0" algn="ctr">
              <a:buNone/>
              <a:defRPr sz="8000">
                <a:solidFill>
                  <a:schemeClr val="accent2"/>
                </a:solidFill>
                <a:latin typeface="+mn-lt"/>
              </a:defRPr>
            </a:lvl1pPr>
            <a:lvl2pPr>
              <a:defRPr sz="1400"/>
            </a:lvl2pPr>
            <a:lvl3pPr>
              <a:defRPr sz="1200"/>
            </a:lvl3pPr>
            <a:lvl4pPr>
              <a:defRPr sz="1400"/>
            </a:lvl4pPr>
            <a:lvl5pPr>
              <a:defRPr sz="1400"/>
            </a:lvl5pPr>
          </a:lstStyle>
          <a:p>
            <a:pPr lvl="0"/>
            <a:r>
              <a:rPr lang="en-US"/>
              <a:t>XX</a:t>
            </a:r>
          </a:p>
        </p:txBody>
      </p:sp>
      <p:sp>
        <p:nvSpPr>
          <p:cNvPr id="40" name="Content Placeholder 2">
            <a:extLst>
              <a:ext uri="{FF2B5EF4-FFF2-40B4-BE49-F238E27FC236}">
                <a16:creationId xmlns:a16="http://schemas.microsoft.com/office/drawing/2014/main" id="{4C547412-08BD-921A-E1E5-C98BE84EF73D}"/>
              </a:ext>
            </a:extLst>
          </p:cNvPr>
          <p:cNvSpPr>
            <a:spLocks noGrp="1"/>
          </p:cNvSpPr>
          <p:nvPr>
            <p:ph sz="quarter" idx="17" hasCustomPrompt="1"/>
          </p:nvPr>
        </p:nvSpPr>
        <p:spPr>
          <a:xfrm>
            <a:off x="8491307" y="3714750"/>
            <a:ext cx="2925965" cy="1162050"/>
          </a:xfrm>
        </p:spPr>
        <p:txBody>
          <a:bodyPr/>
          <a:lstStyle>
            <a:lvl1pPr marL="0" indent="0" algn="ctr">
              <a:buNone/>
              <a:defRPr sz="8000">
                <a:solidFill>
                  <a:schemeClr val="accent3">
                    <a:lumMod val="90000"/>
                  </a:schemeClr>
                </a:solidFill>
                <a:latin typeface="+mn-lt"/>
              </a:defRPr>
            </a:lvl1pPr>
            <a:lvl2pPr>
              <a:defRPr sz="1400"/>
            </a:lvl2pPr>
            <a:lvl3pPr>
              <a:defRPr sz="1200"/>
            </a:lvl3pPr>
            <a:lvl4pPr>
              <a:defRPr sz="1400"/>
            </a:lvl4pPr>
            <a:lvl5pPr>
              <a:defRPr sz="1400"/>
            </a:lvl5pPr>
          </a:lstStyle>
          <a:p>
            <a:pPr lvl="0"/>
            <a:r>
              <a:rPr lang="en-US"/>
              <a:t>XX</a:t>
            </a:r>
          </a:p>
        </p:txBody>
      </p:sp>
      <p:sp>
        <p:nvSpPr>
          <p:cNvPr id="41" name="Content Placeholder 2">
            <a:extLst>
              <a:ext uri="{FF2B5EF4-FFF2-40B4-BE49-F238E27FC236}">
                <a16:creationId xmlns:a16="http://schemas.microsoft.com/office/drawing/2014/main" id="{04981B47-2B85-9287-9AD3-5590BC4EA128}"/>
              </a:ext>
            </a:extLst>
          </p:cNvPr>
          <p:cNvSpPr>
            <a:spLocks noGrp="1"/>
          </p:cNvSpPr>
          <p:nvPr>
            <p:ph sz="quarter" idx="18"/>
          </p:nvPr>
        </p:nvSpPr>
        <p:spPr>
          <a:xfrm>
            <a:off x="8491249" y="2546604"/>
            <a:ext cx="2926080" cy="653796"/>
          </a:xfrm>
        </p:spPr>
        <p:txBody>
          <a:bodyPr/>
          <a:lstStyle>
            <a:lvl1pPr marL="0" indent="0" algn="ctr">
              <a:lnSpc>
                <a:spcPts val="1800"/>
              </a:lnSpc>
              <a:buNone/>
              <a:defRPr sz="1800">
                <a:latin typeface="+mj-lt"/>
              </a:defRPr>
            </a:lvl1pPr>
            <a:lvl2pPr>
              <a:defRPr sz="1400"/>
            </a:lvl2pPr>
            <a:lvl3pPr>
              <a:defRPr sz="1200"/>
            </a:lvl3pPr>
            <a:lvl4pPr>
              <a:defRPr sz="1400"/>
            </a:lvl4pPr>
            <a:lvl5pPr>
              <a:defRPr sz="1400"/>
            </a:lvl5pPr>
          </a:lstStyle>
          <a:p>
            <a:pPr lvl="0"/>
            <a:r>
              <a:rPr lang="en-US"/>
              <a:t>Click to edit Master text styles</a:t>
            </a:r>
          </a:p>
        </p:txBody>
      </p:sp>
      <p:sp>
        <p:nvSpPr>
          <p:cNvPr id="42" name="Content Placeholder 2">
            <a:extLst>
              <a:ext uri="{FF2B5EF4-FFF2-40B4-BE49-F238E27FC236}">
                <a16:creationId xmlns:a16="http://schemas.microsoft.com/office/drawing/2014/main" id="{3A1AABCC-B9C2-503F-704B-0133ADFFA882}"/>
              </a:ext>
            </a:extLst>
          </p:cNvPr>
          <p:cNvSpPr>
            <a:spLocks noGrp="1"/>
          </p:cNvSpPr>
          <p:nvPr>
            <p:ph sz="quarter" idx="19"/>
          </p:nvPr>
        </p:nvSpPr>
        <p:spPr>
          <a:xfrm>
            <a:off x="8491249" y="4991100"/>
            <a:ext cx="2926080" cy="658368"/>
          </a:xfrm>
        </p:spPr>
        <p:txBody>
          <a:bodyPr/>
          <a:lstStyle>
            <a:lvl1pPr marL="0" indent="0" algn="ctr">
              <a:lnSpc>
                <a:spcPts val="1800"/>
              </a:lnSpc>
              <a:buNone/>
              <a:defRPr sz="1800">
                <a:latin typeface="+mj-lt"/>
              </a:defRPr>
            </a:lvl1pPr>
            <a:lvl2pPr>
              <a:defRPr sz="1400"/>
            </a:lvl2pPr>
            <a:lvl3pPr>
              <a:defRPr sz="1200"/>
            </a:lvl3pPr>
            <a:lvl4pPr>
              <a:defRPr sz="1400"/>
            </a:lvl4pPr>
            <a:lvl5pPr>
              <a:defRPr sz="1400"/>
            </a:lvl5pPr>
          </a:lstStyle>
          <a:p>
            <a:pPr lvl="0"/>
            <a:r>
              <a:rPr lang="en-US"/>
              <a:t>Click to edit Master text styles</a:t>
            </a:r>
          </a:p>
        </p:txBody>
      </p:sp>
      <p:sp>
        <p:nvSpPr>
          <p:cNvPr id="44" name="Slide Number Placeholder 5">
            <a:extLst>
              <a:ext uri="{FF2B5EF4-FFF2-40B4-BE49-F238E27FC236}">
                <a16:creationId xmlns:a16="http://schemas.microsoft.com/office/drawing/2014/main" id="{E22A041B-909D-CB48-888F-79C6867C1234}"/>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94704020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2 Column Content_Grey">
    <p:bg>
      <p:bgPr>
        <a:solidFill>
          <a:srgbClr val="F2F6FB"/>
        </a:solidFill>
        <a:effectLst/>
      </p:bgPr>
    </p:bg>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4808"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89" name="Subtitle 2">
            <a:extLst>
              <a:ext uri="{FF2B5EF4-FFF2-40B4-BE49-F238E27FC236}">
                <a16:creationId xmlns:a16="http://schemas.microsoft.com/office/drawing/2014/main" id="{B8051558-696D-93B1-48C5-5BB9B0DB577D}"/>
              </a:ext>
            </a:extLst>
          </p:cNvPr>
          <p:cNvSpPr>
            <a:spLocks noGrp="1"/>
          </p:cNvSpPr>
          <p:nvPr>
            <p:ph type="subTitle" idx="1" hasCustomPrompt="1"/>
          </p:nvPr>
        </p:nvSpPr>
        <p:spPr>
          <a:xfrm>
            <a:off x="454025" y="1155700"/>
            <a:ext cx="550468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9" name="Content Placeholder 2">
            <a:extLst>
              <a:ext uri="{FF2B5EF4-FFF2-40B4-BE49-F238E27FC236}">
                <a16:creationId xmlns:a16="http://schemas.microsoft.com/office/drawing/2014/main" id="{1BB6CE3F-1115-D1AD-2076-CE0B2E75D254}"/>
              </a:ext>
            </a:extLst>
          </p:cNvPr>
          <p:cNvSpPr>
            <a:spLocks noGrp="1"/>
          </p:cNvSpPr>
          <p:nvPr>
            <p:ph sz="quarter" idx="15"/>
          </p:nvPr>
        </p:nvSpPr>
        <p:spPr>
          <a:xfrm>
            <a:off x="454025" y="2011680"/>
            <a:ext cx="541324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31" name="Content Placeholder 2">
            <a:extLst>
              <a:ext uri="{FF2B5EF4-FFF2-40B4-BE49-F238E27FC236}">
                <a16:creationId xmlns:a16="http://schemas.microsoft.com/office/drawing/2014/main" id="{716CE1B6-2D90-FC71-F880-75C20FDD1441}"/>
              </a:ext>
            </a:extLst>
          </p:cNvPr>
          <p:cNvSpPr>
            <a:spLocks noGrp="1"/>
          </p:cNvSpPr>
          <p:nvPr>
            <p:ph sz="quarter" idx="16"/>
          </p:nvPr>
        </p:nvSpPr>
        <p:spPr>
          <a:xfrm>
            <a:off x="6323555" y="2011680"/>
            <a:ext cx="541324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D8ADF46A-390D-6732-A295-FA7E2084FAB5}"/>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CE4F6C72-03B6-AE6A-B868-DECDD3BA2914}"/>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0" name="Graphic 62">
            <a:extLst>
              <a:ext uri="{FF2B5EF4-FFF2-40B4-BE49-F238E27FC236}">
                <a16:creationId xmlns:a16="http://schemas.microsoft.com/office/drawing/2014/main" id="{76B9A445-4246-5194-C892-5FA71304B408}"/>
              </a:ext>
            </a:extLst>
          </p:cNvPr>
          <p:cNvGrpSpPr/>
          <p:nvPr userDrawn="1"/>
        </p:nvGrpSpPr>
        <p:grpSpPr>
          <a:xfrm>
            <a:off x="11389259" y="459884"/>
            <a:ext cx="352694" cy="349203"/>
            <a:chOff x="10767269" y="208371"/>
            <a:chExt cx="182844" cy="181034"/>
          </a:xfrm>
        </p:grpSpPr>
        <p:sp>
          <p:nvSpPr>
            <p:cNvPr id="33" name="Freeform 32">
              <a:extLst>
                <a:ext uri="{FF2B5EF4-FFF2-40B4-BE49-F238E27FC236}">
                  <a16:creationId xmlns:a16="http://schemas.microsoft.com/office/drawing/2014/main" id="{CEA34F39-007C-367C-AE7E-576ABB3D7E5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4" name="Freeform 33">
              <a:extLst>
                <a:ext uri="{FF2B5EF4-FFF2-40B4-BE49-F238E27FC236}">
                  <a16:creationId xmlns:a16="http://schemas.microsoft.com/office/drawing/2014/main" id="{EC28EC92-81B3-EAD1-4C9D-7723D496321B}"/>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8AE3DA68-A588-3F9E-6D82-1ABA60BB8EBE}"/>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FDE1076D-0CFC-4DC2-CC07-E9D4C94D593A}"/>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8" name="Freeform 37">
              <a:extLst>
                <a:ext uri="{FF2B5EF4-FFF2-40B4-BE49-F238E27FC236}">
                  <a16:creationId xmlns:a16="http://schemas.microsoft.com/office/drawing/2014/main" id="{22317709-7427-87F3-2226-F4A6ED7438A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2" name="Slide Number Placeholder 5">
            <a:extLst>
              <a:ext uri="{FF2B5EF4-FFF2-40B4-BE49-F238E27FC236}">
                <a16:creationId xmlns:a16="http://schemas.microsoft.com/office/drawing/2014/main" id="{9CEA35D2-9DEA-0DCB-704A-972F3BEA7DB9}"/>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78405416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_Content_White_Full Width">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8699"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026D8BD6-9828-7A47-883D-E86FAC90F0F6}"/>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EF8D6C47-4F24-294F-AD4E-49AE68CE9D0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5ED918B2-DF70-E64E-BC9E-7B9A74283A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E0EC8DBC-201D-B44A-8F91-EFA72C61D247}"/>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FFB5CA89-8729-3D4A-B8E9-12B9E4D915E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39915B2B-2D62-0A48-B633-5C7346FB029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9" name="Subtitle 2">
            <a:extLst>
              <a:ext uri="{FF2B5EF4-FFF2-40B4-BE49-F238E27FC236}">
                <a16:creationId xmlns:a16="http://schemas.microsoft.com/office/drawing/2014/main" id="{BDB3D6A1-5F7E-6C84-BBC1-9194E3389BC9}"/>
              </a:ext>
            </a:extLst>
          </p:cNvPr>
          <p:cNvSpPr>
            <a:spLocks noGrp="1"/>
          </p:cNvSpPr>
          <p:nvPr>
            <p:ph type="subTitle" idx="1" hasCustomPrompt="1"/>
          </p:nvPr>
        </p:nvSpPr>
        <p:spPr>
          <a:xfrm>
            <a:off x="454025" y="1155700"/>
            <a:ext cx="646480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8" name="Content Placeholder 2">
            <a:extLst>
              <a:ext uri="{FF2B5EF4-FFF2-40B4-BE49-F238E27FC236}">
                <a16:creationId xmlns:a16="http://schemas.microsoft.com/office/drawing/2014/main" id="{9AAC9623-3DFA-9BEA-7EA2-12F5084096C7}"/>
              </a:ext>
            </a:extLst>
          </p:cNvPr>
          <p:cNvSpPr>
            <a:spLocks noGrp="1"/>
          </p:cNvSpPr>
          <p:nvPr>
            <p:ph sz="quarter" idx="14"/>
          </p:nvPr>
        </p:nvSpPr>
        <p:spPr>
          <a:xfrm>
            <a:off x="444500" y="2011680"/>
            <a:ext cx="11163300" cy="3556000"/>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64EC8228-6014-9EE1-451B-74B9B8918EF2}"/>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0" name="Rounded Rectangle 29">
            <a:extLst>
              <a:ext uri="{FF2B5EF4-FFF2-40B4-BE49-F238E27FC236}">
                <a16:creationId xmlns:a16="http://schemas.microsoft.com/office/drawing/2014/main" id="{468A667C-FF14-033F-4566-98051B2D44B3}"/>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Slide Number Placeholder 5">
            <a:extLst>
              <a:ext uri="{FF2B5EF4-FFF2-40B4-BE49-F238E27FC236}">
                <a16:creationId xmlns:a16="http://schemas.microsoft.com/office/drawing/2014/main" id="{5EBEFEA3-7772-EB88-4943-7D74C91BB1B2}"/>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33194891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 Content Box + Callout">
    <p:bg>
      <p:bgPr>
        <a:solidFill>
          <a:srgbClr val="F2F6FB"/>
        </a:solidFill>
        <a:effectLst/>
      </p:bgPr>
    </p:bg>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4808"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89" name="Subtitle 2">
            <a:extLst>
              <a:ext uri="{FF2B5EF4-FFF2-40B4-BE49-F238E27FC236}">
                <a16:creationId xmlns:a16="http://schemas.microsoft.com/office/drawing/2014/main" id="{B8051558-696D-93B1-48C5-5BB9B0DB577D}"/>
              </a:ext>
            </a:extLst>
          </p:cNvPr>
          <p:cNvSpPr>
            <a:spLocks noGrp="1"/>
          </p:cNvSpPr>
          <p:nvPr>
            <p:ph type="subTitle" idx="1" hasCustomPrompt="1"/>
          </p:nvPr>
        </p:nvSpPr>
        <p:spPr>
          <a:xfrm>
            <a:off x="454025" y="1155700"/>
            <a:ext cx="550468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90" name="Content Placeholder 2">
            <a:extLst>
              <a:ext uri="{FF2B5EF4-FFF2-40B4-BE49-F238E27FC236}">
                <a16:creationId xmlns:a16="http://schemas.microsoft.com/office/drawing/2014/main" id="{2A459093-2877-F0C0-9798-B49AD9E2972B}"/>
              </a:ext>
            </a:extLst>
          </p:cNvPr>
          <p:cNvSpPr>
            <a:spLocks noGrp="1"/>
          </p:cNvSpPr>
          <p:nvPr>
            <p:ph sz="quarter" idx="15"/>
          </p:nvPr>
        </p:nvSpPr>
        <p:spPr>
          <a:xfrm>
            <a:off x="454024" y="2011680"/>
            <a:ext cx="3584448" cy="2877820"/>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91" name="Content Placeholder 2">
            <a:extLst>
              <a:ext uri="{FF2B5EF4-FFF2-40B4-BE49-F238E27FC236}">
                <a16:creationId xmlns:a16="http://schemas.microsoft.com/office/drawing/2014/main" id="{07F914D7-93D4-8BF8-5154-E7DA7859B2AD}"/>
              </a:ext>
            </a:extLst>
          </p:cNvPr>
          <p:cNvSpPr>
            <a:spLocks noGrp="1"/>
          </p:cNvSpPr>
          <p:nvPr>
            <p:ph sz="quarter" idx="16"/>
          </p:nvPr>
        </p:nvSpPr>
        <p:spPr>
          <a:xfrm>
            <a:off x="8153399" y="2011680"/>
            <a:ext cx="3583403" cy="2877820"/>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28" name="Content Placeholder 2">
            <a:extLst>
              <a:ext uri="{FF2B5EF4-FFF2-40B4-BE49-F238E27FC236}">
                <a16:creationId xmlns:a16="http://schemas.microsoft.com/office/drawing/2014/main" id="{0031370A-24DB-35F0-8CB5-B2764FC7FEE7}"/>
              </a:ext>
            </a:extLst>
          </p:cNvPr>
          <p:cNvSpPr>
            <a:spLocks noGrp="1"/>
          </p:cNvSpPr>
          <p:nvPr>
            <p:ph sz="quarter" idx="17"/>
          </p:nvPr>
        </p:nvSpPr>
        <p:spPr>
          <a:xfrm>
            <a:off x="4303712" y="2011680"/>
            <a:ext cx="3584448" cy="2877820"/>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29" name="Content Placeholder 2">
            <a:extLst>
              <a:ext uri="{FF2B5EF4-FFF2-40B4-BE49-F238E27FC236}">
                <a16:creationId xmlns:a16="http://schemas.microsoft.com/office/drawing/2014/main" id="{D4B638E2-6E58-4953-BEF7-BBD3E1F66F12}"/>
              </a:ext>
            </a:extLst>
          </p:cNvPr>
          <p:cNvSpPr>
            <a:spLocks noGrp="1"/>
          </p:cNvSpPr>
          <p:nvPr>
            <p:ph sz="quarter" idx="18"/>
          </p:nvPr>
        </p:nvSpPr>
        <p:spPr>
          <a:xfrm>
            <a:off x="454024" y="5105400"/>
            <a:ext cx="3584448" cy="939800"/>
          </a:xfrm>
        </p:spPr>
        <p:txBody>
          <a:bodyPr/>
          <a:lstStyle>
            <a:lvl1pPr marL="285750" indent="-285750" algn="ctr">
              <a:buFont typeface="Wingdings" pitchFamily="2" charset="2"/>
              <a:buChar char="§"/>
              <a:defRPr sz="1400"/>
            </a:lvl1pPr>
            <a:lvl2pPr marL="450850" indent="-171450" algn="ctr">
              <a:buFont typeface="Wingdings" pitchFamily="2" charset="2"/>
              <a:buChar char="§"/>
              <a:defRPr sz="1200"/>
            </a:lvl2pPr>
            <a:lvl3pPr>
              <a:defRPr sz="1200"/>
            </a:lvl3pPr>
            <a:lvl4pPr>
              <a:defRPr sz="1400"/>
            </a:lvl4pPr>
            <a:lvl5pPr>
              <a:defRPr sz="1400"/>
            </a:lvl5pPr>
          </a:lstStyle>
          <a:p>
            <a:pPr lvl="0"/>
            <a:r>
              <a:rPr lang="en-US"/>
              <a:t>Click to edit Master text styles</a:t>
            </a:r>
          </a:p>
          <a:p>
            <a:pPr lvl="1"/>
            <a:endParaRPr lang="en-US"/>
          </a:p>
        </p:txBody>
      </p:sp>
      <p:sp>
        <p:nvSpPr>
          <p:cNvPr id="30" name="Content Placeholder 2">
            <a:extLst>
              <a:ext uri="{FF2B5EF4-FFF2-40B4-BE49-F238E27FC236}">
                <a16:creationId xmlns:a16="http://schemas.microsoft.com/office/drawing/2014/main" id="{2159D8FE-959C-EC7F-5AD8-7394D5F48D09}"/>
              </a:ext>
            </a:extLst>
          </p:cNvPr>
          <p:cNvSpPr>
            <a:spLocks noGrp="1"/>
          </p:cNvSpPr>
          <p:nvPr>
            <p:ph sz="quarter" idx="19"/>
          </p:nvPr>
        </p:nvSpPr>
        <p:spPr>
          <a:xfrm>
            <a:off x="8153399" y="5105400"/>
            <a:ext cx="3583403" cy="939800"/>
          </a:xfrm>
        </p:spPr>
        <p:txBody>
          <a:bodyPr/>
          <a:lstStyle>
            <a:lvl1pPr marL="285750" indent="-285750" algn="ctr">
              <a:buFont typeface="Wingdings" pitchFamily="2" charset="2"/>
              <a:buChar char="§"/>
              <a:defRPr sz="1400"/>
            </a:lvl1pPr>
            <a:lvl2pPr>
              <a:defRPr sz="1400"/>
            </a:lvl2pPr>
            <a:lvl3pPr>
              <a:defRPr sz="1200"/>
            </a:lvl3pPr>
            <a:lvl4pPr>
              <a:defRPr sz="1400"/>
            </a:lvl4pPr>
            <a:lvl5pPr>
              <a:defRPr sz="1400"/>
            </a:lvl5pPr>
          </a:lstStyle>
          <a:p>
            <a:pPr lvl="0"/>
            <a:r>
              <a:rPr lang="en-US"/>
              <a:t>Click to edit Master text styles</a:t>
            </a:r>
          </a:p>
        </p:txBody>
      </p:sp>
      <p:sp>
        <p:nvSpPr>
          <p:cNvPr id="31" name="Content Placeholder 2">
            <a:extLst>
              <a:ext uri="{FF2B5EF4-FFF2-40B4-BE49-F238E27FC236}">
                <a16:creationId xmlns:a16="http://schemas.microsoft.com/office/drawing/2014/main" id="{2A760271-9843-57CE-E237-1D11741AC0C9}"/>
              </a:ext>
            </a:extLst>
          </p:cNvPr>
          <p:cNvSpPr>
            <a:spLocks noGrp="1"/>
          </p:cNvSpPr>
          <p:nvPr>
            <p:ph sz="quarter" idx="20"/>
          </p:nvPr>
        </p:nvSpPr>
        <p:spPr>
          <a:xfrm>
            <a:off x="4303712" y="5105400"/>
            <a:ext cx="3584448" cy="939800"/>
          </a:xfrm>
        </p:spPr>
        <p:txBody>
          <a:bodyPr/>
          <a:lstStyle>
            <a:lvl1pPr marL="285750" indent="-285750" algn="ctr">
              <a:buFont typeface="Wingdings" pitchFamily="2" charset="2"/>
              <a:buChar char="§"/>
              <a:defRPr sz="1400"/>
            </a:lvl1pPr>
            <a:lvl2pPr>
              <a:defRPr sz="1400"/>
            </a:lvl2pPr>
            <a:lvl3pPr>
              <a:defRPr sz="1200"/>
            </a:lvl3pPr>
            <a:lvl4pPr>
              <a:defRPr sz="1400"/>
            </a:lvl4pPr>
            <a:lvl5pPr>
              <a:defRPr sz="1400"/>
            </a:lvl5pPr>
          </a:lstStyle>
          <a:p>
            <a:pPr lvl="0"/>
            <a:r>
              <a:rPr lang="en-US"/>
              <a:t>Click to edit Master text styles</a:t>
            </a:r>
          </a:p>
        </p:txBody>
      </p:sp>
      <p:cxnSp>
        <p:nvCxnSpPr>
          <p:cNvPr id="27" name="Straight Connector 26">
            <a:extLst>
              <a:ext uri="{FF2B5EF4-FFF2-40B4-BE49-F238E27FC236}">
                <a16:creationId xmlns:a16="http://schemas.microsoft.com/office/drawing/2014/main" id="{BC9A5304-B1AB-704F-F546-73078D0E3165}"/>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2" name="Rounded Rectangle 31">
            <a:extLst>
              <a:ext uri="{FF2B5EF4-FFF2-40B4-BE49-F238E27FC236}">
                <a16:creationId xmlns:a16="http://schemas.microsoft.com/office/drawing/2014/main" id="{CD0A485E-626C-B759-6548-A92EBD69A28B}"/>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1" name="Graphic 62">
            <a:extLst>
              <a:ext uri="{FF2B5EF4-FFF2-40B4-BE49-F238E27FC236}">
                <a16:creationId xmlns:a16="http://schemas.microsoft.com/office/drawing/2014/main" id="{5B597986-98F5-89DC-7B53-6B7AAC104DD6}"/>
              </a:ext>
            </a:extLst>
          </p:cNvPr>
          <p:cNvGrpSpPr/>
          <p:nvPr userDrawn="1"/>
        </p:nvGrpSpPr>
        <p:grpSpPr>
          <a:xfrm>
            <a:off x="11389259" y="459884"/>
            <a:ext cx="352694" cy="349203"/>
            <a:chOff x="10767269" y="208371"/>
            <a:chExt cx="182844" cy="181034"/>
          </a:xfrm>
        </p:grpSpPr>
        <p:sp>
          <p:nvSpPr>
            <p:cNvPr id="42" name="Freeform 41">
              <a:extLst>
                <a:ext uri="{FF2B5EF4-FFF2-40B4-BE49-F238E27FC236}">
                  <a16:creationId xmlns:a16="http://schemas.microsoft.com/office/drawing/2014/main" id="{BED5C527-017E-C192-56F2-59B2D82EE417}"/>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3" name="Freeform 42">
              <a:extLst>
                <a:ext uri="{FF2B5EF4-FFF2-40B4-BE49-F238E27FC236}">
                  <a16:creationId xmlns:a16="http://schemas.microsoft.com/office/drawing/2014/main" id="{5A4DA5FA-62A0-ABBD-F132-834FDDF90497}"/>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44" name="Freeform 43">
              <a:extLst>
                <a:ext uri="{FF2B5EF4-FFF2-40B4-BE49-F238E27FC236}">
                  <a16:creationId xmlns:a16="http://schemas.microsoft.com/office/drawing/2014/main" id="{8CE2BD65-9C1B-D92D-00E7-24A75759F5D2}"/>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5" name="Freeform 44">
              <a:extLst>
                <a:ext uri="{FF2B5EF4-FFF2-40B4-BE49-F238E27FC236}">
                  <a16:creationId xmlns:a16="http://schemas.microsoft.com/office/drawing/2014/main" id="{27C8FA98-2101-D2BC-883A-D4BBCA24DB4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46" name="Freeform 45">
              <a:extLst>
                <a:ext uri="{FF2B5EF4-FFF2-40B4-BE49-F238E27FC236}">
                  <a16:creationId xmlns:a16="http://schemas.microsoft.com/office/drawing/2014/main" id="{7B12AA7F-210E-BC6D-583B-3C37CFCD0E51}"/>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6" name="Slide Number Placeholder 5">
            <a:extLst>
              <a:ext uri="{FF2B5EF4-FFF2-40B4-BE49-F238E27FC236}">
                <a16:creationId xmlns:a16="http://schemas.microsoft.com/office/drawing/2014/main" id="{F56A408F-FC9F-77E5-8583-2BDD281742A0}"/>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323566254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alf Light Blue Pattern + 4 Box Speciality cop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C4EB512-3573-324A-9F6F-EBD46FE5DDFA}"/>
              </a:ext>
            </a:extLst>
          </p:cNvPr>
          <p:cNvSpPr/>
          <p:nvPr userDrawn="1"/>
        </p:nvSpPr>
        <p:spPr>
          <a:xfrm>
            <a:off x="6562" y="0"/>
            <a:ext cx="12182853" cy="3251200"/>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Graphic 3">
            <a:extLst>
              <a:ext uri="{FF2B5EF4-FFF2-40B4-BE49-F238E27FC236}">
                <a16:creationId xmlns:a16="http://schemas.microsoft.com/office/drawing/2014/main" id="{01B52CBB-CCD6-344C-B3C9-F031E55B17C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30621" r="-54" b="30621"/>
          <a:stretch/>
        </p:blipFill>
        <p:spPr>
          <a:xfrm>
            <a:off x="0" y="0"/>
            <a:ext cx="12192000" cy="3251200"/>
          </a:xfrm>
          <a:prstGeom prst="rect">
            <a:avLst/>
          </a:prstGeom>
        </p:spPr>
      </p:pic>
      <p:sp>
        <p:nvSpPr>
          <p:cNvPr id="16" name="Title 36">
            <a:extLst>
              <a:ext uri="{FF2B5EF4-FFF2-40B4-BE49-F238E27FC236}">
                <a16:creationId xmlns:a16="http://schemas.microsoft.com/office/drawing/2014/main" id="{C245D4A3-95B1-50FC-7715-845285174B3F}"/>
              </a:ext>
            </a:extLst>
          </p:cNvPr>
          <p:cNvSpPr>
            <a:spLocks noGrp="1"/>
          </p:cNvSpPr>
          <p:nvPr>
            <p:ph type="title" hasCustomPrompt="1"/>
          </p:nvPr>
        </p:nvSpPr>
        <p:spPr>
          <a:xfrm>
            <a:off x="454026" y="447392"/>
            <a:ext cx="5505450" cy="695608"/>
          </a:xfrm>
        </p:spPr>
        <p:txBody>
          <a:bodyPr/>
          <a:lstStyle/>
          <a:p>
            <a:r>
              <a:rPr lang="en-US"/>
              <a:t>Click To Edit Master Title Style</a:t>
            </a:r>
            <a:endParaRPr lang="en-GB"/>
          </a:p>
        </p:txBody>
      </p:sp>
      <p:sp>
        <p:nvSpPr>
          <p:cNvPr id="17" name="Subtitle 2">
            <a:extLst>
              <a:ext uri="{FF2B5EF4-FFF2-40B4-BE49-F238E27FC236}">
                <a16:creationId xmlns:a16="http://schemas.microsoft.com/office/drawing/2014/main" id="{D1ABA0C6-7060-8A1A-70BF-8BBC66F9E88F}"/>
              </a:ext>
            </a:extLst>
          </p:cNvPr>
          <p:cNvSpPr>
            <a:spLocks noGrp="1"/>
          </p:cNvSpPr>
          <p:nvPr>
            <p:ph type="subTitle" idx="1" hasCustomPrompt="1"/>
          </p:nvPr>
        </p:nvSpPr>
        <p:spPr>
          <a:xfrm>
            <a:off x="454025" y="1155700"/>
            <a:ext cx="4543426"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9" name="Text Placeholder 13">
            <a:extLst>
              <a:ext uri="{FF2B5EF4-FFF2-40B4-BE49-F238E27FC236}">
                <a16:creationId xmlns:a16="http://schemas.microsoft.com/office/drawing/2014/main" id="{34FD2FF9-06AB-6385-845D-ED187B02515A}"/>
              </a:ext>
            </a:extLst>
          </p:cNvPr>
          <p:cNvSpPr>
            <a:spLocks noGrp="1"/>
          </p:cNvSpPr>
          <p:nvPr>
            <p:ph type="body" sz="quarter" idx="13"/>
          </p:nvPr>
        </p:nvSpPr>
        <p:spPr>
          <a:xfrm>
            <a:off x="450047" y="1843035"/>
            <a:ext cx="2615184" cy="3063240"/>
          </a:xfrm>
          <a:prstGeom prst="roundRect">
            <a:avLst>
              <a:gd name="adj" fmla="val 3593"/>
            </a:avLst>
          </a:prstGeom>
          <a:solidFill>
            <a:schemeClr val="bg1"/>
          </a:solidFill>
          <a:ln w="25400">
            <a:solidFill>
              <a:schemeClr val="accent1"/>
            </a:solidFill>
          </a:ln>
        </p:spPr>
        <p:txBody>
          <a:bodyPr lIns="91440" tIns="91440" rIns="91440" bIns="91440"/>
          <a:lstStyle>
            <a:lvl1pPr marL="285750" indent="-285750" algn="l">
              <a:lnSpc>
                <a:spcPct val="100000"/>
              </a:lnSpc>
              <a:spcAft>
                <a:spcPts val="500"/>
              </a:spcAft>
              <a:buFont typeface="Wingdings" pitchFamily="2" charset="2"/>
              <a:buChar char="§"/>
              <a:defRPr sz="14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endParaRPr lang="en-US"/>
          </a:p>
        </p:txBody>
      </p:sp>
      <p:sp>
        <p:nvSpPr>
          <p:cNvPr id="30" name="Text Placeholder 13">
            <a:extLst>
              <a:ext uri="{FF2B5EF4-FFF2-40B4-BE49-F238E27FC236}">
                <a16:creationId xmlns:a16="http://schemas.microsoft.com/office/drawing/2014/main" id="{E58F3449-9E48-2B6D-C775-B5A1C0DBFBF0}"/>
              </a:ext>
            </a:extLst>
          </p:cNvPr>
          <p:cNvSpPr>
            <a:spLocks noGrp="1"/>
          </p:cNvSpPr>
          <p:nvPr>
            <p:ph type="body" sz="quarter" idx="14"/>
          </p:nvPr>
        </p:nvSpPr>
        <p:spPr>
          <a:xfrm>
            <a:off x="3339886" y="1843035"/>
            <a:ext cx="2615184" cy="3063240"/>
          </a:xfrm>
          <a:prstGeom prst="roundRect">
            <a:avLst>
              <a:gd name="adj" fmla="val 3593"/>
            </a:avLst>
          </a:prstGeom>
          <a:solidFill>
            <a:schemeClr val="bg1"/>
          </a:solidFill>
          <a:ln w="25400">
            <a:solidFill>
              <a:schemeClr val="accent3">
                <a:lumMod val="90000"/>
              </a:schemeClr>
            </a:solidFill>
          </a:ln>
        </p:spPr>
        <p:txBody>
          <a:bodyPr lIns="91440" tIns="91440" rIns="91440" bIns="91440"/>
          <a:lstStyle>
            <a:lvl1pPr marL="285750" indent="-285750" algn="l">
              <a:lnSpc>
                <a:spcPct val="100000"/>
              </a:lnSpc>
              <a:spcAft>
                <a:spcPts val="500"/>
              </a:spcAft>
              <a:buFont typeface="Wingdings" pitchFamily="2" charset="2"/>
              <a:buChar char="§"/>
              <a:defRPr sz="14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endParaRPr lang="en-US"/>
          </a:p>
        </p:txBody>
      </p:sp>
      <p:sp>
        <p:nvSpPr>
          <p:cNvPr id="31" name="Text Placeholder 13">
            <a:extLst>
              <a:ext uri="{FF2B5EF4-FFF2-40B4-BE49-F238E27FC236}">
                <a16:creationId xmlns:a16="http://schemas.microsoft.com/office/drawing/2014/main" id="{672FC21A-4FC0-7754-9468-4F8C0EB16F86}"/>
              </a:ext>
            </a:extLst>
          </p:cNvPr>
          <p:cNvSpPr>
            <a:spLocks noGrp="1"/>
          </p:cNvSpPr>
          <p:nvPr>
            <p:ph type="body" sz="quarter" idx="15"/>
          </p:nvPr>
        </p:nvSpPr>
        <p:spPr>
          <a:xfrm>
            <a:off x="6235486" y="1843035"/>
            <a:ext cx="2615184" cy="3063240"/>
          </a:xfrm>
          <a:prstGeom prst="roundRect">
            <a:avLst>
              <a:gd name="adj" fmla="val 3593"/>
            </a:avLst>
          </a:prstGeom>
          <a:solidFill>
            <a:schemeClr val="bg1"/>
          </a:solidFill>
          <a:ln w="25400">
            <a:solidFill>
              <a:schemeClr val="accent5"/>
            </a:solidFill>
          </a:ln>
        </p:spPr>
        <p:txBody>
          <a:bodyPr lIns="91440" tIns="91440" rIns="91440" bIns="91440"/>
          <a:lstStyle>
            <a:lvl1pPr marL="285750" indent="-285750" algn="l">
              <a:lnSpc>
                <a:spcPct val="100000"/>
              </a:lnSpc>
              <a:spcAft>
                <a:spcPts val="500"/>
              </a:spcAft>
              <a:buFont typeface="Wingdings" pitchFamily="2" charset="2"/>
              <a:buChar char="§"/>
              <a:defRPr sz="14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endParaRPr lang="en-US"/>
          </a:p>
        </p:txBody>
      </p:sp>
      <p:sp>
        <p:nvSpPr>
          <p:cNvPr id="32" name="Text Placeholder 13">
            <a:extLst>
              <a:ext uri="{FF2B5EF4-FFF2-40B4-BE49-F238E27FC236}">
                <a16:creationId xmlns:a16="http://schemas.microsoft.com/office/drawing/2014/main" id="{E8BFE762-C1AB-D4C6-AF3E-973151604EF1}"/>
              </a:ext>
            </a:extLst>
          </p:cNvPr>
          <p:cNvSpPr>
            <a:spLocks noGrp="1"/>
          </p:cNvSpPr>
          <p:nvPr>
            <p:ph type="body" sz="quarter" idx="16"/>
          </p:nvPr>
        </p:nvSpPr>
        <p:spPr>
          <a:xfrm>
            <a:off x="9126769" y="1843035"/>
            <a:ext cx="2615184" cy="3063240"/>
          </a:xfrm>
          <a:prstGeom prst="roundRect">
            <a:avLst>
              <a:gd name="adj" fmla="val 3593"/>
            </a:avLst>
          </a:prstGeom>
          <a:solidFill>
            <a:schemeClr val="bg1"/>
          </a:solidFill>
          <a:ln w="25400">
            <a:solidFill>
              <a:schemeClr val="accent2"/>
            </a:solidFill>
          </a:ln>
        </p:spPr>
        <p:txBody>
          <a:bodyPr lIns="91440" tIns="91440" rIns="91440" bIns="91440"/>
          <a:lstStyle>
            <a:lvl1pPr marL="285750" indent="-285750" algn="l">
              <a:lnSpc>
                <a:spcPct val="100000"/>
              </a:lnSpc>
              <a:spcAft>
                <a:spcPts val="500"/>
              </a:spcAft>
              <a:buFont typeface="Wingdings" pitchFamily="2" charset="2"/>
              <a:buChar char="§"/>
              <a:defRPr sz="14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endParaRPr lang="en-US"/>
          </a:p>
        </p:txBody>
      </p:sp>
      <p:sp>
        <p:nvSpPr>
          <p:cNvPr id="8" name="Text Placeholder 7">
            <a:extLst>
              <a:ext uri="{FF2B5EF4-FFF2-40B4-BE49-F238E27FC236}">
                <a16:creationId xmlns:a16="http://schemas.microsoft.com/office/drawing/2014/main" id="{FBB64B40-B241-44EC-25E0-9A4BC8ADA237}"/>
              </a:ext>
            </a:extLst>
          </p:cNvPr>
          <p:cNvSpPr>
            <a:spLocks noGrp="1"/>
          </p:cNvSpPr>
          <p:nvPr>
            <p:ph type="body" sz="quarter" idx="17"/>
          </p:nvPr>
        </p:nvSpPr>
        <p:spPr>
          <a:xfrm>
            <a:off x="463244" y="5000624"/>
            <a:ext cx="2926080" cy="484632"/>
          </a:xfrm>
          <a:prstGeom prst="chevron">
            <a:avLst/>
          </a:prstGeom>
          <a:solidFill>
            <a:schemeClr val="accent1"/>
          </a:solidFill>
        </p:spPr>
        <p:txBody>
          <a:bodyPr lIns="182880" anchor="ctr"/>
          <a:lstStyle>
            <a:lvl1pPr marL="0" indent="0">
              <a:lnSpc>
                <a:spcPts val="1800"/>
              </a:lnSpc>
              <a:buNone/>
              <a:defRPr sz="1800">
                <a:solidFill>
                  <a:schemeClr val="bg1"/>
                </a:solidFill>
                <a:latin typeface="+mj-lt"/>
              </a:defRPr>
            </a:lvl1pPr>
            <a:lvl2pPr marL="279400" indent="0">
              <a:buNone/>
              <a:defRPr>
                <a:solidFill>
                  <a:schemeClr val="bg1"/>
                </a:solidFill>
              </a:defRPr>
            </a:lvl2pPr>
            <a:lvl3pPr marL="5080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edit Master text styles</a:t>
            </a:r>
          </a:p>
        </p:txBody>
      </p:sp>
      <p:sp>
        <p:nvSpPr>
          <p:cNvPr id="37" name="Text Placeholder 7">
            <a:extLst>
              <a:ext uri="{FF2B5EF4-FFF2-40B4-BE49-F238E27FC236}">
                <a16:creationId xmlns:a16="http://schemas.microsoft.com/office/drawing/2014/main" id="{8B3E5801-E74D-87DD-70A9-03BC76FED4FD}"/>
              </a:ext>
            </a:extLst>
          </p:cNvPr>
          <p:cNvSpPr>
            <a:spLocks noGrp="1"/>
          </p:cNvSpPr>
          <p:nvPr>
            <p:ph type="body" sz="quarter" idx="18"/>
          </p:nvPr>
        </p:nvSpPr>
        <p:spPr>
          <a:xfrm>
            <a:off x="3352800" y="5000624"/>
            <a:ext cx="2926080" cy="484632"/>
          </a:xfrm>
          <a:prstGeom prst="chevron">
            <a:avLst/>
          </a:prstGeom>
          <a:solidFill>
            <a:schemeClr val="accent3">
              <a:lumMod val="90000"/>
            </a:schemeClr>
          </a:solidFill>
        </p:spPr>
        <p:txBody>
          <a:bodyPr lIns="182880" anchor="ctr"/>
          <a:lstStyle>
            <a:lvl1pPr marL="0" indent="0">
              <a:lnSpc>
                <a:spcPts val="1800"/>
              </a:lnSpc>
              <a:buNone/>
              <a:defRPr sz="1800">
                <a:solidFill>
                  <a:schemeClr val="bg1"/>
                </a:solidFill>
                <a:latin typeface="+mj-lt"/>
              </a:defRPr>
            </a:lvl1pPr>
            <a:lvl2pPr marL="279400" indent="0">
              <a:buNone/>
              <a:defRPr>
                <a:solidFill>
                  <a:schemeClr val="bg1"/>
                </a:solidFill>
              </a:defRPr>
            </a:lvl2pPr>
            <a:lvl3pPr marL="5080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edit Master text styles</a:t>
            </a:r>
          </a:p>
        </p:txBody>
      </p:sp>
      <p:sp>
        <p:nvSpPr>
          <p:cNvPr id="38" name="Text Placeholder 7">
            <a:extLst>
              <a:ext uri="{FF2B5EF4-FFF2-40B4-BE49-F238E27FC236}">
                <a16:creationId xmlns:a16="http://schemas.microsoft.com/office/drawing/2014/main" id="{8ED4B43B-9BAD-B2CF-6C6E-9D99360E1C5C}"/>
              </a:ext>
            </a:extLst>
          </p:cNvPr>
          <p:cNvSpPr>
            <a:spLocks noGrp="1"/>
          </p:cNvSpPr>
          <p:nvPr>
            <p:ph type="body" sz="quarter" idx="19"/>
          </p:nvPr>
        </p:nvSpPr>
        <p:spPr>
          <a:xfrm>
            <a:off x="6248400" y="5000624"/>
            <a:ext cx="2926080" cy="484632"/>
          </a:xfrm>
          <a:prstGeom prst="chevron">
            <a:avLst/>
          </a:prstGeom>
          <a:solidFill>
            <a:schemeClr val="accent5"/>
          </a:solidFill>
        </p:spPr>
        <p:txBody>
          <a:bodyPr lIns="182880" anchor="ctr"/>
          <a:lstStyle>
            <a:lvl1pPr marL="0" indent="0">
              <a:lnSpc>
                <a:spcPts val="1800"/>
              </a:lnSpc>
              <a:buNone/>
              <a:defRPr sz="1800">
                <a:solidFill>
                  <a:schemeClr val="bg1"/>
                </a:solidFill>
                <a:latin typeface="+mj-lt"/>
              </a:defRPr>
            </a:lvl1pPr>
            <a:lvl2pPr marL="279400" indent="0">
              <a:buNone/>
              <a:defRPr>
                <a:solidFill>
                  <a:schemeClr val="bg1"/>
                </a:solidFill>
              </a:defRPr>
            </a:lvl2pPr>
            <a:lvl3pPr marL="5080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edit Master text styles</a:t>
            </a:r>
          </a:p>
        </p:txBody>
      </p:sp>
      <p:sp>
        <p:nvSpPr>
          <p:cNvPr id="39" name="Text Placeholder 7">
            <a:extLst>
              <a:ext uri="{FF2B5EF4-FFF2-40B4-BE49-F238E27FC236}">
                <a16:creationId xmlns:a16="http://schemas.microsoft.com/office/drawing/2014/main" id="{4BFAB4A4-DADA-A620-677E-CC6E72CC9059}"/>
              </a:ext>
            </a:extLst>
          </p:cNvPr>
          <p:cNvSpPr>
            <a:spLocks noGrp="1"/>
          </p:cNvSpPr>
          <p:nvPr>
            <p:ph type="body" sz="quarter" idx="20"/>
          </p:nvPr>
        </p:nvSpPr>
        <p:spPr>
          <a:xfrm>
            <a:off x="9067800" y="5000624"/>
            <a:ext cx="2926080" cy="484632"/>
          </a:xfrm>
          <a:prstGeom prst="chevron">
            <a:avLst/>
          </a:prstGeom>
          <a:solidFill>
            <a:schemeClr val="accent2"/>
          </a:solidFill>
        </p:spPr>
        <p:txBody>
          <a:bodyPr lIns="182880" anchor="ctr"/>
          <a:lstStyle>
            <a:lvl1pPr marL="0" indent="0">
              <a:lnSpc>
                <a:spcPts val="1800"/>
              </a:lnSpc>
              <a:buNone/>
              <a:defRPr sz="1800">
                <a:solidFill>
                  <a:schemeClr val="bg1"/>
                </a:solidFill>
                <a:latin typeface="+mj-lt"/>
              </a:defRPr>
            </a:lvl1pPr>
            <a:lvl2pPr marL="279400" indent="0">
              <a:buNone/>
              <a:defRPr>
                <a:solidFill>
                  <a:schemeClr val="bg1"/>
                </a:solidFill>
              </a:defRPr>
            </a:lvl2pPr>
            <a:lvl3pPr marL="5080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edit Master text styles</a:t>
            </a:r>
          </a:p>
        </p:txBody>
      </p:sp>
      <p:cxnSp>
        <p:nvCxnSpPr>
          <p:cNvPr id="33" name="Straight Connector 32">
            <a:extLst>
              <a:ext uri="{FF2B5EF4-FFF2-40B4-BE49-F238E27FC236}">
                <a16:creationId xmlns:a16="http://schemas.microsoft.com/office/drawing/2014/main" id="{700663B0-F500-29AC-17E2-E52174DED1DE}"/>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4" name="Rounded Rectangle 33">
            <a:extLst>
              <a:ext uri="{FF2B5EF4-FFF2-40B4-BE49-F238E27FC236}">
                <a16:creationId xmlns:a16="http://schemas.microsoft.com/office/drawing/2014/main" id="{3BBF00E8-4083-9F33-3987-A465CBC70BDB}"/>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5" name="Graphic 62">
            <a:extLst>
              <a:ext uri="{FF2B5EF4-FFF2-40B4-BE49-F238E27FC236}">
                <a16:creationId xmlns:a16="http://schemas.microsoft.com/office/drawing/2014/main" id="{9023812D-3D85-7DAF-04DC-00325146AE47}"/>
              </a:ext>
            </a:extLst>
          </p:cNvPr>
          <p:cNvGrpSpPr/>
          <p:nvPr userDrawn="1"/>
        </p:nvGrpSpPr>
        <p:grpSpPr>
          <a:xfrm>
            <a:off x="11389259" y="459884"/>
            <a:ext cx="352694" cy="349203"/>
            <a:chOff x="10767269" y="208371"/>
            <a:chExt cx="182844" cy="181034"/>
          </a:xfrm>
        </p:grpSpPr>
        <p:sp>
          <p:nvSpPr>
            <p:cNvPr id="40" name="Freeform 39">
              <a:extLst>
                <a:ext uri="{FF2B5EF4-FFF2-40B4-BE49-F238E27FC236}">
                  <a16:creationId xmlns:a16="http://schemas.microsoft.com/office/drawing/2014/main" id="{3FEAFBB8-3377-533B-A0E5-2DA5915AD073}"/>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1" name="Freeform 40">
              <a:extLst>
                <a:ext uri="{FF2B5EF4-FFF2-40B4-BE49-F238E27FC236}">
                  <a16:creationId xmlns:a16="http://schemas.microsoft.com/office/drawing/2014/main" id="{205237A5-5A3C-58A8-9739-EE552F987529}"/>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42" name="Freeform 41">
              <a:extLst>
                <a:ext uri="{FF2B5EF4-FFF2-40B4-BE49-F238E27FC236}">
                  <a16:creationId xmlns:a16="http://schemas.microsoft.com/office/drawing/2014/main" id="{EC13098B-8954-910C-137E-2DC6A6D68316}"/>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3" name="Freeform 42">
              <a:extLst>
                <a:ext uri="{FF2B5EF4-FFF2-40B4-BE49-F238E27FC236}">
                  <a16:creationId xmlns:a16="http://schemas.microsoft.com/office/drawing/2014/main" id="{7F047263-4964-41A3-E3C0-E30E435488CB}"/>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44" name="Freeform 43">
              <a:extLst>
                <a:ext uri="{FF2B5EF4-FFF2-40B4-BE49-F238E27FC236}">
                  <a16:creationId xmlns:a16="http://schemas.microsoft.com/office/drawing/2014/main" id="{56AB95BB-1CBA-88CA-0E00-55E6AC156C2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5" name="Slide Number Placeholder 5">
            <a:extLst>
              <a:ext uri="{FF2B5EF4-FFF2-40B4-BE49-F238E27FC236}">
                <a16:creationId xmlns:a16="http://schemas.microsoft.com/office/drawing/2014/main" id="{B6B7F0A2-017D-3CFC-F707-3E6FFAAE3232}"/>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41869309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meline_Grey">
    <p:bg>
      <p:bgPr>
        <a:solidFill>
          <a:srgbClr val="F2F6FB"/>
        </a:solidFill>
        <a:effectLst/>
      </p:bgPr>
    </p:bg>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4808"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89" name="Subtitle 2">
            <a:extLst>
              <a:ext uri="{FF2B5EF4-FFF2-40B4-BE49-F238E27FC236}">
                <a16:creationId xmlns:a16="http://schemas.microsoft.com/office/drawing/2014/main" id="{B8051558-696D-93B1-48C5-5BB9B0DB577D}"/>
              </a:ext>
            </a:extLst>
          </p:cNvPr>
          <p:cNvSpPr>
            <a:spLocks noGrp="1"/>
          </p:cNvSpPr>
          <p:nvPr>
            <p:ph type="subTitle" idx="1" hasCustomPrompt="1"/>
          </p:nvPr>
        </p:nvSpPr>
        <p:spPr>
          <a:xfrm>
            <a:off x="454025" y="1155700"/>
            <a:ext cx="550468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91" name="Content Placeholder 2">
            <a:extLst>
              <a:ext uri="{FF2B5EF4-FFF2-40B4-BE49-F238E27FC236}">
                <a16:creationId xmlns:a16="http://schemas.microsoft.com/office/drawing/2014/main" id="{07F914D7-93D4-8BF8-5154-E7DA7859B2AD}"/>
              </a:ext>
            </a:extLst>
          </p:cNvPr>
          <p:cNvSpPr>
            <a:spLocks noGrp="1"/>
          </p:cNvSpPr>
          <p:nvPr>
            <p:ph sz="quarter" idx="16"/>
          </p:nvPr>
        </p:nvSpPr>
        <p:spPr>
          <a:xfrm>
            <a:off x="460879" y="3373034"/>
            <a:ext cx="1472184" cy="1847088"/>
          </a:xfrm>
        </p:spPr>
        <p:txBody>
          <a:bodyPr/>
          <a:lstStyle>
            <a:lvl1pPr marL="171450" indent="-171450">
              <a:buFont typeface="Wingdings" pitchFamily="2" charset="2"/>
              <a:buChar char="§"/>
              <a:defRPr sz="1200"/>
            </a:lvl1pPr>
            <a:lvl2pPr>
              <a:defRPr sz="1400"/>
            </a:lvl2pPr>
            <a:lvl3pPr>
              <a:defRPr sz="1200"/>
            </a:lvl3pPr>
            <a:lvl4pPr>
              <a:defRPr sz="1400"/>
            </a:lvl4pPr>
            <a:lvl5pPr>
              <a:defRPr sz="1400"/>
            </a:lvl5pPr>
          </a:lstStyle>
          <a:p>
            <a:pPr lvl="0"/>
            <a:r>
              <a:rPr lang="en-US"/>
              <a:t>Click to edit Master text styles</a:t>
            </a:r>
          </a:p>
        </p:txBody>
      </p:sp>
      <p:cxnSp>
        <p:nvCxnSpPr>
          <p:cNvPr id="28" name="Straight Connector 27">
            <a:extLst>
              <a:ext uri="{FF2B5EF4-FFF2-40B4-BE49-F238E27FC236}">
                <a16:creationId xmlns:a16="http://schemas.microsoft.com/office/drawing/2014/main" id="{4F5E6663-86D9-8A9C-BFB0-93004107FF60}"/>
              </a:ext>
            </a:extLst>
          </p:cNvPr>
          <p:cNvCxnSpPr/>
          <p:nvPr userDrawn="1"/>
        </p:nvCxnSpPr>
        <p:spPr>
          <a:xfrm>
            <a:off x="1" y="2551113"/>
            <a:ext cx="12192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1" name="Rounded Rectangle 40">
            <a:extLst>
              <a:ext uri="{FF2B5EF4-FFF2-40B4-BE49-F238E27FC236}">
                <a16:creationId xmlns:a16="http://schemas.microsoft.com/office/drawing/2014/main" id="{273FEB94-667A-A64B-73F6-AF02E0357982}"/>
              </a:ext>
            </a:extLst>
          </p:cNvPr>
          <p:cNvSpPr/>
          <p:nvPr userDrawn="1"/>
        </p:nvSpPr>
        <p:spPr>
          <a:xfrm>
            <a:off x="1047617" y="2456271"/>
            <a:ext cx="201826" cy="189684"/>
          </a:xfrm>
          <a:prstGeom prst="roundRect">
            <a:avLst>
              <a:gd name="adj" fmla="val 9708"/>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solidFill>
                <a:schemeClr val="accent1"/>
              </a:solidFill>
              <a:latin typeface="Franklin Gothic Medium" panose="020B0603020102020204" pitchFamily="34" charset="0"/>
            </a:endParaRPr>
          </a:p>
        </p:txBody>
      </p:sp>
      <p:sp>
        <p:nvSpPr>
          <p:cNvPr id="42" name="Rounded Rectangle 41">
            <a:extLst>
              <a:ext uri="{FF2B5EF4-FFF2-40B4-BE49-F238E27FC236}">
                <a16:creationId xmlns:a16="http://schemas.microsoft.com/office/drawing/2014/main" id="{B5BD12AA-1B62-DBD1-9B03-900AF9176E53}"/>
              </a:ext>
            </a:extLst>
          </p:cNvPr>
          <p:cNvSpPr/>
          <p:nvPr userDrawn="1"/>
        </p:nvSpPr>
        <p:spPr>
          <a:xfrm>
            <a:off x="3031357" y="2456271"/>
            <a:ext cx="201826" cy="189684"/>
          </a:xfrm>
          <a:prstGeom prst="roundRect">
            <a:avLst>
              <a:gd name="adj" fmla="val 9708"/>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solidFill>
                <a:schemeClr val="accent1"/>
              </a:solidFill>
              <a:latin typeface="Franklin Gothic Medium" panose="020B0603020102020204" pitchFamily="34" charset="0"/>
            </a:endParaRPr>
          </a:p>
        </p:txBody>
      </p:sp>
      <p:sp>
        <p:nvSpPr>
          <p:cNvPr id="43" name="Rounded Rectangle 42">
            <a:extLst>
              <a:ext uri="{FF2B5EF4-FFF2-40B4-BE49-F238E27FC236}">
                <a16:creationId xmlns:a16="http://schemas.microsoft.com/office/drawing/2014/main" id="{2076111B-82C8-E641-17F9-2EBF296EF6DE}"/>
              </a:ext>
            </a:extLst>
          </p:cNvPr>
          <p:cNvSpPr/>
          <p:nvPr userDrawn="1"/>
        </p:nvSpPr>
        <p:spPr>
          <a:xfrm>
            <a:off x="5015097" y="2456271"/>
            <a:ext cx="201826" cy="189684"/>
          </a:xfrm>
          <a:prstGeom prst="roundRect">
            <a:avLst>
              <a:gd name="adj" fmla="val 9708"/>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solidFill>
                <a:schemeClr val="accent1"/>
              </a:solidFill>
              <a:latin typeface="Franklin Gothic Medium" panose="020B0603020102020204" pitchFamily="34" charset="0"/>
            </a:endParaRPr>
          </a:p>
        </p:txBody>
      </p:sp>
      <p:sp>
        <p:nvSpPr>
          <p:cNvPr id="47" name="Rounded Rectangle 46">
            <a:extLst>
              <a:ext uri="{FF2B5EF4-FFF2-40B4-BE49-F238E27FC236}">
                <a16:creationId xmlns:a16="http://schemas.microsoft.com/office/drawing/2014/main" id="{D3B6439E-C017-0E19-C070-48050DFF5521}"/>
              </a:ext>
            </a:extLst>
          </p:cNvPr>
          <p:cNvSpPr/>
          <p:nvPr userDrawn="1"/>
        </p:nvSpPr>
        <p:spPr>
          <a:xfrm>
            <a:off x="6998837" y="2456271"/>
            <a:ext cx="201826" cy="189684"/>
          </a:xfrm>
          <a:prstGeom prst="roundRect">
            <a:avLst>
              <a:gd name="adj" fmla="val 9708"/>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solidFill>
                <a:schemeClr val="accent1"/>
              </a:solidFill>
              <a:latin typeface="Franklin Gothic Medium" panose="020B0603020102020204" pitchFamily="34" charset="0"/>
            </a:endParaRPr>
          </a:p>
        </p:txBody>
      </p:sp>
      <p:sp>
        <p:nvSpPr>
          <p:cNvPr id="48" name="Rounded Rectangle 47">
            <a:extLst>
              <a:ext uri="{FF2B5EF4-FFF2-40B4-BE49-F238E27FC236}">
                <a16:creationId xmlns:a16="http://schemas.microsoft.com/office/drawing/2014/main" id="{AB5C7B8D-DD11-C0D2-F756-F2DB2BB4C692}"/>
              </a:ext>
            </a:extLst>
          </p:cNvPr>
          <p:cNvSpPr/>
          <p:nvPr userDrawn="1"/>
        </p:nvSpPr>
        <p:spPr>
          <a:xfrm>
            <a:off x="8982577" y="2456271"/>
            <a:ext cx="201826" cy="189684"/>
          </a:xfrm>
          <a:prstGeom prst="roundRect">
            <a:avLst>
              <a:gd name="adj" fmla="val 9708"/>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solidFill>
                <a:schemeClr val="accent1"/>
              </a:solidFill>
              <a:latin typeface="Franklin Gothic Medium" panose="020B0603020102020204" pitchFamily="34" charset="0"/>
            </a:endParaRPr>
          </a:p>
        </p:txBody>
      </p:sp>
      <p:sp>
        <p:nvSpPr>
          <p:cNvPr id="49" name="Rounded Rectangle 48">
            <a:extLst>
              <a:ext uri="{FF2B5EF4-FFF2-40B4-BE49-F238E27FC236}">
                <a16:creationId xmlns:a16="http://schemas.microsoft.com/office/drawing/2014/main" id="{23FE2784-E16D-4517-02D1-B02BBA4812EC}"/>
              </a:ext>
            </a:extLst>
          </p:cNvPr>
          <p:cNvSpPr/>
          <p:nvPr userDrawn="1"/>
        </p:nvSpPr>
        <p:spPr>
          <a:xfrm>
            <a:off x="10966317" y="2456271"/>
            <a:ext cx="201826" cy="189684"/>
          </a:xfrm>
          <a:prstGeom prst="roundRect">
            <a:avLst>
              <a:gd name="adj" fmla="val 9708"/>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solidFill>
                <a:schemeClr val="accent1"/>
              </a:solidFill>
              <a:latin typeface="Franklin Gothic Medium" panose="020B0603020102020204" pitchFamily="34" charset="0"/>
            </a:endParaRPr>
          </a:p>
        </p:txBody>
      </p:sp>
      <p:cxnSp>
        <p:nvCxnSpPr>
          <p:cNvPr id="50" name="Straight Connector 49">
            <a:extLst>
              <a:ext uri="{FF2B5EF4-FFF2-40B4-BE49-F238E27FC236}">
                <a16:creationId xmlns:a16="http://schemas.microsoft.com/office/drawing/2014/main" id="{EB73D417-F87C-0C44-2D5C-8E97B3AD786D}"/>
              </a:ext>
            </a:extLst>
          </p:cNvPr>
          <p:cNvCxnSpPr>
            <a:cxnSpLocks/>
          </p:cNvCxnSpPr>
          <p:nvPr userDrawn="1"/>
        </p:nvCxnSpPr>
        <p:spPr>
          <a:xfrm>
            <a:off x="1138409" y="2645955"/>
            <a:ext cx="0" cy="596900"/>
          </a:xfrm>
          <a:prstGeom prst="line">
            <a:avLst/>
          </a:prstGeom>
          <a:ln w="9525">
            <a:solidFill>
              <a:schemeClr val="accent1"/>
            </a:solidFill>
            <a:tailEnd type="diamon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C7E129D4-27F9-4A51-727A-EEDB03E3CE67}"/>
              </a:ext>
            </a:extLst>
          </p:cNvPr>
          <p:cNvCxnSpPr>
            <a:cxnSpLocks/>
          </p:cNvCxnSpPr>
          <p:nvPr userDrawn="1"/>
        </p:nvCxnSpPr>
        <p:spPr>
          <a:xfrm>
            <a:off x="3133463" y="2645955"/>
            <a:ext cx="0" cy="596900"/>
          </a:xfrm>
          <a:prstGeom prst="line">
            <a:avLst/>
          </a:prstGeom>
          <a:ln w="9525">
            <a:solidFill>
              <a:schemeClr val="accent1"/>
            </a:solidFill>
            <a:tailEnd type="diamond"/>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F798E7BF-907E-C732-C158-4ACC9B488B21}"/>
              </a:ext>
            </a:extLst>
          </p:cNvPr>
          <p:cNvCxnSpPr>
            <a:cxnSpLocks/>
          </p:cNvCxnSpPr>
          <p:nvPr userDrawn="1"/>
        </p:nvCxnSpPr>
        <p:spPr>
          <a:xfrm>
            <a:off x="5116642" y="2645955"/>
            <a:ext cx="0" cy="596900"/>
          </a:xfrm>
          <a:prstGeom prst="line">
            <a:avLst/>
          </a:prstGeom>
          <a:ln w="9525">
            <a:solidFill>
              <a:schemeClr val="accent1"/>
            </a:solidFill>
            <a:tailEnd type="diamon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29C93633-7CB8-A5DF-CC18-64DC3B69EDD5}"/>
              </a:ext>
            </a:extLst>
          </p:cNvPr>
          <p:cNvCxnSpPr>
            <a:cxnSpLocks/>
          </p:cNvCxnSpPr>
          <p:nvPr userDrawn="1"/>
        </p:nvCxnSpPr>
        <p:spPr>
          <a:xfrm>
            <a:off x="7099822" y="2645955"/>
            <a:ext cx="0" cy="596900"/>
          </a:xfrm>
          <a:prstGeom prst="line">
            <a:avLst/>
          </a:prstGeom>
          <a:ln w="9525">
            <a:solidFill>
              <a:schemeClr val="accent1"/>
            </a:solidFill>
            <a:tailEnd type="diamon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0E61B4B1-7B83-89EF-67E8-F58528814AF6}"/>
              </a:ext>
            </a:extLst>
          </p:cNvPr>
          <p:cNvCxnSpPr>
            <a:cxnSpLocks/>
          </p:cNvCxnSpPr>
          <p:nvPr userDrawn="1"/>
        </p:nvCxnSpPr>
        <p:spPr>
          <a:xfrm>
            <a:off x="9083001" y="2645955"/>
            <a:ext cx="0" cy="596900"/>
          </a:xfrm>
          <a:prstGeom prst="line">
            <a:avLst/>
          </a:prstGeom>
          <a:ln w="9525">
            <a:solidFill>
              <a:schemeClr val="accent1"/>
            </a:solidFill>
            <a:tailEnd type="diamon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22EC8269-61BF-A435-4B2C-A0CF2837360C}"/>
              </a:ext>
            </a:extLst>
          </p:cNvPr>
          <p:cNvCxnSpPr>
            <a:cxnSpLocks/>
          </p:cNvCxnSpPr>
          <p:nvPr userDrawn="1"/>
        </p:nvCxnSpPr>
        <p:spPr>
          <a:xfrm>
            <a:off x="11066181" y="2645955"/>
            <a:ext cx="0" cy="596900"/>
          </a:xfrm>
          <a:prstGeom prst="line">
            <a:avLst/>
          </a:prstGeom>
          <a:ln w="9525">
            <a:solidFill>
              <a:schemeClr val="accent1"/>
            </a:solidFill>
            <a:tailEnd type="diamond"/>
          </a:ln>
        </p:spPr>
        <p:style>
          <a:lnRef idx="1">
            <a:schemeClr val="accent1"/>
          </a:lnRef>
          <a:fillRef idx="0">
            <a:schemeClr val="accent1"/>
          </a:fillRef>
          <a:effectRef idx="0">
            <a:schemeClr val="accent1"/>
          </a:effectRef>
          <a:fontRef idx="minor">
            <a:schemeClr val="tx1"/>
          </a:fontRef>
        </p:style>
      </p:cxnSp>
      <p:sp>
        <p:nvSpPr>
          <p:cNvPr id="63" name="Content Placeholder 2">
            <a:extLst>
              <a:ext uri="{FF2B5EF4-FFF2-40B4-BE49-F238E27FC236}">
                <a16:creationId xmlns:a16="http://schemas.microsoft.com/office/drawing/2014/main" id="{FEDAC99D-6AA0-CC4A-541D-D260C29C7A82}"/>
              </a:ext>
            </a:extLst>
          </p:cNvPr>
          <p:cNvSpPr>
            <a:spLocks noGrp="1"/>
          </p:cNvSpPr>
          <p:nvPr>
            <p:ph sz="quarter" idx="15" hasCustomPrompt="1"/>
          </p:nvPr>
        </p:nvSpPr>
        <p:spPr>
          <a:xfrm>
            <a:off x="415119" y="1831058"/>
            <a:ext cx="1479665" cy="585216"/>
          </a:xfrm>
        </p:spPr>
        <p:txBody>
          <a:bodyPr rIns="0"/>
          <a:lstStyle>
            <a:lvl1pPr marL="0" indent="0" algn="ctr">
              <a:buNone/>
              <a:defRPr sz="3200">
                <a:solidFill>
                  <a:schemeClr val="accent2"/>
                </a:solidFill>
              </a:defRPr>
            </a:lvl1pPr>
            <a:lvl2pPr>
              <a:defRPr sz="1400"/>
            </a:lvl2pPr>
            <a:lvl3pPr>
              <a:defRPr sz="1200"/>
            </a:lvl3pPr>
            <a:lvl4pPr>
              <a:defRPr sz="1400"/>
            </a:lvl4pPr>
            <a:lvl5pPr>
              <a:defRPr sz="1400"/>
            </a:lvl5pPr>
          </a:lstStyle>
          <a:p>
            <a:pPr lvl="0"/>
            <a:r>
              <a:rPr lang="en-US"/>
              <a:t>XXXX</a:t>
            </a:r>
          </a:p>
        </p:txBody>
      </p:sp>
      <p:sp>
        <p:nvSpPr>
          <p:cNvPr id="64" name="Content Placeholder 2">
            <a:extLst>
              <a:ext uri="{FF2B5EF4-FFF2-40B4-BE49-F238E27FC236}">
                <a16:creationId xmlns:a16="http://schemas.microsoft.com/office/drawing/2014/main" id="{2DD250D6-0BBA-142E-C318-E3EC52DC9FAD}"/>
              </a:ext>
            </a:extLst>
          </p:cNvPr>
          <p:cNvSpPr>
            <a:spLocks noGrp="1"/>
          </p:cNvSpPr>
          <p:nvPr>
            <p:ph sz="quarter" idx="17" hasCustomPrompt="1"/>
          </p:nvPr>
        </p:nvSpPr>
        <p:spPr>
          <a:xfrm>
            <a:off x="2393244" y="1831058"/>
            <a:ext cx="1479665" cy="585216"/>
          </a:xfrm>
        </p:spPr>
        <p:txBody>
          <a:bodyPr rIns="0"/>
          <a:lstStyle>
            <a:lvl1pPr marL="0" indent="0" algn="ctr">
              <a:buNone/>
              <a:defRPr sz="3200">
                <a:solidFill>
                  <a:schemeClr val="accent2"/>
                </a:solidFill>
              </a:defRPr>
            </a:lvl1pPr>
            <a:lvl2pPr>
              <a:defRPr sz="1400"/>
            </a:lvl2pPr>
            <a:lvl3pPr>
              <a:defRPr sz="1200"/>
            </a:lvl3pPr>
            <a:lvl4pPr>
              <a:defRPr sz="1400"/>
            </a:lvl4pPr>
            <a:lvl5pPr>
              <a:defRPr sz="1400"/>
            </a:lvl5pPr>
          </a:lstStyle>
          <a:p>
            <a:pPr lvl="0"/>
            <a:r>
              <a:rPr lang="en-US"/>
              <a:t>XXXX</a:t>
            </a:r>
          </a:p>
        </p:txBody>
      </p:sp>
      <p:sp>
        <p:nvSpPr>
          <p:cNvPr id="65" name="Content Placeholder 2">
            <a:extLst>
              <a:ext uri="{FF2B5EF4-FFF2-40B4-BE49-F238E27FC236}">
                <a16:creationId xmlns:a16="http://schemas.microsoft.com/office/drawing/2014/main" id="{FB0AA9B7-89A3-C877-9A49-79B74BB2C5D4}"/>
              </a:ext>
            </a:extLst>
          </p:cNvPr>
          <p:cNvSpPr>
            <a:spLocks noGrp="1"/>
          </p:cNvSpPr>
          <p:nvPr>
            <p:ph sz="quarter" idx="18" hasCustomPrompt="1"/>
          </p:nvPr>
        </p:nvSpPr>
        <p:spPr>
          <a:xfrm>
            <a:off x="4374444" y="1831058"/>
            <a:ext cx="1479665" cy="585216"/>
          </a:xfrm>
        </p:spPr>
        <p:txBody>
          <a:bodyPr rIns="0"/>
          <a:lstStyle>
            <a:lvl1pPr marL="0" indent="0" algn="ctr">
              <a:buNone/>
              <a:defRPr sz="3200">
                <a:solidFill>
                  <a:schemeClr val="accent2"/>
                </a:solidFill>
              </a:defRPr>
            </a:lvl1pPr>
            <a:lvl2pPr>
              <a:defRPr sz="1400"/>
            </a:lvl2pPr>
            <a:lvl3pPr>
              <a:defRPr sz="1200"/>
            </a:lvl3pPr>
            <a:lvl4pPr>
              <a:defRPr sz="1400"/>
            </a:lvl4pPr>
            <a:lvl5pPr>
              <a:defRPr sz="1400"/>
            </a:lvl5pPr>
          </a:lstStyle>
          <a:p>
            <a:pPr lvl="0"/>
            <a:r>
              <a:rPr lang="en-US"/>
              <a:t>XXXX</a:t>
            </a:r>
          </a:p>
        </p:txBody>
      </p:sp>
      <p:sp>
        <p:nvSpPr>
          <p:cNvPr id="66" name="Content Placeholder 2">
            <a:extLst>
              <a:ext uri="{FF2B5EF4-FFF2-40B4-BE49-F238E27FC236}">
                <a16:creationId xmlns:a16="http://schemas.microsoft.com/office/drawing/2014/main" id="{8095C9B1-CBA0-B46E-A48E-62E65FF7D56B}"/>
              </a:ext>
            </a:extLst>
          </p:cNvPr>
          <p:cNvSpPr>
            <a:spLocks noGrp="1"/>
          </p:cNvSpPr>
          <p:nvPr>
            <p:ph sz="quarter" idx="19" hasCustomPrompt="1"/>
          </p:nvPr>
        </p:nvSpPr>
        <p:spPr>
          <a:xfrm>
            <a:off x="6369756" y="1831058"/>
            <a:ext cx="1479665" cy="585216"/>
          </a:xfrm>
        </p:spPr>
        <p:txBody>
          <a:bodyPr rIns="0"/>
          <a:lstStyle>
            <a:lvl1pPr marL="0" indent="0" algn="ctr">
              <a:buNone/>
              <a:defRPr sz="3200">
                <a:solidFill>
                  <a:schemeClr val="accent2"/>
                </a:solidFill>
              </a:defRPr>
            </a:lvl1pPr>
            <a:lvl2pPr>
              <a:defRPr sz="1400"/>
            </a:lvl2pPr>
            <a:lvl3pPr>
              <a:defRPr sz="1200"/>
            </a:lvl3pPr>
            <a:lvl4pPr>
              <a:defRPr sz="1400"/>
            </a:lvl4pPr>
            <a:lvl5pPr>
              <a:defRPr sz="1400"/>
            </a:lvl5pPr>
          </a:lstStyle>
          <a:p>
            <a:pPr lvl="0"/>
            <a:r>
              <a:rPr lang="en-US"/>
              <a:t>XXXX</a:t>
            </a:r>
          </a:p>
        </p:txBody>
      </p:sp>
      <p:sp>
        <p:nvSpPr>
          <p:cNvPr id="67" name="Content Placeholder 2">
            <a:extLst>
              <a:ext uri="{FF2B5EF4-FFF2-40B4-BE49-F238E27FC236}">
                <a16:creationId xmlns:a16="http://schemas.microsoft.com/office/drawing/2014/main" id="{81FC5489-C367-C6A4-CEDB-32306D5054F9}"/>
              </a:ext>
            </a:extLst>
          </p:cNvPr>
          <p:cNvSpPr>
            <a:spLocks noGrp="1"/>
          </p:cNvSpPr>
          <p:nvPr>
            <p:ph sz="quarter" idx="20" hasCustomPrompt="1"/>
          </p:nvPr>
        </p:nvSpPr>
        <p:spPr>
          <a:xfrm>
            <a:off x="8339667" y="1831058"/>
            <a:ext cx="1479665" cy="585216"/>
          </a:xfrm>
        </p:spPr>
        <p:txBody>
          <a:bodyPr rIns="0"/>
          <a:lstStyle>
            <a:lvl1pPr marL="0" indent="0" algn="ctr">
              <a:buNone/>
              <a:defRPr sz="3200">
                <a:solidFill>
                  <a:schemeClr val="accent2"/>
                </a:solidFill>
              </a:defRPr>
            </a:lvl1pPr>
            <a:lvl2pPr>
              <a:defRPr sz="1400"/>
            </a:lvl2pPr>
            <a:lvl3pPr>
              <a:defRPr sz="1200"/>
            </a:lvl3pPr>
            <a:lvl4pPr>
              <a:defRPr sz="1400"/>
            </a:lvl4pPr>
            <a:lvl5pPr>
              <a:defRPr sz="1400"/>
            </a:lvl5pPr>
          </a:lstStyle>
          <a:p>
            <a:pPr lvl="0"/>
            <a:r>
              <a:rPr lang="en-US"/>
              <a:t>XXXX</a:t>
            </a:r>
          </a:p>
        </p:txBody>
      </p:sp>
      <p:sp>
        <p:nvSpPr>
          <p:cNvPr id="68" name="Content Placeholder 2">
            <a:extLst>
              <a:ext uri="{FF2B5EF4-FFF2-40B4-BE49-F238E27FC236}">
                <a16:creationId xmlns:a16="http://schemas.microsoft.com/office/drawing/2014/main" id="{C7F57B96-C7D0-B1C7-C5F3-07FAEB5CDD53}"/>
              </a:ext>
            </a:extLst>
          </p:cNvPr>
          <p:cNvSpPr>
            <a:spLocks noGrp="1"/>
          </p:cNvSpPr>
          <p:nvPr>
            <p:ph sz="quarter" idx="21" hasCustomPrompt="1"/>
          </p:nvPr>
        </p:nvSpPr>
        <p:spPr>
          <a:xfrm>
            <a:off x="10312401" y="1831058"/>
            <a:ext cx="1479665" cy="585216"/>
          </a:xfrm>
        </p:spPr>
        <p:txBody>
          <a:bodyPr rIns="0"/>
          <a:lstStyle>
            <a:lvl1pPr marL="0" indent="0" algn="ctr">
              <a:buNone/>
              <a:defRPr sz="3200">
                <a:solidFill>
                  <a:schemeClr val="accent2"/>
                </a:solidFill>
              </a:defRPr>
            </a:lvl1pPr>
            <a:lvl2pPr>
              <a:defRPr sz="1400"/>
            </a:lvl2pPr>
            <a:lvl3pPr>
              <a:defRPr sz="1200"/>
            </a:lvl3pPr>
            <a:lvl4pPr>
              <a:defRPr sz="1400"/>
            </a:lvl4pPr>
            <a:lvl5pPr>
              <a:defRPr sz="1400"/>
            </a:lvl5pPr>
          </a:lstStyle>
          <a:p>
            <a:pPr lvl="0"/>
            <a:r>
              <a:rPr lang="en-US"/>
              <a:t>XXXX</a:t>
            </a:r>
          </a:p>
        </p:txBody>
      </p:sp>
      <p:sp>
        <p:nvSpPr>
          <p:cNvPr id="69" name="Content Placeholder 2">
            <a:extLst>
              <a:ext uri="{FF2B5EF4-FFF2-40B4-BE49-F238E27FC236}">
                <a16:creationId xmlns:a16="http://schemas.microsoft.com/office/drawing/2014/main" id="{90916AA8-C9E9-BB1D-465A-926762742496}"/>
              </a:ext>
            </a:extLst>
          </p:cNvPr>
          <p:cNvSpPr>
            <a:spLocks noGrp="1"/>
          </p:cNvSpPr>
          <p:nvPr>
            <p:ph sz="quarter" idx="22"/>
          </p:nvPr>
        </p:nvSpPr>
        <p:spPr>
          <a:xfrm>
            <a:off x="2432458" y="3373034"/>
            <a:ext cx="1472184" cy="1847088"/>
          </a:xfrm>
        </p:spPr>
        <p:txBody>
          <a:bodyPr/>
          <a:lstStyle>
            <a:lvl1pPr marL="171450" indent="-171450">
              <a:buFont typeface="Wingdings" pitchFamily="2" charset="2"/>
              <a:buChar char="§"/>
              <a:defRPr sz="1200"/>
            </a:lvl1pPr>
            <a:lvl2pPr>
              <a:defRPr sz="1400"/>
            </a:lvl2pPr>
            <a:lvl3pPr>
              <a:defRPr sz="1200"/>
            </a:lvl3pPr>
            <a:lvl4pPr>
              <a:defRPr sz="1400"/>
            </a:lvl4pPr>
            <a:lvl5pPr>
              <a:defRPr sz="1400"/>
            </a:lvl5pPr>
          </a:lstStyle>
          <a:p>
            <a:pPr lvl="0"/>
            <a:r>
              <a:rPr lang="en-US"/>
              <a:t>Click to edit Master text styles</a:t>
            </a:r>
          </a:p>
        </p:txBody>
      </p:sp>
      <p:sp>
        <p:nvSpPr>
          <p:cNvPr id="70" name="Content Placeholder 2">
            <a:extLst>
              <a:ext uri="{FF2B5EF4-FFF2-40B4-BE49-F238E27FC236}">
                <a16:creationId xmlns:a16="http://schemas.microsoft.com/office/drawing/2014/main" id="{7B1A0D79-2A00-CA83-08F7-5E4C5F7D1913}"/>
              </a:ext>
            </a:extLst>
          </p:cNvPr>
          <p:cNvSpPr>
            <a:spLocks noGrp="1"/>
          </p:cNvSpPr>
          <p:nvPr>
            <p:ph sz="quarter" idx="23"/>
          </p:nvPr>
        </p:nvSpPr>
        <p:spPr>
          <a:xfrm>
            <a:off x="4410013" y="3373034"/>
            <a:ext cx="1472184" cy="1847088"/>
          </a:xfrm>
        </p:spPr>
        <p:txBody>
          <a:bodyPr/>
          <a:lstStyle>
            <a:lvl1pPr marL="171450" indent="-171450">
              <a:buFont typeface="Wingdings" pitchFamily="2" charset="2"/>
              <a:buChar char="§"/>
              <a:defRPr sz="1200"/>
            </a:lvl1pPr>
            <a:lvl2pPr>
              <a:defRPr sz="1400"/>
            </a:lvl2pPr>
            <a:lvl3pPr>
              <a:defRPr sz="1200"/>
            </a:lvl3pPr>
            <a:lvl4pPr>
              <a:defRPr sz="1400"/>
            </a:lvl4pPr>
            <a:lvl5pPr>
              <a:defRPr sz="1400"/>
            </a:lvl5pPr>
          </a:lstStyle>
          <a:p>
            <a:pPr lvl="0"/>
            <a:r>
              <a:rPr lang="en-US"/>
              <a:t>Click to edit Master text styles</a:t>
            </a:r>
          </a:p>
        </p:txBody>
      </p:sp>
      <p:sp>
        <p:nvSpPr>
          <p:cNvPr id="71" name="Content Placeholder 2">
            <a:extLst>
              <a:ext uri="{FF2B5EF4-FFF2-40B4-BE49-F238E27FC236}">
                <a16:creationId xmlns:a16="http://schemas.microsoft.com/office/drawing/2014/main" id="{BC0CA81A-D9BD-6CA9-1A57-11329EAA4168}"/>
              </a:ext>
            </a:extLst>
          </p:cNvPr>
          <p:cNvSpPr>
            <a:spLocks noGrp="1"/>
          </p:cNvSpPr>
          <p:nvPr>
            <p:ph sz="quarter" idx="24"/>
          </p:nvPr>
        </p:nvSpPr>
        <p:spPr>
          <a:xfrm>
            <a:off x="6388446" y="3373034"/>
            <a:ext cx="1472184" cy="1847088"/>
          </a:xfrm>
        </p:spPr>
        <p:txBody>
          <a:bodyPr/>
          <a:lstStyle>
            <a:lvl1pPr marL="171450" indent="-171450">
              <a:buFont typeface="Wingdings" pitchFamily="2" charset="2"/>
              <a:buChar char="§"/>
              <a:defRPr sz="1200"/>
            </a:lvl1pPr>
            <a:lvl2pPr>
              <a:defRPr sz="1400"/>
            </a:lvl2pPr>
            <a:lvl3pPr>
              <a:defRPr sz="1200"/>
            </a:lvl3pPr>
            <a:lvl4pPr>
              <a:defRPr sz="1400"/>
            </a:lvl4pPr>
            <a:lvl5pPr>
              <a:defRPr sz="1400"/>
            </a:lvl5pPr>
          </a:lstStyle>
          <a:p>
            <a:pPr lvl="0"/>
            <a:r>
              <a:rPr lang="en-US"/>
              <a:t>Click to edit Master text styles</a:t>
            </a:r>
          </a:p>
        </p:txBody>
      </p:sp>
      <p:sp>
        <p:nvSpPr>
          <p:cNvPr id="72" name="Content Placeholder 2">
            <a:extLst>
              <a:ext uri="{FF2B5EF4-FFF2-40B4-BE49-F238E27FC236}">
                <a16:creationId xmlns:a16="http://schemas.microsoft.com/office/drawing/2014/main" id="{73399973-788B-1209-6732-4CEF161592D3}"/>
              </a:ext>
            </a:extLst>
          </p:cNvPr>
          <p:cNvSpPr>
            <a:spLocks noGrp="1"/>
          </p:cNvSpPr>
          <p:nvPr>
            <p:ph sz="quarter" idx="25"/>
          </p:nvPr>
        </p:nvSpPr>
        <p:spPr>
          <a:xfrm>
            <a:off x="8366879" y="3373034"/>
            <a:ext cx="1472184" cy="1847088"/>
          </a:xfrm>
        </p:spPr>
        <p:txBody>
          <a:bodyPr/>
          <a:lstStyle>
            <a:lvl1pPr marL="171450" indent="-171450">
              <a:buFont typeface="Wingdings" pitchFamily="2" charset="2"/>
              <a:buChar char="§"/>
              <a:defRPr sz="1200"/>
            </a:lvl1pPr>
            <a:lvl2pPr>
              <a:defRPr sz="1400"/>
            </a:lvl2pPr>
            <a:lvl3pPr>
              <a:defRPr sz="1200"/>
            </a:lvl3pPr>
            <a:lvl4pPr>
              <a:defRPr sz="1400"/>
            </a:lvl4pPr>
            <a:lvl5pPr>
              <a:defRPr sz="1400"/>
            </a:lvl5pPr>
          </a:lstStyle>
          <a:p>
            <a:pPr lvl="0"/>
            <a:r>
              <a:rPr lang="en-US"/>
              <a:t>Click to edit Master text styles</a:t>
            </a:r>
          </a:p>
        </p:txBody>
      </p:sp>
      <p:sp>
        <p:nvSpPr>
          <p:cNvPr id="73" name="Content Placeholder 2">
            <a:extLst>
              <a:ext uri="{FF2B5EF4-FFF2-40B4-BE49-F238E27FC236}">
                <a16:creationId xmlns:a16="http://schemas.microsoft.com/office/drawing/2014/main" id="{EE12DE08-A005-30A0-9579-8F15522636E7}"/>
              </a:ext>
            </a:extLst>
          </p:cNvPr>
          <p:cNvSpPr>
            <a:spLocks noGrp="1"/>
          </p:cNvSpPr>
          <p:nvPr>
            <p:ph sz="quarter" idx="26"/>
          </p:nvPr>
        </p:nvSpPr>
        <p:spPr>
          <a:xfrm>
            <a:off x="10345312" y="3373034"/>
            <a:ext cx="1472184" cy="1847088"/>
          </a:xfrm>
        </p:spPr>
        <p:txBody>
          <a:bodyPr/>
          <a:lstStyle>
            <a:lvl1pPr marL="171450" indent="-171450">
              <a:buFont typeface="Wingdings" pitchFamily="2" charset="2"/>
              <a:buChar char="§"/>
              <a:defRPr sz="1200"/>
            </a:lvl1pPr>
            <a:lvl2pPr>
              <a:defRPr sz="1400"/>
            </a:lvl2pPr>
            <a:lvl3pPr>
              <a:defRPr sz="1200"/>
            </a:lvl3pPr>
            <a:lvl4pPr>
              <a:defRPr sz="1400"/>
            </a:lvl4pPr>
            <a:lvl5pPr>
              <a:defRPr sz="1400"/>
            </a:lvl5pPr>
          </a:lstStyle>
          <a:p>
            <a:pPr lvl="0"/>
            <a:r>
              <a:rPr lang="en-US"/>
              <a:t>Click to edit Master text styles</a:t>
            </a:r>
          </a:p>
        </p:txBody>
      </p:sp>
      <p:cxnSp>
        <p:nvCxnSpPr>
          <p:cNvPr id="56" name="Straight Connector 55">
            <a:extLst>
              <a:ext uri="{FF2B5EF4-FFF2-40B4-BE49-F238E27FC236}">
                <a16:creationId xmlns:a16="http://schemas.microsoft.com/office/drawing/2014/main" id="{402CCCDA-355C-0977-10E3-76274E1DD4AD}"/>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57" name="Rounded Rectangle 56">
            <a:extLst>
              <a:ext uri="{FF2B5EF4-FFF2-40B4-BE49-F238E27FC236}">
                <a16:creationId xmlns:a16="http://schemas.microsoft.com/office/drawing/2014/main" id="{E00D72E1-B913-83B1-CE01-79270B3DD7C8}"/>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5" name="Graphic 62">
            <a:extLst>
              <a:ext uri="{FF2B5EF4-FFF2-40B4-BE49-F238E27FC236}">
                <a16:creationId xmlns:a16="http://schemas.microsoft.com/office/drawing/2014/main" id="{98BC57F5-AD31-E33D-5C42-E8A4DEC084CF}"/>
              </a:ext>
            </a:extLst>
          </p:cNvPr>
          <p:cNvGrpSpPr/>
          <p:nvPr userDrawn="1"/>
        </p:nvGrpSpPr>
        <p:grpSpPr>
          <a:xfrm>
            <a:off x="11389259" y="459884"/>
            <a:ext cx="352694" cy="349203"/>
            <a:chOff x="10767269" y="208371"/>
            <a:chExt cx="182844" cy="181034"/>
          </a:xfrm>
        </p:grpSpPr>
        <p:sp>
          <p:nvSpPr>
            <p:cNvPr id="46" name="Freeform 45">
              <a:extLst>
                <a:ext uri="{FF2B5EF4-FFF2-40B4-BE49-F238E27FC236}">
                  <a16:creationId xmlns:a16="http://schemas.microsoft.com/office/drawing/2014/main" id="{B3E154C6-707E-DC9D-9459-D841486BA3CF}"/>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58" name="Freeform 57">
              <a:extLst>
                <a:ext uri="{FF2B5EF4-FFF2-40B4-BE49-F238E27FC236}">
                  <a16:creationId xmlns:a16="http://schemas.microsoft.com/office/drawing/2014/main" id="{7FC884FB-0425-C75C-763D-BA4A827C2656}"/>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59" name="Freeform 58">
              <a:extLst>
                <a:ext uri="{FF2B5EF4-FFF2-40B4-BE49-F238E27FC236}">
                  <a16:creationId xmlns:a16="http://schemas.microsoft.com/office/drawing/2014/main" id="{98A27A24-5350-26FA-B679-4DDE97781F59}"/>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60" name="Freeform 59">
              <a:extLst>
                <a:ext uri="{FF2B5EF4-FFF2-40B4-BE49-F238E27FC236}">
                  <a16:creationId xmlns:a16="http://schemas.microsoft.com/office/drawing/2014/main" id="{748BFD96-3F2E-204F-52E5-9C50E36BFC34}"/>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61" name="Freeform 60">
              <a:extLst>
                <a:ext uri="{FF2B5EF4-FFF2-40B4-BE49-F238E27FC236}">
                  <a16:creationId xmlns:a16="http://schemas.microsoft.com/office/drawing/2014/main" id="{5E5264EB-1CBA-C65D-BDB4-DDA9AACB7671}"/>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74" name="Slide Number Placeholder 5">
            <a:extLst>
              <a:ext uri="{FF2B5EF4-FFF2-40B4-BE49-F238E27FC236}">
                <a16:creationId xmlns:a16="http://schemas.microsoft.com/office/drawing/2014/main" id="{D1D6BCA3-F689-BBDF-7D89-33E04E3FFB80}"/>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7853255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_Content_Blue Panel Left">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A018E09-4F14-5344-A0E1-B350C6D2764E}"/>
              </a:ext>
            </a:extLst>
          </p:cNvPr>
          <p:cNvSpPr/>
          <p:nvPr userDrawn="1"/>
        </p:nvSpPr>
        <p:spPr>
          <a:xfrm>
            <a:off x="0" y="0"/>
            <a:ext cx="3349625" cy="6858000"/>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 Placeholder 13">
            <a:extLst>
              <a:ext uri="{FF2B5EF4-FFF2-40B4-BE49-F238E27FC236}">
                <a16:creationId xmlns:a16="http://schemas.microsoft.com/office/drawing/2014/main" id="{DC64187B-A282-2044-9156-234E2F54228F}"/>
              </a:ext>
            </a:extLst>
          </p:cNvPr>
          <p:cNvSpPr>
            <a:spLocks noGrp="1"/>
          </p:cNvSpPr>
          <p:nvPr>
            <p:ph type="body" sz="quarter" idx="13" hasCustomPrompt="1"/>
          </p:nvPr>
        </p:nvSpPr>
        <p:spPr>
          <a:xfrm>
            <a:off x="467881" y="2200274"/>
            <a:ext cx="2557541" cy="3514725"/>
          </a:xfrm>
        </p:spPr>
        <p:txBody>
          <a:bodyPr rIns="0"/>
          <a:lstStyle>
            <a:lvl1pPr marL="285750" indent="-285750" algn="l">
              <a:lnSpc>
                <a:spcPct val="100000"/>
              </a:lnSpc>
              <a:spcAft>
                <a:spcPts val="1000"/>
              </a:spcAft>
              <a:buFont typeface="Wingdings" pitchFamily="2" charset="2"/>
              <a:buChar char="§"/>
              <a:defRPr sz="16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 amet, consectetur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vestibulum, dui.</a:t>
            </a:r>
          </a:p>
        </p:txBody>
      </p:sp>
      <p:grpSp>
        <p:nvGrpSpPr>
          <p:cNvPr id="14" name="Graphic 62" hidden="1">
            <a:extLst>
              <a:ext uri="{FF2B5EF4-FFF2-40B4-BE49-F238E27FC236}">
                <a16:creationId xmlns:a16="http://schemas.microsoft.com/office/drawing/2014/main" id="{026D8BD6-9828-7A47-883D-E86FAC90F0F6}"/>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EF8D6C47-4F24-294F-AD4E-49AE68CE9D0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5ED918B2-DF70-E64E-BC9E-7B9A74283A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E0EC8DBC-201D-B44A-8F91-EFA72C61D247}"/>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FFB5CA89-8729-3D4A-B8E9-12B9E4D915E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39915B2B-2D62-0A48-B633-5C7346FB029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9" name="Title 36">
            <a:extLst>
              <a:ext uri="{FF2B5EF4-FFF2-40B4-BE49-F238E27FC236}">
                <a16:creationId xmlns:a16="http://schemas.microsoft.com/office/drawing/2014/main" id="{75117282-4179-06C7-3BC8-458091973188}"/>
              </a:ext>
            </a:extLst>
          </p:cNvPr>
          <p:cNvSpPr>
            <a:spLocks noGrp="1"/>
          </p:cNvSpPr>
          <p:nvPr>
            <p:ph type="title" hasCustomPrompt="1"/>
          </p:nvPr>
        </p:nvSpPr>
        <p:spPr>
          <a:xfrm>
            <a:off x="454026" y="447392"/>
            <a:ext cx="2729441" cy="695608"/>
          </a:xfrm>
        </p:spPr>
        <p:txBody>
          <a:bodyPr/>
          <a:lstStyle/>
          <a:p>
            <a:r>
              <a:rPr lang="en-US"/>
              <a:t>Click To Edit Master Title Style</a:t>
            </a:r>
            <a:endParaRPr lang="en-GB"/>
          </a:p>
        </p:txBody>
      </p:sp>
      <p:sp>
        <p:nvSpPr>
          <p:cNvPr id="30" name="Subtitle 2">
            <a:extLst>
              <a:ext uri="{FF2B5EF4-FFF2-40B4-BE49-F238E27FC236}">
                <a16:creationId xmlns:a16="http://schemas.microsoft.com/office/drawing/2014/main" id="{8F2E4F5A-2977-EC94-BBA0-0E4B4704318D}"/>
              </a:ext>
            </a:extLst>
          </p:cNvPr>
          <p:cNvSpPr>
            <a:spLocks noGrp="1"/>
          </p:cNvSpPr>
          <p:nvPr>
            <p:ph type="subTitle" idx="1" hasCustomPrompt="1"/>
          </p:nvPr>
        </p:nvSpPr>
        <p:spPr>
          <a:xfrm>
            <a:off x="454025" y="1155700"/>
            <a:ext cx="225249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cxnSp>
        <p:nvCxnSpPr>
          <p:cNvPr id="31" name="Straight Connector 30">
            <a:extLst>
              <a:ext uri="{FF2B5EF4-FFF2-40B4-BE49-F238E27FC236}">
                <a16:creationId xmlns:a16="http://schemas.microsoft.com/office/drawing/2014/main" id="{D399FCA0-16AB-15A6-C6FD-131FBCDFCCB7}"/>
              </a:ext>
            </a:extLst>
          </p:cNvPr>
          <p:cNvCxnSpPr>
            <a:cxnSpLocks/>
          </p:cNvCxnSpPr>
          <p:nvPr userDrawn="1"/>
        </p:nvCxnSpPr>
        <p:spPr>
          <a:xfrm>
            <a:off x="4997451" y="0"/>
            <a:ext cx="0" cy="68580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2" name="Group 31">
            <a:extLst>
              <a:ext uri="{FF2B5EF4-FFF2-40B4-BE49-F238E27FC236}">
                <a16:creationId xmlns:a16="http://schemas.microsoft.com/office/drawing/2014/main" id="{A00F7203-CA30-84D3-B38E-422338369EA8}"/>
              </a:ext>
            </a:extLst>
          </p:cNvPr>
          <p:cNvGrpSpPr/>
          <p:nvPr userDrawn="1"/>
        </p:nvGrpSpPr>
        <p:grpSpPr>
          <a:xfrm rot="16200000">
            <a:off x="5122999" y="1009676"/>
            <a:ext cx="201826" cy="646885"/>
            <a:chOff x="7783661" y="1048871"/>
            <a:chExt cx="201826" cy="646885"/>
          </a:xfrm>
        </p:grpSpPr>
        <p:sp>
          <p:nvSpPr>
            <p:cNvPr id="33" name="Rounded Rectangle 32">
              <a:extLst>
                <a:ext uri="{FF2B5EF4-FFF2-40B4-BE49-F238E27FC236}">
                  <a16:creationId xmlns:a16="http://schemas.microsoft.com/office/drawing/2014/main" id="{BEFB4CA5-6E56-C262-2E2F-0F9A5D37C4AA}"/>
                </a:ext>
              </a:extLst>
            </p:cNvPr>
            <p:cNvSpPr/>
            <p:nvPr/>
          </p:nvSpPr>
          <p:spPr>
            <a:xfrm>
              <a:off x="7783661" y="1048871"/>
              <a:ext cx="201826" cy="189684"/>
            </a:xfrm>
            <a:prstGeom prst="roundRect">
              <a:avLst>
                <a:gd name="adj" fmla="val 9708"/>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solidFill>
                  <a:schemeClr val="accent1"/>
                </a:solidFill>
                <a:latin typeface="Franklin Gothic Medium" panose="020B0603020102020204" pitchFamily="34" charset="0"/>
              </a:endParaRPr>
            </a:p>
          </p:txBody>
        </p:sp>
        <p:cxnSp>
          <p:nvCxnSpPr>
            <p:cNvPr id="34" name="Straight Connector 33">
              <a:extLst>
                <a:ext uri="{FF2B5EF4-FFF2-40B4-BE49-F238E27FC236}">
                  <a16:creationId xmlns:a16="http://schemas.microsoft.com/office/drawing/2014/main" id="{2480B2BF-F22B-8D75-1430-46740A5B3CB4}"/>
                </a:ext>
              </a:extLst>
            </p:cNvPr>
            <p:cNvCxnSpPr>
              <a:cxnSpLocks/>
            </p:cNvCxnSpPr>
            <p:nvPr/>
          </p:nvCxnSpPr>
          <p:spPr>
            <a:xfrm rot="5400000">
              <a:off x="7654925" y="1467156"/>
              <a:ext cx="457200" cy="0"/>
            </a:xfrm>
            <a:prstGeom prst="line">
              <a:avLst/>
            </a:prstGeom>
            <a:ln w="9525">
              <a:solidFill>
                <a:schemeClr val="accent1"/>
              </a:solidFill>
              <a:tailEnd type="diamond"/>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CFB04092-8377-527E-07D8-1C86061060D6}"/>
              </a:ext>
            </a:extLst>
          </p:cNvPr>
          <p:cNvGrpSpPr/>
          <p:nvPr userDrawn="1"/>
        </p:nvGrpSpPr>
        <p:grpSpPr>
          <a:xfrm rot="16200000">
            <a:off x="5122999" y="2455358"/>
            <a:ext cx="201826" cy="646885"/>
            <a:chOff x="7783661" y="1048871"/>
            <a:chExt cx="201826" cy="646885"/>
          </a:xfrm>
        </p:grpSpPr>
        <p:sp>
          <p:nvSpPr>
            <p:cNvPr id="36" name="Rounded Rectangle 35">
              <a:extLst>
                <a:ext uri="{FF2B5EF4-FFF2-40B4-BE49-F238E27FC236}">
                  <a16:creationId xmlns:a16="http://schemas.microsoft.com/office/drawing/2014/main" id="{8FB40493-53B5-A66A-5F2B-85303875375A}"/>
                </a:ext>
              </a:extLst>
            </p:cNvPr>
            <p:cNvSpPr/>
            <p:nvPr/>
          </p:nvSpPr>
          <p:spPr>
            <a:xfrm>
              <a:off x="7783661" y="1048871"/>
              <a:ext cx="201826" cy="189684"/>
            </a:xfrm>
            <a:prstGeom prst="roundRect">
              <a:avLst>
                <a:gd name="adj" fmla="val 9708"/>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solidFill>
                  <a:schemeClr val="accent1"/>
                </a:solidFill>
                <a:latin typeface="Franklin Gothic Medium" panose="020B0603020102020204" pitchFamily="34" charset="0"/>
              </a:endParaRPr>
            </a:p>
          </p:txBody>
        </p:sp>
        <p:cxnSp>
          <p:nvCxnSpPr>
            <p:cNvPr id="37" name="Straight Connector 36">
              <a:extLst>
                <a:ext uri="{FF2B5EF4-FFF2-40B4-BE49-F238E27FC236}">
                  <a16:creationId xmlns:a16="http://schemas.microsoft.com/office/drawing/2014/main" id="{5171A006-2624-7A34-12E3-700BF12B4E26}"/>
                </a:ext>
              </a:extLst>
            </p:cNvPr>
            <p:cNvCxnSpPr>
              <a:cxnSpLocks/>
            </p:cNvCxnSpPr>
            <p:nvPr/>
          </p:nvCxnSpPr>
          <p:spPr>
            <a:xfrm rot="5400000">
              <a:off x="7654925" y="1467156"/>
              <a:ext cx="457200" cy="0"/>
            </a:xfrm>
            <a:prstGeom prst="line">
              <a:avLst/>
            </a:prstGeom>
            <a:ln w="9525">
              <a:solidFill>
                <a:schemeClr val="accent1"/>
              </a:solidFill>
              <a:tailEnd type="diamond"/>
            </a:ln>
          </p:spPr>
          <p:style>
            <a:lnRef idx="1">
              <a:schemeClr val="accent1"/>
            </a:lnRef>
            <a:fillRef idx="0">
              <a:schemeClr val="accent1"/>
            </a:fillRef>
            <a:effectRef idx="0">
              <a:schemeClr val="accent1"/>
            </a:effectRef>
            <a:fontRef idx="minor">
              <a:schemeClr val="tx1"/>
            </a:fontRef>
          </p:style>
        </p:cxnSp>
      </p:grpSp>
      <p:grpSp>
        <p:nvGrpSpPr>
          <p:cNvPr id="38" name="Group 37">
            <a:extLst>
              <a:ext uri="{FF2B5EF4-FFF2-40B4-BE49-F238E27FC236}">
                <a16:creationId xmlns:a16="http://schemas.microsoft.com/office/drawing/2014/main" id="{B543E5BF-7216-9698-52DF-64A42B3CA2D3}"/>
              </a:ext>
            </a:extLst>
          </p:cNvPr>
          <p:cNvGrpSpPr/>
          <p:nvPr userDrawn="1"/>
        </p:nvGrpSpPr>
        <p:grpSpPr>
          <a:xfrm rot="16200000">
            <a:off x="5122999" y="3901040"/>
            <a:ext cx="201826" cy="646885"/>
            <a:chOff x="7783661" y="1048871"/>
            <a:chExt cx="201826" cy="646885"/>
          </a:xfrm>
        </p:grpSpPr>
        <p:sp>
          <p:nvSpPr>
            <p:cNvPr id="39" name="Rounded Rectangle 38">
              <a:extLst>
                <a:ext uri="{FF2B5EF4-FFF2-40B4-BE49-F238E27FC236}">
                  <a16:creationId xmlns:a16="http://schemas.microsoft.com/office/drawing/2014/main" id="{074B346E-82D2-53AF-FB59-0389B803C63F}"/>
                </a:ext>
              </a:extLst>
            </p:cNvPr>
            <p:cNvSpPr/>
            <p:nvPr/>
          </p:nvSpPr>
          <p:spPr>
            <a:xfrm>
              <a:off x="7783661" y="1048871"/>
              <a:ext cx="201826" cy="189684"/>
            </a:xfrm>
            <a:prstGeom prst="roundRect">
              <a:avLst>
                <a:gd name="adj" fmla="val 9708"/>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solidFill>
                  <a:schemeClr val="accent1"/>
                </a:solidFill>
                <a:latin typeface="Franklin Gothic Medium" panose="020B0603020102020204" pitchFamily="34" charset="0"/>
              </a:endParaRPr>
            </a:p>
          </p:txBody>
        </p:sp>
        <p:cxnSp>
          <p:nvCxnSpPr>
            <p:cNvPr id="40" name="Straight Connector 39">
              <a:extLst>
                <a:ext uri="{FF2B5EF4-FFF2-40B4-BE49-F238E27FC236}">
                  <a16:creationId xmlns:a16="http://schemas.microsoft.com/office/drawing/2014/main" id="{764E441A-3646-277A-B0AD-FD266A7B89DB}"/>
                </a:ext>
              </a:extLst>
            </p:cNvPr>
            <p:cNvCxnSpPr>
              <a:cxnSpLocks/>
            </p:cNvCxnSpPr>
            <p:nvPr/>
          </p:nvCxnSpPr>
          <p:spPr>
            <a:xfrm rot="5400000">
              <a:off x="7654925" y="1467156"/>
              <a:ext cx="457200" cy="0"/>
            </a:xfrm>
            <a:prstGeom prst="line">
              <a:avLst/>
            </a:prstGeom>
            <a:ln w="9525">
              <a:solidFill>
                <a:schemeClr val="accent1"/>
              </a:solidFill>
              <a:tailEnd type="diamond"/>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7E257E75-3485-EAD4-E0AF-C538FA65F081}"/>
              </a:ext>
            </a:extLst>
          </p:cNvPr>
          <p:cNvGrpSpPr/>
          <p:nvPr userDrawn="1"/>
        </p:nvGrpSpPr>
        <p:grpSpPr>
          <a:xfrm rot="16200000">
            <a:off x="5122999" y="5346721"/>
            <a:ext cx="201826" cy="646885"/>
            <a:chOff x="7783661" y="1048871"/>
            <a:chExt cx="201826" cy="646885"/>
          </a:xfrm>
        </p:grpSpPr>
        <p:sp>
          <p:nvSpPr>
            <p:cNvPr id="42" name="Rounded Rectangle 41">
              <a:extLst>
                <a:ext uri="{FF2B5EF4-FFF2-40B4-BE49-F238E27FC236}">
                  <a16:creationId xmlns:a16="http://schemas.microsoft.com/office/drawing/2014/main" id="{49B99191-04D0-0CA6-854F-AA3C9713DC6C}"/>
                </a:ext>
              </a:extLst>
            </p:cNvPr>
            <p:cNvSpPr/>
            <p:nvPr/>
          </p:nvSpPr>
          <p:spPr>
            <a:xfrm>
              <a:off x="7783661" y="1048871"/>
              <a:ext cx="201826" cy="189684"/>
            </a:xfrm>
            <a:prstGeom prst="roundRect">
              <a:avLst>
                <a:gd name="adj" fmla="val 9708"/>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solidFill>
                  <a:schemeClr val="accent1"/>
                </a:solidFill>
                <a:latin typeface="Franklin Gothic Medium" panose="020B0603020102020204" pitchFamily="34" charset="0"/>
              </a:endParaRPr>
            </a:p>
          </p:txBody>
        </p:sp>
        <p:cxnSp>
          <p:nvCxnSpPr>
            <p:cNvPr id="43" name="Straight Connector 42">
              <a:extLst>
                <a:ext uri="{FF2B5EF4-FFF2-40B4-BE49-F238E27FC236}">
                  <a16:creationId xmlns:a16="http://schemas.microsoft.com/office/drawing/2014/main" id="{92EE7E5F-08BF-0EAA-69EC-3D26A5549B97}"/>
                </a:ext>
              </a:extLst>
            </p:cNvPr>
            <p:cNvCxnSpPr>
              <a:cxnSpLocks/>
            </p:cNvCxnSpPr>
            <p:nvPr/>
          </p:nvCxnSpPr>
          <p:spPr>
            <a:xfrm rot="5400000">
              <a:off x="7654925" y="1467156"/>
              <a:ext cx="457200" cy="0"/>
            </a:xfrm>
            <a:prstGeom prst="line">
              <a:avLst/>
            </a:prstGeom>
            <a:ln w="9525">
              <a:solidFill>
                <a:schemeClr val="accent1"/>
              </a:solidFill>
              <a:tailEnd type="diamond"/>
            </a:ln>
          </p:spPr>
          <p:style>
            <a:lnRef idx="1">
              <a:schemeClr val="accent1"/>
            </a:lnRef>
            <a:fillRef idx="0">
              <a:schemeClr val="accent1"/>
            </a:fillRef>
            <a:effectRef idx="0">
              <a:schemeClr val="accent1"/>
            </a:effectRef>
            <a:fontRef idx="minor">
              <a:schemeClr val="tx1"/>
            </a:fontRef>
          </p:style>
        </p:cxnSp>
      </p:grpSp>
      <p:sp>
        <p:nvSpPr>
          <p:cNvPr id="57" name="Text Placeholder 47">
            <a:extLst>
              <a:ext uri="{FF2B5EF4-FFF2-40B4-BE49-F238E27FC236}">
                <a16:creationId xmlns:a16="http://schemas.microsoft.com/office/drawing/2014/main" id="{194B6AFC-ADFA-FD3B-7402-B3DF4B1D816B}"/>
              </a:ext>
            </a:extLst>
          </p:cNvPr>
          <p:cNvSpPr>
            <a:spLocks noGrp="1"/>
          </p:cNvSpPr>
          <p:nvPr>
            <p:ph type="body" sz="quarter" idx="22" hasCustomPrompt="1"/>
          </p:nvPr>
        </p:nvSpPr>
        <p:spPr>
          <a:xfrm>
            <a:off x="5720447" y="1524948"/>
            <a:ext cx="3965419" cy="521208"/>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8" name="Text Placeholder 47">
            <a:extLst>
              <a:ext uri="{FF2B5EF4-FFF2-40B4-BE49-F238E27FC236}">
                <a16:creationId xmlns:a16="http://schemas.microsoft.com/office/drawing/2014/main" id="{3A8D7678-0A38-D5CF-A29E-378402730F45}"/>
              </a:ext>
            </a:extLst>
          </p:cNvPr>
          <p:cNvSpPr>
            <a:spLocks noGrp="1"/>
          </p:cNvSpPr>
          <p:nvPr>
            <p:ph type="body" sz="quarter" idx="25" hasCustomPrompt="1"/>
          </p:nvPr>
        </p:nvSpPr>
        <p:spPr>
          <a:xfrm>
            <a:off x="5720447" y="1119355"/>
            <a:ext cx="3965419" cy="402336"/>
          </a:xfrm>
        </p:spPr>
        <p:txBody>
          <a:bodyPr anchor="ctr"/>
          <a:lstStyle>
            <a:lvl1pPr marL="0" indent="0">
              <a:lnSpc>
                <a:spcPct val="100000"/>
              </a:lnSpc>
              <a:buNone/>
              <a:defRPr sz="20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59" name="Text Placeholder 47">
            <a:extLst>
              <a:ext uri="{FF2B5EF4-FFF2-40B4-BE49-F238E27FC236}">
                <a16:creationId xmlns:a16="http://schemas.microsoft.com/office/drawing/2014/main" id="{A702A0FC-69BB-EEE1-994D-C930A56CBFF8}"/>
              </a:ext>
            </a:extLst>
          </p:cNvPr>
          <p:cNvSpPr>
            <a:spLocks noGrp="1"/>
          </p:cNvSpPr>
          <p:nvPr>
            <p:ph type="body" sz="quarter" idx="26" hasCustomPrompt="1"/>
          </p:nvPr>
        </p:nvSpPr>
        <p:spPr>
          <a:xfrm>
            <a:off x="5720447" y="2951237"/>
            <a:ext cx="3965419" cy="521208"/>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60" name="Text Placeholder 47">
            <a:extLst>
              <a:ext uri="{FF2B5EF4-FFF2-40B4-BE49-F238E27FC236}">
                <a16:creationId xmlns:a16="http://schemas.microsoft.com/office/drawing/2014/main" id="{AD53FBC0-0DD4-F392-BE0F-9D27F798A217}"/>
              </a:ext>
            </a:extLst>
          </p:cNvPr>
          <p:cNvSpPr>
            <a:spLocks noGrp="1"/>
          </p:cNvSpPr>
          <p:nvPr>
            <p:ph type="body" sz="quarter" idx="27" hasCustomPrompt="1"/>
          </p:nvPr>
        </p:nvSpPr>
        <p:spPr>
          <a:xfrm>
            <a:off x="5720447" y="2545644"/>
            <a:ext cx="3965419" cy="402336"/>
          </a:xfrm>
        </p:spPr>
        <p:txBody>
          <a:bodyPr anchor="ctr"/>
          <a:lstStyle>
            <a:lvl1pPr marL="0" indent="0">
              <a:lnSpc>
                <a:spcPct val="100000"/>
              </a:lnSpc>
              <a:buNone/>
              <a:defRPr sz="20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61" name="Text Placeholder 47">
            <a:extLst>
              <a:ext uri="{FF2B5EF4-FFF2-40B4-BE49-F238E27FC236}">
                <a16:creationId xmlns:a16="http://schemas.microsoft.com/office/drawing/2014/main" id="{A21E0CB9-E954-9F61-535E-9E6F7AA32508}"/>
              </a:ext>
            </a:extLst>
          </p:cNvPr>
          <p:cNvSpPr>
            <a:spLocks noGrp="1"/>
          </p:cNvSpPr>
          <p:nvPr>
            <p:ph type="body" sz="quarter" idx="28" hasCustomPrompt="1"/>
          </p:nvPr>
        </p:nvSpPr>
        <p:spPr>
          <a:xfrm>
            <a:off x="5720447" y="4387748"/>
            <a:ext cx="3965419" cy="521208"/>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62" name="Text Placeholder 47">
            <a:extLst>
              <a:ext uri="{FF2B5EF4-FFF2-40B4-BE49-F238E27FC236}">
                <a16:creationId xmlns:a16="http://schemas.microsoft.com/office/drawing/2014/main" id="{8E1C7667-597F-F8F2-8F93-D2EC4A332140}"/>
              </a:ext>
            </a:extLst>
          </p:cNvPr>
          <p:cNvSpPr>
            <a:spLocks noGrp="1"/>
          </p:cNvSpPr>
          <p:nvPr>
            <p:ph type="body" sz="quarter" idx="29" hasCustomPrompt="1"/>
          </p:nvPr>
        </p:nvSpPr>
        <p:spPr>
          <a:xfrm>
            <a:off x="5720447" y="3982155"/>
            <a:ext cx="3965419" cy="402336"/>
          </a:xfrm>
        </p:spPr>
        <p:txBody>
          <a:bodyPr anchor="ctr"/>
          <a:lstStyle>
            <a:lvl1pPr marL="0" indent="0">
              <a:lnSpc>
                <a:spcPct val="100000"/>
              </a:lnSpc>
              <a:buNone/>
              <a:defRPr sz="20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63" name="Text Placeholder 47">
            <a:extLst>
              <a:ext uri="{FF2B5EF4-FFF2-40B4-BE49-F238E27FC236}">
                <a16:creationId xmlns:a16="http://schemas.microsoft.com/office/drawing/2014/main" id="{F53A100C-7010-480D-4677-DAD95FFFB6D0}"/>
              </a:ext>
            </a:extLst>
          </p:cNvPr>
          <p:cNvSpPr>
            <a:spLocks noGrp="1"/>
          </p:cNvSpPr>
          <p:nvPr>
            <p:ph type="body" sz="quarter" idx="30" hasCustomPrompt="1"/>
          </p:nvPr>
        </p:nvSpPr>
        <p:spPr>
          <a:xfrm>
            <a:off x="5720447" y="5846837"/>
            <a:ext cx="3965419" cy="521208"/>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64" name="Text Placeholder 47">
            <a:extLst>
              <a:ext uri="{FF2B5EF4-FFF2-40B4-BE49-F238E27FC236}">
                <a16:creationId xmlns:a16="http://schemas.microsoft.com/office/drawing/2014/main" id="{EA454AD8-0495-45A9-381F-6615C94B1BB7}"/>
              </a:ext>
            </a:extLst>
          </p:cNvPr>
          <p:cNvSpPr>
            <a:spLocks noGrp="1"/>
          </p:cNvSpPr>
          <p:nvPr>
            <p:ph type="body" sz="quarter" idx="31" hasCustomPrompt="1"/>
          </p:nvPr>
        </p:nvSpPr>
        <p:spPr>
          <a:xfrm>
            <a:off x="5720447" y="5441244"/>
            <a:ext cx="3965419" cy="402336"/>
          </a:xfrm>
        </p:spPr>
        <p:txBody>
          <a:bodyPr anchor="ctr"/>
          <a:lstStyle>
            <a:lvl1pPr marL="0" indent="0">
              <a:lnSpc>
                <a:spcPct val="100000"/>
              </a:lnSpc>
              <a:buNone/>
              <a:defRPr sz="20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47" name="TextBox 46">
            <a:extLst>
              <a:ext uri="{FF2B5EF4-FFF2-40B4-BE49-F238E27FC236}">
                <a16:creationId xmlns:a16="http://schemas.microsoft.com/office/drawing/2014/main" id="{71444F29-D341-02A6-CF43-E64349A9A46A}"/>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accent1"/>
                </a:solidFill>
                <a:latin typeface="+mj-lt"/>
              </a:rPr>
              <a:t>Confidential</a:t>
            </a:r>
          </a:p>
        </p:txBody>
      </p:sp>
      <p:cxnSp>
        <p:nvCxnSpPr>
          <p:cNvPr id="48" name="Straight Connector 47">
            <a:extLst>
              <a:ext uri="{FF2B5EF4-FFF2-40B4-BE49-F238E27FC236}">
                <a16:creationId xmlns:a16="http://schemas.microsoft.com/office/drawing/2014/main" id="{B8F7FDD6-C107-E8CF-E272-3D15178BDC58}"/>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49" name="Rounded Rectangle 48">
            <a:extLst>
              <a:ext uri="{FF2B5EF4-FFF2-40B4-BE49-F238E27FC236}">
                <a16:creationId xmlns:a16="http://schemas.microsoft.com/office/drawing/2014/main" id="{AEA63A26-7DA7-4CFF-67F9-6C361C7A7F1C}"/>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5" name="Graphic 62">
            <a:extLst>
              <a:ext uri="{FF2B5EF4-FFF2-40B4-BE49-F238E27FC236}">
                <a16:creationId xmlns:a16="http://schemas.microsoft.com/office/drawing/2014/main" id="{04C4E94A-3BF9-2442-853F-C9155AF7E1C4}"/>
              </a:ext>
            </a:extLst>
          </p:cNvPr>
          <p:cNvGrpSpPr/>
          <p:nvPr userDrawn="1"/>
        </p:nvGrpSpPr>
        <p:grpSpPr>
          <a:xfrm>
            <a:off x="11389259" y="459884"/>
            <a:ext cx="352694" cy="349203"/>
            <a:chOff x="10767269" y="208371"/>
            <a:chExt cx="182844" cy="181034"/>
          </a:xfrm>
        </p:grpSpPr>
        <p:sp>
          <p:nvSpPr>
            <p:cNvPr id="46" name="Freeform 45">
              <a:extLst>
                <a:ext uri="{FF2B5EF4-FFF2-40B4-BE49-F238E27FC236}">
                  <a16:creationId xmlns:a16="http://schemas.microsoft.com/office/drawing/2014/main" id="{12233F69-CA17-A015-C93A-766B8A60D3A9}"/>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50" name="Freeform 49">
              <a:extLst>
                <a:ext uri="{FF2B5EF4-FFF2-40B4-BE49-F238E27FC236}">
                  <a16:creationId xmlns:a16="http://schemas.microsoft.com/office/drawing/2014/main" id="{04C450C2-526C-8DA6-8545-AA69398A2D01}"/>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51" name="Freeform 50">
              <a:extLst>
                <a:ext uri="{FF2B5EF4-FFF2-40B4-BE49-F238E27FC236}">
                  <a16:creationId xmlns:a16="http://schemas.microsoft.com/office/drawing/2014/main" id="{A10ACB0B-31B1-DD95-3809-0A288C5A166A}"/>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52" name="Freeform 51">
              <a:extLst>
                <a:ext uri="{FF2B5EF4-FFF2-40B4-BE49-F238E27FC236}">
                  <a16:creationId xmlns:a16="http://schemas.microsoft.com/office/drawing/2014/main" id="{EB3EE904-51DD-86AF-850A-7CC6982E7DA5}"/>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53" name="Freeform 52">
              <a:extLst>
                <a:ext uri="{FF2B5EF4-FFF2-40B4-BE49-F238E27FC236}">
                  <a16:creationId xmlns:a16="http://schemas.microsoft.com/office/drawing/2014/main" id="{18C9A2B9-3EF0-A53D-EB68-97E018C511F9}"/>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55" name="Slide Number Placeholder 5">
            <a:extLst>
              <a:ext uri="{FF2B5EF4-FFF2-40B4-BE49-F238E27FC236}">
                <a16:creationId xmlns:a16="http://schemas.microsoft.com/office/drawing/2014/main" id="{5F2F84FB-F4B5-F2C9-0F42-354050C7EFFF}"/>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70738987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Title_Content_White_Full Width">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8699"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026D8BD6-9828-7A47-883D-E86FAC90F0F6}"/>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EF8D6C47-4F24-294F-AD4E-49AE68CE9D0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5ED918B2-DF70-E64E-BC9E-7B9A74283A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E0EC8DBC-201D-B44A-8F91-EFA72C61D247}"/>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FFB5CA89-8729-3D4A-B8E9-12B9E4D915E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39915B2B-2D62-0A48-B633-5C7346FB029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9" name="Subtitle 2">
            <a:extLst>
              <a:ext uri="{FF2B5EF4-FFF2-40B4-BE49-F238E27FC236}">
                <a16:creationId xmlns:a16="http://schemas.microsoft.com/office/drawing/2014/main" id="{BDB3D6A1-5F7E-6C84-BBC1-9194E3389BC9}"/>
              </a:ext>
            </a:extLst>
          </p:cNvPr>
          <p:cNvSpPr>
            <a:spLocks noGrp="1"/>
          </p:cNvSpPr>
          <p:nvPr>
            <p:ph type="subTitle" idx="1" hasCustomPrompt="1"/>
          </p:nvPr>
        </p:nvSpPr>
        <p:spPr>
          <a:xfrm>
            <a:off x="454025" y="1155700"/>
            <a:ext cx="646480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8" name="Content Placeholder 2">
            <a:extLst>
              <a:ext uri="{FF2B5EF4-FFF2-40B4-BE49-F238E27FC236}">
                <a16:creationId xmlns:a16="http://schemas.microsoft.com/office/drawing/2014/main" id="{9AAC9623-3DFA-9BEA-7EA2-12F5084096C7}"/>
              </a:ext>
            </a:extLst>
          </p:cNvPr>
          <p:cNvSpPr>
            <a:spLocks noGrp="1"/>
          </p:cNvSpPr>
          <p:nvPr>
            <p:ph sz="quarter" idx="14"/>
          </p:nvPr>
        </p:nvSpPr>
        <p:spPr>
          <a:xfrm>
            <a:off x="444500" y="2011680"/>
            <a:ext cx="11163300" cy="3556000"/>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64EC8228-6014-9EE1-451B-74B9B8918EF2}"/>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0" name="Rounded Rectangle 29">
            <a:extLst>
              <a:ext uri="{FF2B5EF4-FFF2-40B4-BE49-F238E27FC236}">
                <a16:creationId xmlns:a16="http://schemas.microsoft.com/office/drawing/2014/main" id="{468A667C-FF14-033F-4566-98051B2D44B3}"/>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1" name="Graphic 62">
            <a:extLst>
              <a:ext uri="{FF2B5EF4-FFF2-40B4-BE49-F238E27FC236}">
                <a16:creationId xmlns:a16="http://schemas.microsoft.com/office/drawing/2014/main" id="{E94738FD-1204-FD11-92C0-EB58577826C9}"/>
              </a:ext>
            </a:extLst>
          </p:cNvPr>
          <p:cNvGrpSpPr/>
          <p:nvPr userDrawn="1"/>
        </p:nvGrpSpPr>
        <p:grpSpPr>
          <a:xfrm>
            <a:off x="11389259" y="459884"/>
            <a:ext cx="352694" cy="349203"/>
            <a:chOff x="10767269" y="208371"/>
            <a:chExt cx="182844" cy="181034"/>
          </a:xfrm>
        </p:grpSpPr>
        <p:sp>
          <p:nvSpPr>
            <p:cNvPr id="33" name="Freeform 32">
              <a:extLst>
                <a:ext uri="{FF2B5EF4-FFF2-40B4-BE49-F238E27FC236}">
                  <a16:creationId xmlns:a16="http://schemas.microsoft.com/office/drawing/2014/main" id="{0906B171-FA2A-E6A4-69FF-BC0C23E59D4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4" name="Freeform 33">
              <a:extLst>
                <a:ext uri="{FF2B5EF4-FFF2-40B4-BE49-F238E27FC236}">
                  <a16:creationId xmlns:a16="http://schemas.microsoft.com/office/drawing/2014/main" id="{72D338FA-8C99-AD08-F077-57DE580C67A1}"/>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C72CCB19-1845-749A-1A4B-B11211CED50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D045187C-2C41-1F1A-EFD8-43F8828547C2}"/>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8" name="Freeform 37">
              <a:extLst>
                <a:ext uri="{FF2B5EF4-FFF2-40B4-BE49-F238E27FC236}">
                  <a16:creationId xmlns:a16="http://schemas.microsoft.com/office/drawing/2014/main" id="{9DF93CA2-D152-6FBA-1601-86D9962C49F9}"/>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2" name="Slide Number Placeholder 5">
            <a:extLst>
              <a:ext uri="{FF2B5EF4-FFF2-40B4-BE49-F238E27FC236}">
                <a16:creationId xmlns:a16="http://schemas.microsoft.com/office/drawing/2014/main" id="{5EBEFEA3-7772-EB88-4943-7D74C91BB1B2}"/>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33210034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mmentary ">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68798C3-AB86-E64F-84CC-2A7184E366CF}"/>
              </a:ext>
            </a:extLst>
          </p:cNvPr>
          <p:cNvSpPr/>
          <p:nvPr userDrawn="1"/>
        </p:nvSpPr>
        <p:spPr>
          <a:xfrm>
            <a:off x="9128125" y="0"/>
            <a:ext cx="3061290" cy="6858000"/>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6" y="447392"/>
            <a:ext cx="5505450" cy="695608"/>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DD7C8FB1-0E3B-B040-A74C-21C1043F828E}"/>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0ACD27EB-7C71-ED4F-BAE6-5C6B76DE9331}"/>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5EC662D8-4C35-A04F-82AC-5BDF7A57F3C4}"/>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FAFCA625-6857-154C-A410-3D08A0E28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9F3CC9B8-E3DD-4C4B-A59A-24E110ADDBF2}"/>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D4B96148-0843-244D-AE9A-3BFB388B967D}"/>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8" name="Content Placeholder 2">
            <a:extLst>
              <a:ext uri="{FF2B5EF4-FFF2-40B4-BE49-F238E27FC236}">
                <a16:creationId xmlns:a16="http://schemas.microsoft.com/office/drawing/2014/main" id="{7D2246D2-F298-C620-3A27-0367C889C68D}"/>
              </a:ext>
            </a:extLst>
          </p:cNvPr>
          <p:cNvSpPr>
            <a:spLocks noGrp="1"/>
          </p:cNvSpPr>
          <p:nvPr>
            <p:ph sz="quarter" idx="14"/>
          </p:nvPr>
        </p:nvSpPr>
        <p:spPr>
          <a:xfrm>
            <a:off x="444500" y="2011680"/>
            <a:ext cx="8326967" cy="355701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9A1C7828-1672-28D9-2AD3-E7297A6FD681}"/>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9" name="Rounded Rectangle 28">
            <a:extLst>
              <a:ext uri="{FF2B5EF4-FFF2-40B4-BE49-F238E27FC236}">
                <a16:creationId xmlns:a16="http://schemas.microsoft.com/office/drawing/2014/main" id="{E859F307-E508-7053-F2F1-6A4BDE185E78}"/>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Subtitle 2">
            <a:extLst>
              <a:ext uri="{FF2B5EF4-FFF2-40B4-BE49-F238E27FC236}">
                <a16:creationId xmlns:a16="http://schemas.microsoft.com/office/drawing/2014/main" id="{B9B16F5B-D35C-DB02-924F-BECD6FC6A9D8}"/>
              </a:ext>
            </a:extLst>
          </p:cNvPr>
          <p:cNvSpPr>
            <a:spLocks noGrp="1"/>
          </p:cNvSpPr>
          <p:nvPr>
            <p:ph type="subTitle" idx="1" hasCustomPrompt="1"/>
          </p:nvPr>
        </p:nvSpPr>
        <p:spPr>
          <a:xfrm>
            <a:off x="454025" y="1155700"/>
            <a:ext cx="4543426"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3" name="Slide Number Placeholder 5">
            <a:extLst>
              <a:ext uri="{FF2B5EF4-FFF2-40B4-BE49-F238E27FC236}">
                <a16:creationId xmlns:a16="http://schemas.microsoft.com/office/drawing/2014/main" id="{92256E7A-04EA-EB5A-0DF8-9ACCD841B0F8}"/>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77673827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Multiple Charts + Copy">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B3E442F7-0E5C-2327-4EC5-9C8B322DD2D0}"/>
              </a:ext>
            </a:extLst>
          </p:cNvPr>
          <p:cNvSpPr/>
          <p:nvPr userDrawn="1"/>
        </p:nvSpPr>
        <p:spPr>
          <a:xfrm>
            <a:off x="4522838" y="1156272"/>
            <a:ext cx="1375041" cy="2423160"/>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8893A35D-630B-BDD8-E33B-BCDE23AD383B}"/>
              </a:ext>
            </a:extLst>
          </p:cNvPr>
          <p:cNvSpPr/>
          <p:nvPr userDrawn="1"/>
        </p:nvSpPr>
        <p:spPr>
          <a:xfrm>
            <a:off x="4522838" y="3733309"/>
            <a:ext cx="1375041" cy="2423160"/>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DCC13698-B3EB-BD03-4141-3BC305E438E1}"/>
              </a:ext>
            </a:extLst>
          </p:cNvPr>
          <p:cNvSpPr/>
          <p:nvPr userDrawn="1"/>
        </p:nvSpPr>
        <p:spPr>
          <a:xfrm>
            <a:off x="10364675" y="1156272"/>
            <a:ext cx="1375041" cy="2423160"/>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52449C88-8BB0-BEB0-D798-22EA413B8726}"/>
              </a:ext>
            </a:extLst>
          </p:cNvPr>
          <p:cNvSpPr/>
          <p:nvPr userDrawn="1"/>
        </p:nvSpPr>
        <p:spPr>
          <a:xfrm>
            <a:off x="10364675" y="3733309"/>
            <a:ext cx="1375041" cy="2423160"/>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Content Placeholder 2">
            <a:extLst>
              <a:ext uri="{FF2B5EF4-FFF2-40B4-BE49-F238E27FC236}">
                <a16:creationId xmlns:a16="http://schemas.microsoft.com/office/drawing/2014/main" id="{6666C9C9-441B-5C2D-0653-9BD7E887331A}"/>
              </a:ext>
            </a:extLst>
          </p:cNvPr>
          <p:cNvSpPr>
            <a:spLocks noGrp="1"/>
          </p:cNvSpPr>
          <p:nvPr>
            <p:ph sz="quarter" idx="19"/>
          </p:nvPr>
        </p:nvSpPr>
        <p:spPr>
          <a:xfrm>
            <a:off x="4542504" y="1156273"/>
            <a:ext cx="1337186" cy="2422669"/>
          </a:xfrm>
        </p:spPr>
        <p:txBody>
          <a:bodyPr lIns="91440" tIns="182880"/>
          <a:lstStyle>
            <a:lvl1pPr marL="179388" indent="-179388">
              <a:lnSpc>
                <a:spcPts val="1100"/>
              </a:lnSpc>
              <a:spcAft>
                <a:spcPts val="400"/>
              </a:spcAft>
              <a:tabLst/>
              <a:defRPr sz="1100"/>
            </a:lvl1pPr>
            <a:lvl2pPr>
              <a:defRPr sz="1100"/>
            </a:lvl2pPr>
            <a:lvl3pPr>
              <a:defRPr sz="1050"/>
            </a:lvl3pPr>
            <a:lvl4pPr>
              <a:defRPr sz="1400"/>
            </a:lvl4pPr>
            <a:lvl5pPr>
              <a:defRPr sz="1400"/>
            </a:lvl5pPr>
          </a:lstStyle>
          <a:p>
            <a:pPr lvl="0"/>
            <a:r>
              <a:rPr lang="en-US"/>
              <a:t>Click to edit Master text styles</a:t>
            </a:r>
          </a:p>
        </p:txBody>
      </p:sp>
      <p:sp>
        <p:nvSpPr>
          <p:cNvPr id="40" name="Rectangle 39">
            <a:extLst>
              <a:ext uri="{FF2B5EF4-FFF2-40B4-BE49-F238E27FC236}">
                <a16:creationId xmlns:a16="http://schemas.microsoft.com/office/drawing/2014/main" id="{40E8A7F1-E866-C78B-4B63-EE965BB46C57}"/>
              </a:ext>
            </a:extLst>
          </p:cNvPr>
          <p:cNvSpPr/>
          <p:nvPr userDrawn="1"/>
        </p:nvSpPr>
        <p:spPr>
          <a:xfrm>
            <a:off x="454025" y="1156272"/>
            <a:ext cx="4069080" cy="24231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161CAC95-8DD2-6598-0AA1-27D347428222}"/>
              </a:ext>
            </a:extLst>
          </p:cNvPr>
          <p:cNvSpPr/>
          <p:nvPr userDrawn="1"/>
        </p:nvSpPr>
        <p:spPr>
          <a:xfrm>
            <a:off x="454025" y="3733309"/>
            <a:ext cx="4069080" cy="24231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CC3AB5E8-7784-15B6-A5D2-2386929C0FCD}"/>
              </a:ext>
            </a:extLst>
          </p:cNvPr>
          <p:cNvSpPr/>
          <p:nvPr userDrawn="1"/>
        </p:nvSpPr>
        <p:spPr>
          <a:xfrm>
            <a:off x="6323555" y="1156272"/>
            <a:ext cx="4069080" cy="24231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1F9CC026-7235-77A1-7EB1-C70D7DC876C8}"/>
              </a:ext>
            </a:extLst>
          </p:cNvPr>
          <p:cNvSpPr/>
          <p:nvPr userDrawn="1"/>
        </p:nvSpPr>
        <p:spPr>
          <a:xfrm>
            <a:off x="6323555" y="3733309"/>
            <a:ext cx="4069080" cy="24231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8699"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026D8BD6-9828-7A47-883D-E86FAC90F0F6}"/>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EF8D6C47-4F24-294F-AD4E-49AE68CE9D0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5ED918B2-DF70-E64E-BC9E-7B9A74283A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E0EC8DBC-201D-B44A-8F91-EFA72C61D247}"/>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FFB5CA89-8729-3D4A-B8E9-12B9E4D915E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39915B2B-2D62-0A48-B633-5C7346FB029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8" name="Content Placeholder 2">
            <a:extLst>
              <a:ext uri="{FF2B5EF4-FFF2-40B4-BE49-F238E27FC236}">
                <a16:creationId xmlns:a16="http://schemas.microsoft.com/office/drawing/2014/main" id="{CC84B0E1-B4C0-330F-847B-A93A37AFD17E}"/>
              </a:ext>
            </a:extLst>
          </p:cNvPr>
          <p:cNvSpPr>
            <a:spLocks noGrp="1"/>
          </p:cNvSpPr>
          <p:nvPr>
            <p:ph sz="quarter" idx="15"/>
          </p:nvPr>
        </p:nvSpPr>
        <p:spPr>
          <a:xfrm>
            <a:off x="454025" y="1156272"/>
            <a:ext cx="4069080" cy="2423160"/>
          </a:xfrm>
          <a:noFill/>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30" name="Content Placeholder 2">
            <a:extLst>
              <a:ext uri="{FF2B5EF4-FFF2-40B4-BE49-F238E27FC236}">
                <a16:creationId xmlns:a16="http://schemas.microsoft.com/office/drawing/2014/main" id="{49346F5A-4F30-A2CC-5B7C-96A37881E584}"/>
              </a:ext>
            </a:extLst>
          </p:cNvPr>
          <p:cNvSpPr>
            <a:spLocks noGrp="1"/>
          </p:cNvSpPr>
          <p:nvPr>
            <p:ph sz="quarter" idx="16"/>
          </p:nvPr>
        </p:nvSpPr>
        <p:spPr>
          <a:xfrm>
            <a:off x="6323555" y="1156273"/>
            <a:ext cx="4069080" cy="2422669"/>
          </a:xfrm>
          <a:noFill/>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31" name="Content Placeholder 2">
            <a:extLst>
              <a:ext uri="{FF2B5EF4-FFF2-40B4-BE49-F238E27FC236}">
                <a16:creationId xmlns:a16="http://schemas.microsoft.com/office/drawing/2014/main" id="{53F1247B-A851-6EB6-3FFA-3E1F5476DD36}"/>
              </a:ext>
            </a:extLst>
          </p:cNvPr>
          <p:cNvSpPr>
            <a:spLocks noGrp="1"/>
          </p:cNvSpPr>
          <p:nvPr>
            <p:ph sz="quarter" idx="17"/>
          </p:nvPr>
        </p:nvSpPr>
        <p:spPr>
          <a:xfrm>
            <a:off x="454025" y="3733800"/>
            <a:ext cx="4069080" cy="2422669"/>
          </a:xfrm>
          <a:noFill/>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33" name="Content Placeholder 2">
            <a:extLst>
              <a:ext uri="{FF2B5EF4-FFF2-40B4-BE49-F238E27FC236}">
                <a16:creationId xmlns:a16="http://schemas.microsoft.com/office/drawing/2014/main" id="{503B8696-0B1B-A156-E766-0D91A320122A}"/>
              </a:ext>
            </a:extLst>
          </p:cNvPr>
          <p:cNvSpPr>
            <a:spLocks noGrp="1"/>
          </p:cNvSpPr>
          <p:nvPr>
            <p:ph sz="quarter" idx="18"/>
          </p:nvPr>
        </p:nvSpPr>
        <p:spPr>
          <a:xfrm>
            <a:off x="6323555" y="3733800"/>
            <a:ext cx="4069080" cy="2422669"/>
          </a:xfrm>
          <a:noFill/>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54" name="Content Placeholder 2">
            <a:extLst>
              <a:ext uri="{FF2B5EF4-FFF2-40B4-BE49-F238E27FC236}">
                <a16:creationId xmlns:a16="http://schemas.microsoft.com/office/drawing/2014/main" id="{45BDDC7E-6E92-0CE8-893F-115A1A50AC9E}"/>
              </a:ext>
            </a:extLst>
          </p:cNvPr>
          <p:cNvSpPr>
            <a:spLocks noGrp="1"/>
          </p:cNvSpPr>
          <p:nvPr>
            <p:ph sz="quarter" idx="20"/>
          </p:nvPr>
        </p:nvSpPr>
        <p:spPr>
          <a:xfrm>
            <a:off x="4542504" y="3733800"/>
            <a:ext cx="1337186" cy="2422669"/>
          </a:xfrm>
        </p:spPr>
        <p:txBody>
          <a:bodyPr lIns="91440" tIns="182880"/>
          <a:lstStyle>
            <a:lvl1pPr marL="179388" indent="-179388">
              <a:lnSpc>
                <a:spcPts val="1100"/>
              </a:lnSpc>
              <a:spcAft>
                <a:spcPts val="400"/>
              </a:spcAft>
              <a:tabLst/>
              <a:defRPr sz="1100"/>
            </a:lvl1pPr>
            <a:lvl2pPr>
              <a:defRPr sz="1100"/>
            </a:lvl2pPr>
            <a:lvl3pPr>
              <a:defRPr sz="1050"/>
            </a:lvl3pPr>
            <a:lvl4pPr>
              <a:defRPr sz="1400"/>
            </a:lvl4pPr>
            <a:lvl5pPr>
              <a:defRPr sz="1400"/>
            </a:lvl5pPr>
          </a:lstStyle>
          <a:p>
            <a:pPr lvl="0"/>
            <a:r>
              <a:rPr lang="en-US"/>
              <a:t>Click to edit Master text styles</a:t>
            </a:r>
          </a:p>
        </p:txBody>
      </p:sp>
      <p:sp>
        <p:nvSpPr>
          <p:cNvPr id="55" name="Content Placeholder 2">
            <a:extLst>
              <a:ext uri="{FF2B5EF4-FFF2-40B4-BE49-F238E27FC236}">
                <a16:creationId xmlns:a16="http://schemas.microsoft.com/office/drawing/2014/main" id="{270701E0-28A4-9202-C714-3F1F16678C7B}"/>
              </a:ext>
            </a:extLst>
          </p:cNvPr>
          <p:cNvSpPr>
            <a:spLocks noGrp="1"/>
          </p:cNvSpPr>
          <p:nvPr>
            <p:ph sz="quarter" idx="21"/>
          </p:nvPr>
        </p:nvSpPr>
        <p:spPr>
          <a:xfrm>
            <a:off x="10402530" y="1156273"/>
            <a:ext cx="1337186" cy="2422669"/>
          </a:xfrm>
        </p:spPr>
        <p:txBody>
          <a:bodyPr lIns="91440" tIns="182880"/>
          <a:lstStyle>
            <a:lvl1pPr marL="179388" indent="-179388">
              <a:lnSpc>
                <a:spcPts val="1100"/>
              </a:lnSpc>
              <a:spcAft>
                <a:spcPts val="400"/>
              </a:spcAft>
              <a:tabLst/>
              <a:defRPr sz="1100"/>
            </a:lvl1pPr>
            <a:lvl2pPr>
              <a:defRPr sz="1100"/>
            </a:lvl2pPr>
            <a:lvl3pPr>
              <a:defRPr sz="1050"/>
            </a:lvl3pPr>
            <a:lvl4pPr>
              <a:defRPr sz="1400"/>
            </a:lvl4pPr>
            <a:lvl5pPr>
              <a:defRPr sz="1400"/>
            </a:lvl5pPr>
          </a:lstStyle>
          <a:p>
            <a:pPr lvl="0"/>
            <a:r>
              <a:rPr lang="en-US"/>
              <a:t>Click to edit Master text styles</a:t>
            </a:r>
          </a:p>
        </p:txBody>
      </p:sp>
      <p:sp>
        <p:nvSpPr>
          <p:cNvPr id="56" name="Content Placeholder 2">
            <a:extLst>
              <a:ext uri="{FF2B5EF4-FFF2-40B4-BE49-F238E27FC236}">
                <a16:creationId xmlns:a16="http://schemas.microsoft.com/office/drawing/2014/main" id="{462A1A84-C3E5-EE25-10F5-8AB6289FA2F0}"/>
              </a:ext>
            </a:extLst>
          </p:cNvPr>
          <p:cNvSpPr>
            <a:spLocks noGrp="1"/>
          </p:cNvSpPr>
          <p:nvPr>
            <p:ph sz="quarter" idx="22"/>
          </p:nvPr>
        </p:nvSpPr>
        <p:spPr>
          <a:xfrm>
            <a:off x="10402530" y="3733800"/>
            <a:ext cx="1337186" cy="2422669"/>
          </a:xfrm>
        </p:spPr>
        <p:txBody>
          <a:bodyPr lIns="91440" tIns="182880"/>
          <a:lstStyle>
            <a:lvl1pPr marL="179388" indent="-179388">
              <a:lnSpc>
                <a:spcPts val="1100"/>
              </a:lnSpc>
              <a:spcAft>
                <a:spcPts val="400"/>
              </a:spcAft>
              <a:tabLst/>
              <a:defRPr sz="1100"/>
            </a:lvl1pPr>
            <a:lvl2pPr>
              <a:defRPr sz="1100"/>
            </a:lvl2pPr>
            <a:lvl3pPr>
              <a:defRPr sz="1050"/>
            </a:lvl3pPr>
            <a:lvl4pPr>
              <a:defRPr sz="1400"/>
            </a:lvl4pPr>
            <a:lvl5pPr>
              <a:defRPr sz="1400"/>
            </a:lvl5pPr>
          </a:lstStyle>
          <a:p>
            <a:pPr lvl="0"/>
            <a:r>
              <a:rPr lang="en-US"/>
              <a:t>Click to edit Master text styles</a:t>
            </a:r>
          </a:p>
        </p:txBody>
      </p:sp>
      <p:cxnSp>
        <p:nvCxnSpPr>
          <p:cNvPr id="35" name="Straight Connector 34">
            <a:extLst>
              <a:ext uri="{FF2B5EF4-FFF2-40B4-BE49-F238E27FC236}">
                <a16:creationId xmlns:a16="http://schemas.microsoft.com/office/drawing/2014/main" id="{E3550518-9E4B-113E-2259-5EBB70295122}"/>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6" name="Rounded Rectangle 35">
            <a:extLst>
              <a:ext uri="{FF2B5EF4-FFF2-40B4-BE49-F238E27FC236}">
                <a16:creationId xmlns:a16="http://schemas.microsoft.com/office/drawing/2014/main" id="{D0868976-0331-C473-140C-FF4300E4A367}"/>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53" name="Graphic 62">
            <a:extLst>
              <a:ext uri="{FF2B5EF4-FFF2-40B4-BE49-F238E27FC236}">
                <a16:creationId xmlns:a16="http://schemas.microsoft.com/office/drawing/2014/main" id="{73307D9B-F01A-6413-FFD2-F393C92BB9A0}"/>
              </a:ext>
            </a:extLst>
          </p:cNvPr>
          <p:cNvGrpSpPr/>
          <p:nvPr userDrawn="1"/>
        </p:nvGrpSpPr>
        <p:grpSpPr>
          <a:xfrm>
            <a:off x="11389259" y="459884"/>
            <a:ext cx="352694" cy="349203"/>
            <a:chOff x="10767269" y="208371"/>
            <a:chExt cx="182844" cy="181034"/>
          </a:xfrm>
        </p:grpSpPr>
        <p:sp>
          <p:nvSpPr>
            <p:cNvPr id="57" name="Freeform 56">
              <a:extLst>
                <a:ext uri="{FF2B5EF4-FFF2-40B4-BE49-F238E27FC236}">
                  <a16:creationId xmlns:a16="http://schemas.microsoft.com/office/drawing/2014/main" id="{A09F49AA-C8E9-1D6B-F556-D610C42D5BFB}"/>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58" name="Freeform 57">
              <a:extLst>
                <a:ext uri="{FF2B5EF4-FFF2-40B4-BE49-F238E27FC236}">
                  <a16:creationId xmlns:a16="http://schemas.microsoft.com/office/drawing/2014/main" id="{39756AAF-B29D-1FFC-9EAE-4E454954D68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59" name="Freeform 58">
              <a:extLst>
                <a:ext uri="{FF2B5EF4-FFF2-40B4-BE49-F238E27FC236}">
                  <a16:creationId xmlns:a16="http://schemas.microsoft.com/office/drawing/2014/main" id="{A347EE6A-52EB-A684-CDF2-D9D83ABEF369}"/>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60" name="Freeform 59">
              <a:extLst>
                <a:ext uri="{FF2B5EF4-FFF2-40B4-BE49-F238E27FC236}">
                  <a16:creationId xmlns:a16="http://schemas.microsoft.com/office/drawing/2014/main" id="{A3E5375C-8603-62B0-2663-E79CE30E545C}"/>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61" name="Freeform 60">
              <a:extLst>
                <a:ext uri="{FF2B5EF4-FFF2-40B4-BE49-F238E27FC236}">
                  <a16:creationId xmlns:a16="http://schemas.microsoft.com/office/drawing/2014/main" id="{05005983-4B49-1052-7892-80645AB73C1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44" name="Slide Number Placeholder 5">
            <a:extLst>
              <a:ext uri="{FF2B5EF4-FFF2-40B4-BE49-F238E27FC236}">
                <a16:creationId xmlns:a16="http://schemas.microsoft.com/office/drawing/2014/main" id="{1EA689C7-1437-91C8-3788-6D4D2AFF3ECB}"/>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28392567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xt + Table">
    <p:bg>
      <p:bgPr>
        <a:solidFill>
          <a:schemeClr val="bg1"/>
        </a:solidFill>
        <a:effectLst/>
      </p:bgPr>
    </p:bg>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4808"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89" name="Subtitle 2">
            <a:extLst>
              <a:ext uri="{FF2B5EF4-FFF2-40B4-BE49-F238E27FC236}">
                <a16:creationId xmlns:a16="http://schemas.microsoft.com/office/drawing/2014/main" id="{B8051558-696D-93B1-48C5-5BB9B0DB577D}"/>
              </a:ext>
            </a:extLst>
          </p:cNvPr>
          <p:cNvSpPr>
            <a:spLocks noGrp="1"/>
          </p:cNvSpPr>
          <p:nvPr>
            <p:ph type="subTitle" idx="1" hasCustomPrompt="1"/>
          </p:nvPr>
        </p:nvSpPr>
        <p:spPr>
          <a:xfrm>
            <a:off x="454025" y="1155700"/>
            <a:ext cx="550468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9" name="Content Placeholder 2">
            <a:extLst>
              <a:ext uri="{FF2B5EF4-FFF2-40B4-BE49-F238E27FC236}">
                <a16:creationId xmlns:a16="http://schemas.microsoft.com/office/drawing/2014/main" id="{1BB6CE3F-1115-D1AD-2076-CE0B2E75D254}"/>
              </a:ext>
            </a:extLst>
          </p:cNvPr>
          <p:cNvSpPr>
            <a:spLocks noGrp="1"/>
          </p:cNvSpPr>
          <p:nvPr>
            <p:ph sz="quarter" idx="15"/>
          </p:nvPr>
        </p:nvSpPr>
        <p:spPr>
          <a:xfrm>
            <a:off x="454025" y="2011680"/>
            <a:ext cx="541324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31" name="Content Placeholder 2">
            <a:extLst>
              <a:ext uri="{FF2B5EF4-FFF2-40B4-BE49-F238E27FC236}">
                <a16:creationId xmlns:a16="http://schemas.microsoft.com/office/drawing/2014/main" id="{716CE1B6-2D90-FC71-F880-75C20FDD1441}"/>
              </a:ext>
            </a:extLst>
          </p:cNvPr>
          <p:cNvSpPr>
            <a:spLocks noGrp="1"/>
          </p:cNvSpPr>
          <p:nvPr>
            <p:ph sz="quarter" idx="16"/>
          </p:nvPr>
        </p:nvSpPr>
        <p:spPr>
          <a:xfrm>
            <a:off x="6323555" y="2011680"/>
            <a:ext cx="541324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F423E19E-9FF4-B589-F3D4-AE95C92F5CBB}"/>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93871CF7-0F4D-9A61-B520-82CC526C60C7}"/>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0" name="Graphic 62">
            <a:extLst>
              <a:ext uri="{FF2B5EF4-FFF2-40B4-BE49-F238E27FC236}">
                <a16:creationId xmlns:a16="http://schemas.microsoft.com/office/drawing/2014/main" id="{8D5F75B4-690C-B107-8CB8-B8A6978C2941}"/>
              </a:ext>
            </a:extLst>
          </p:cNvPr>
          <p:cNvGrpSpPr/>
          <p:nvPr userDrawn="1"/>
        </p:nvGrpSpPr>
        <p:grpSpPr>
          <a:xfrm>
            <a:off x="11389259" y="459884"/>
            <a:ext cx="352694" cy="349203"/>
            <a:chOff x="10767269" y="208371"/>
            <a:chExt cx="182844" cy="181034"/>
          </a:xfrm>
        </p:grpSpPr>
        <p:sp>
          <p:nvSpPr>
            <p:cNvPr id="33" name="Freeform 32">
              <a:extLst>
                <a:ext uri="{FF2B5EF4-FFF2-40B4-BE49-F238E27FC236}">
                  <a16:creationId xmlns:a16="http://schemas.microsoft.com/office/drawing/2014/main" id="{09B04A78-F7C2-F855-1C08-8F994D1CBC77}"/>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4" name="Freeform 33">
              <a:extLst>
                <a:ext uri="{FF2B5EF4-FFF2-40B4-BE49-F238E27FC236}">
                  <a16:creationId xmlns:a16="http://schemas.microsoft.com/office/drawing/2014/main" id="{552D3E4E-6BEA-51AB-A270-A20CBC4129F9}"/>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5ED13D76-138D-7AEC-505B-3A1E84392F9E}"/>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4F6A852A-9ABB-931C-E781-BB42AB0F8F4A}"/>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8" name="Freeform 37">
              <a:extLst>
                <a:ext uri="{FF2B5EF4-FFF2-40B4-BE49-F238E27FC236}">
                  <a16:creationId xmlns:a16="http://schemas.microsoft.com/office/drawing/2014/main" id="{23B2E47A-61A5-59FE-20CF-488DB49385AC}"/>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2" name="Slide Number Placeholder 5">
            <a:extLst>
              <a:ext uri="{FF2B5EF4-FFF2-40B4-BE49-F238E27FC236}">
                <a16:creationId xmlns:a16="http://schemas.microsoft.com/office/drawing/2014/main" id="{F43DEEE1-7950-A298-536F-44801A9661F2}"/>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11978450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Title_Content_White">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3419475"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026D8BD6-9828-7A47-883D-E86FAC90F0F6}"/>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EF8D6C47-4F24-294F-AD4E-49AE68CE9D0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5ED918B2-DF70-E64E-BC9E-7B9A74283A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E0EC8DBC-201D-B44A-8F91-EFA72C61D247}"/>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FFB5CA89-8729-3D4A-B8E9-12B9E4D915E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39915B2B-2D62-0A48-B633-5C7346FB029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9" name="Subtitle 2">
            <a:extLst>
              <a:ext uri="{FF2B5EF4-FFF2-40B4-BE49-F238E27FC236}">
                <a16:creationId xmlns:a16="http://schemas.microsoft.com/office/drawing/2014/main" id="{BDB3D6A1-5F7E-6C84-BBC1-9194E3389BC9}"/>
              </a:ext>
            </a:extLst>
          </p:cNvPr>
          <p:cNvSpPr>
            <a:spLocks noGrp="1"/>
          </p:cNvSpPr>
          <p:nvPr>
            <p:ph type="subTitle" idx="1" hasCustomPrompt="1"/>
          </p:nvPr>
        </p:nvSpPr>
        <p:spPr>
          <a:xfrm>
            <a:off x="454025" y="1155700"/>
            <a:ext cx="341741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32" name="Content Placeholder 2">
            <a:extLst>
              <a:ext uri="{FF2B5EF4-FFF2-40B4-BE49-F238E27FC236}">
                <a16:creationId xmlns:a16="http://schemas.microsoft.com/office/drawing/2014/main" id="{58ECA327-9F43-8183-B20F-1EB0D55D23CA}"/>
              </a:ext>
            </a:extLst>
          </p:cNvPr>
          <p:cNvSpPr>
            <a:spLocks noGrp="1"/>
          </p:cNvSpPr>
          <p:nvPr>
            <p:ph sz="quarter" idx="15"/>
          </p:nvPr>
        </p:nvSpPr>
        <p:spPr>
          <a:xfrm>
            <a:off x="454025" y="2011680"/>
            <a:ext cx="341741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309BF6F9-E114-6C42-23BD-D7F4A6598B22}"/>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F29D045D-42D1-7753-B600-2A9E8AA8BA80}"/>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1" name="Graphic 62">
            <a:extLst>
              <a:ext uri="{FF2B5EF4-FFF2-40B4-BE49-F238E27FC236}">
                <a16:creationId xmlns:a16="http://schemas.microsoft.com/office/drawing/2014/main" id="{94F594C2-C000-5574-C817-E0626BA4CACF}"/>
              </a:ext>
            </a:extLst>
          </p:cNvPr>
          <p:cNvGrpSpPr/>
          <p:nvPr userDrawn="1"/>
        </p:nvGrpSpPr>
        <p:grpSpPr>
          <a:xfrm>
            <a:off x="11389259" y="459884"/>
            <a:ext cx="352694" cy="349203"/>
            <a:chOff x="10767269" y="208371"/>
            <a:chExt cx="182844" cy="181034"/>
          </a:xfrm>
        </p:grpSpPr>
        <p:sp>
          <p:nvSpPr>
            <p:cNvPr id="22" name="Freeform 21">
              <a:extLst>
                <a:ext uri="{FF2B5EF4-FFF2-40B4-BE49-F238E27FC236}">
                  <a16:creationId xmlns:a16="http://schemas.microsoft.com/office/drawing/2014/main" id="{A58785F5-98C7-BAB9-3545-981669E73711}"/>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19D99A9F-5712-4E65-1A1D-5416686A16C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87BDAE2E-3864-096F-3805-928863884F80}"/>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5" name="Freeform 24">
              <a:extLst>
                <a:ext uri="{FF2B5EF4-FFF2-40B4-BE49-F238E27FC236}">
                  <a16:creationId xmlns:a16="http://schemas.microsoft.com/office/drawing/2014/main" id="{10CBCCD2-BCA5-385E-1754-6FEC600EB45B}"/>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48A0B4BB-A578-D013-193A-45AC80913485}"/>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3" name="Slide Number Placeholder 5">
            <a:extLst>
              <a:ext uri="{FF2B5EF4-FFF2-40B4-BE49-F238E27FC236}">
                <a16:creationId xmlns:a16="http://schemas.microsoft.com/office/drawing/2014/main" id="{ED87E951-EA79-CBCB-C78C-12AA83A579C4}"/>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
        <p:nvSpPr>
          <p:cNvPr id="34" name="Freeform 33">
            <a:extLst>
              <a:ext uri="{FF2B5EF4-FFF2-40B4-BE49-F238E27FC236}">
                <a16:creationId xmlns:a16="http://schemas.microsoft.com/office/drawing/2014/main" id="{76CAEDB3-4EC5-145E-7FFD-C60698FED688}"/>
              </a:ext>
            </a:extLst>
          </p:cNvPr>
          <p:cNvSpPr>
            <a:spLocks noChangeAspect="1"/>
          </p:cNvSpPr>
          <p:nvPr userDrawn="1"/>
        </p:nvSpPr>
        <p:spPr>
          <a:xfrm>
            <a:off x="6790624" y="2538162"/>
            <a:ext cx="1781175" cy="1893947"/>
          </a:xfrm>
          <a:custGeom>
            <a:avLst/>
            <a:gdLst>
              <a:gd name="connsiteX0" fmla="*/ 390662 w 1781175"/>
              <a:gd name="connsiteY0" fmla="*/ 0 h 1893947"/>
              <a:gd name="connsiteX1" fmla="*/ 1781175 w 1781175"/>
              <a:gd name="connsiteY1" fmla="*/ 0 h 1893947"/>
              <a:gd name="connsiteX2" fmla="*/ 1781175 w 1781175"/>
              <a:gd name="connsiteY2" fmla="*/ 1503452 h 1893947"/>
              <a:gd name="connsiteX3" fmla="*/ 1390680 w 1781175"/>
              <a:gd name="connsiteY3" fmla="*/ 1893947 h 1893947"/>
              <a:gd name="connsiteX4" fmla="*/ 0 w 1781175"/>
              <a:gd name="connsiteY4" fmla="*/ 1893947 h 1893947"/>
              <a:gd name="connsiteX5" fmla="*/ 0 w 1781175"/>
              <a:gd name="connsiteY5" fmla="*/ 390662 h 1893947"/>
              <a:gd name="connsiteX6" fmla="*/ 390662 w 1781175"/>
              <a:gd name="connsiteY6" fmla="*/ 0 h 1893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81175" h="1893947">
                <a:moveTo>
                  <a:pt x="390662" y="0"/>
                </a:moveTo>
                <a:lnTo>
                  <a:pt x="1781175" y="0"/>
                </a:lnTo>
                <a:lnTo>
                  <a:pt x="1781175" y="1503452"/>
                </a:lnTo>
                <a:cubicBezTo>
                  <a:pt x="1781175" y="1719116"/>
                  <a:pt x="1606344" y="1893947"/>
                  <a:pt x="1390680" y="1893947"/>
                </a:cubicBezTo>
                <a:lnTo>
                  <a:pt x="0" y="1893947"/>
                </a:lnTo>
                <a:lnTo>
                  <a:pt x="0" y="390662"/>
                </a:lnTo>
                <a:cubicBezTo>
                  <a:pt x="0" y="174905"/>
                  <a:pt x="174905" y="0"/>
                  <a:pt x="390662" y="0"/>
                </a:cubicBezTo>
                <a:close/>
              </a:path>
            </a:pathLst>
          </a:custGeom>
          <a:solidFill>
            <a:schemeClr val="accent3"/>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5" name="Freeform 34">
            <a:extLst>
              <a:ext uri="{FF2B5EF4-FFF2-40B4-BE49-F238E27FC236}">
                <a16:creationId xmlns:a16="http://schemas.microsoft.com/office/drawing/2014/main" id="{04C47F19-6788-A901-E881-76B69A2EBFC9}"/>
              </a:ext>
            </a:extLst>
          </p:cNvPr>
          <p:cNvSpPr>
            <a:spLocks noChangeAspect="1"/>
          </p:cNvSpPr>
          <p:nvPr userDrawn="1"/>
        </p:nvSpPr>
        <p:spPr>
          <a:xfrm>
            <a:off x="4868162" y="850900"/>
            <a:ext cx="3703637" cy="3581209"/>
          </a:xfrm>
          <a:custGeom>
            <a:avLst/>
            <a:gdLst>
              <a:gd name="connsiteX0" fmla="*/ 390495 w 3703637"/>
              <a:gd name="connsiteY0" fmla="*/ 0 h 3581209"/>
              <a:gd name="connsiteX1" fmla="*/ 3313142 w 3703637"/>
              <a:gd name="connsiteY1" fmla="*/ 0 h 3581209"/>
              <a:gd name="connsiteX2" fmla="*/ 3703637 w 3703637"/>
              <a:gd name="connsiteY2" fmla="*/ 390495 h 3581209"/>
              <a:gd name="connsiteX3" fmla="*/ 3703637 w 3703637"/>
              <a:gd name="connsiteY3" fmla="*/ 1687262 h 3581209"/>
              <a:gd name="connsiteX4" fmla="*/ 2313124 w 3703637"/>
              <a:gd name="connsiteY4" fmla="*/ 1687262 h 3581209"/>
              <a:gd name="connsiteX5" fmla="*/ 1922462 w 3703637"/>
              <a:gd name="connsiteY5" fmla="*/ 2077924 h 3581209"/>
              <a:gd name="connsiteX6" fmla="*/ 1922462 w 3703637"/>
              <a:gd name="connsiteY6" fmla="*/ 3581209 h 3581209"/>
              <a:gd name="connsiteX7" fmla="*/ 390495 w 3703637"/>
              <a:gd name="connsiteY7" fmla="*/ 3581209 h 3581209"/>
              <a:gd name="connsiteX8" fmla="*/ 0 w 3703637"/>
              <a:gd name="connsiteY8" fmla="*/ 3190714 h 3581209"/>
              <a:gd name="connsiteX9" fmla="*/ 0 w 3703637"/>
              <a:gd name="connsiteY9" fmla="*/ 390495 h 3581209"/>
              <a:gd name="connsiteX10" fmla="*/ 390495 w 3703637"/>
              <a:gd name="connsiteY10" fmla="*/ 0 h 3581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03637" h="3581209">
                <a:moveTo>
                  <a:pt x="390495" y="0"/>
                </a:moveTo>
                <a:lnTo>
                  <a:pt x="3313142" y="0"/>
                </a:lnTo>
                <a:cubicBezTo>
                  <a:pt x="3528806" y="0"/>
                  <a:pt x="3703637" y="174831"/>
                  <a:pt x="3703637" y="390495"/>
                </a:cubicBezTo>
                <a:lnTo>
                  <a:pt x="3703637" y="1687262"/>
                </a:lnTo>
                <a:lnTo>
                  <a:pt x="2313124" y="1687262"/>
                </a:lnTo>
                <a:cubicBezTo>
                  <a:pt x="2097367" y="1687262"/>
                  <a:pt x="1922462" y="1862167"/>
                  <a:pt x="1922462" y="2077924"/>
                </a:cubicBezTo>
                <a:lnTo>
                  <a:pt x="1922462" y="3581209"/>
                </a:lnTo>
                <a:lnTo>
                  <a:pt x="390495" y="3581209"/>
                </a:lnTo>
                <a:cubicBezTo>
                  <a:pt x="174831" y="3581209"/>
                  <a:pt x="0" y="3406378"/>
                  <a:pt x="0" y="3190714"/>
                </a:cubicBezTo>
                <a:lnTo>
                  <a:pt x="0" y="390495"/>
                </a:lnTo>
                <a:cubicBezTo>
                  <a:pt x="0" y="174831"/>
                  <a:pt x="174831" y="0"/>
                  <a:pt x="390495" y="0"/>
                </a:cubicBezTo>
                <a:close/>
              </a:path>
            </a:pathLst>
          </a:custGeom>
          <a:solidFill>
            <a:schemeClr val="accent2">
              <a:alpha val="94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6" name="Freeform 35">
            <a:extLst>
              <a:ext uri="{FF2B5EF4-FFF2-40B4-BE49-F238E27FC236}">
                <a16:creationId xmlns:a16="http://schemas.microsoft.com/office/drawing/2014/main" id="{D7F18468-A86F-5113-F8FE-FB54A03A7B23}"/>
              </a:ext>
            </a:extLst>
          </p:cNvPr>
          <p:cNvSpPr>
            <a:spLocks noChangeAspect="1"/>
          </p:cNvSpPr>
          <p:nvPr userDrawn="1"/>
        </p:nvSpPr>
        <p:spPr>
          <a:xfrm>
            <a:off x="6790624" y="2538161"/>
            <a:ext cx="3705225" cy="3582744"/>
          </a:xfrm>
          <a:custGeom>
            <a:avLst/>
            <a:gdLst>
              <a:gd name="connsiteX0" fmla="*/ 1781175 w 3705225"/>
              <a:gd name="connsiteY0" fmla="*/ 0 h 3582744"/>
              <a:gd name="connsiteX1" fmla="*/ 3314563 w 3705225"/>
              <a:gd name="connsiteY1" fmla="*/ 0 h 3582744"/>
              <a:gd name="connsiteX2" fmla="*/ 3705225 w 3705225"/>
              <a:gd name="connsiteY2" fmla="*/ 390662 h 3582744"/>
              <a:gd name="connsiteX3" fmla="*/ 3705225 w 3705225"/>
              <a:gd name="connsiteY3" fmla="*/ 3192082 h 3582744"/>
              <a:gd name="connsiteX4" fmla="*/ 3314563 w 3705225"/>
              <a:gd name="connsiteY4" fmla="*/ 3582744 h 3582744"/>
              <a:gd name="connsiteX5" fmla="*/ 390662 w 3705225"/>
              <a:gd name="connsiteY5" fmla="*/ 3582744 h 3582744"/>
              <a:gd name="connsiteX6" fmla="*/ 0 w 3705225"/>
              <a:gd name="connsiteY6" fmla="*/ 3192082 h 3582744"/>
              <a:gd name="connsiteX7" fmla="*/ 0 w 3705225"/>
              <a:gd name="connsiteY7" fmla="*/ 1893947 h 3582744"/>
              <a:gd name="connsiteX8" fmla="*/ 1390680 w 3705225"/>
              <a:gd name="connsiteY8" fmla="*/ 1893947 h 3582744"/>
              <a:gd name="connsiteX9" fmla="*/ 1781175 w 3705225"/>
              <a:gd name="connsiteY9" fmla="*/ 1503452 h 3582744"/>
              <a:gd name="connsiteX10" fmla="*/ 1781175 w 3705225"/>
              <a:gd name="connsiteY10" fmla="*/ 0 h 358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05225" h="3582744">
                <a:moveTo>
                  <a:pt x="1781175" y="0"/>
                </a:moveTo>
                <a:lnTo>
                  <a:pt x="3314563" y="0"/>
                </a:lnTo>
                <a:cubicBezTo>
                  <a:pt x="3530320" y="0"/>
                  <a:pt x="3705225" y="174905"/>
                  <a:pt x="3705225" y="390662"/>
                </a:cubicBezTo>
                <a:lnTo>
                  <a:pt x="3705225" y="3192082"/>
                </a:lnTo>
                <a:cubicBezTo>
                  <a:pt x="3705225" y="3407839"/>
                  <a:pt x="3530320" y="3582744"/>
                  <a:pt x="3314563" y="3582744"/>
                </a:cubicBezTo>
                <a:lnTo>
                  <a:pt x="390662" y="3582744"/>
                </a:lnTo>
                <a:cubicBezTo>
                  <a:pt x="174905" y="3582744"/>
                  <a:pt x="0" y="3407839"/>
                  <a:pt x="0" y="3192082"/>
                </a:cubicBezTo>
                <a:lnTo>
                  <a:pt x="0" y="1893947"/>
                </a:lnTo>
                <a:lnTo>
                  <a:pt x="1390680" y="1893947"/>
                </a:lnTo>
                <a:cubicBezTo>
                  <a:pt x="1606344" y="1893947"/>
                  <a:pt x="1781175" y="1719116"/>
                  <a:pt x="1781175" y="1503452"/>
                </a:cubicBezTo>
                <a:lnTo>
                  <a:pt x="1781175" y="0"/>
                </a:lnTo>
                <a:close/>
              </a:path>
            </a:pathLst>
          </a:custGeom>
          <a:solidFill>
            <a:schemeClr val="accent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47" name="Text Placeholder 47">
            <a:extLst>
              <a:ext uri="{FF2B5EF4-FFF2-40B4-BE49-F238E27FC236}">
                <a16:creationId xmlns:a16="http://schemas.microsoft.com/office/drawing/2014/main" id="{4C6D52AF-0B3B-1D6E-FF02-7F2F94FE0997}"/>
              </a:ext>
            </a:extLst>
          </p:cNvPr>
          <p:cNvSpPr>
            <a:spLocks noGrp="1"/>
          </p:cNvSpPr>
          <p:nvPr>
            <p:ph type="body" sz="quarter" idx="22" hasCustomPrompt="1"/>
          </p:nvPr>
        </p:nvSpPr>
        <p:spPr>
          <a:xfrm>
            <a:off x="5086654" y="1461448"/>
            <a:ext cx="3277205" cy="521208"/>
          </a:xfrm>
        </p:spPr>
        <p:txBody>
          <a:bodyPr/>
          <a:lstStyle>
            <a:lvl1pPr marL="0" indent="0" algn="ctr">
              <a:lnSpc>
                <a:spcPct val="100000"/>
              </a:lnSpc>
              <a:buFont typeface="Wingdings" pitchFamily="2" charset="2"/>
              <a:buNone/>
              <a:defRPr sz="1400">
                <a:solidFill>
                  <a:schemeClr val="bg1"/>
                </a:solidFill>
              </a:defRPr>
            </a:lvl1pPr>
            <a:lvl2pPr marL="239712" indent="0">
              <a:buNone/>
              <a:defRPr sz="1200"/>
            </a:lvl2pPr>
          </a:lstStyle>
          <a:p>
            <a:pPr lvl="0"/>
            <a:r>
              <a:rPr lang="en-US"/>
              <a:t>Lorem ipsum dolor sit amet, consectetur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vestibulum, dui.</a:t>
            </a:r>
          </a:p>
        </p:txBody>
      </p:sp>
      <p:sp>
        <p:nvSpPr>
          <p:cNvPr id="48" name="Text Placeholder 47">
            <a:extLst>
              <a:ext uri="{FF2B5EF4-FFF2-40B4-BE49-F238E27FC236}">
                <a16:creationId xmlns:a16="http://schemas.microsoft.com/office/drawing/2014/main" id="{B7961EA3-EB53-0D03-297E-C8A28E84618D}"/>
              </a:ext>
            </a:extLst>
          </p:cNvPr>
          <p:cNvSpPr>
            <a:spLocks noGrp="1"/>
          </p:cNvSpPr>
          <p:nvPr>
            <p:ph type="body" sz="quarter" idx="25" hasCustomPrompt="1"/>
          </p:nvPr>
        </p:nvSpPr>
        <p:spPr>
          <a:xfrm>
            <a:off x="5086654" y="1055855"/>
            <a:ext cx="3277205" cy="402336"/>
          </a:xfrm>
        </p:spPr>
        <p:txBody>
          <a:bodyPr anchor="ctr"/>
          <a:lstStyle>
            <a:lvl1pPr marL="0" indent="0" algn="ctr">
              <a:lnSpc>
                <a:spcPct val="100000"/>
              </a:lnSpc>
              <a:buNone/>
              <a:defRPr sz="2000" b="0" i="0">
                <a:solidFill>
                  <a:schemeClr val="bg1"/>
                </a:solidFill>
                <a:latin typeface="Franklin Gothic Medium" panose="020B0603020102020204" pitchFamily="34" charset="0"/>
              </a:defRPr>
            </a:lvl1pPr>
            <a:lvl2pPr marL="239712" indent="0">
              <a:buNone/>
              <a:defRPr sz="1200"/>
            </a:lvl2pPr>
          </a:lstStyle>
          <a:p>
            <a:pPr lvl="0"/>
            <a:r>
              <a:rPr lang="en-US"/>
              <a:t>Title Here</a:t>
            </a:r>
          </a:p>
        </p:txBody>
      </p:sp>
      <p:sp>
        <p:nvSpPr>
          <p:cNvPr id="49" name="Text Placeholder 47">
            <a:extLst>
              <a:ext uri="{FF2B5EF4-FFF2-40B4-BE49-F238E27FC236}">
                <a16:creationId xmlns:a16="http://schemas.microsoft.com/office/drawing/2014/main" id="{4E5C055B-E6AD-38D6-C269-29EFEA4A1B8B}"/>
              </a:ext>
            </a:extLst>
          </p:cNvPr>
          <p:cNvSpPr>
            <a:spLocks noGrp="1"/>
          </p:cNvSpPr>
          <p:nvPr>
            <p:ph type="body" sz="quarter" idx="26" hasCustomPrompt="1"/>
          </p:nvPr>
        </p:nvSpPr>
        <p:spPr>
          <a:xfrm>
            <a:off x="7010400" y="4953948"/>
            <a:ext cx="3277205" cy="521208"/>
          </a:xfrm>
        </p:spPr>
        <p:txBody>
          <a:bodyPr/>
          <a:lstStyle>
            <a:lvl1pPr marL="0" indent="0" algn="ctr">
              <a:lnSpc>
                <a:spcPct val="100000"/>
              </a:lnSpc>
              <a:buFont typeface="Wingdings" pitchFamily="2" charset="2"/>
              <a:buNone/>
              <a:defRPr sz="1400">
                <a:solidFill>
                  <a:schemeClr val="bg1"/>
                </a:solidFill>
              </a:defRPr>
            </a:lvl1pPr>
            <a:lvl2pPr marL="239712" indent="0">
              <a:buNone/>
              <a:defRPr sz="1200"/>
            </a:lvl2pPr>
          </a:lstStyle>
          <a:p>
            <a:pPr lvl="0"/>
            <a:r>
              <a:rPr lang="en-US"/>
              <a:t>Lorem ipsum dolor sit amet, consectetur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vestibulum, dui.</a:t>
            </a:r>
          </a:p>
        </p:txBody>
      </p:sp>
      <p:sp>
        <p:nvSpPr>
          <p:cNvPr id="50" name="Text Placeholder 47">
            <a:extLst>
              <a:ext uri="{FF2B5EF4-FFF2-40B4-BE49-F238E27FC236}">
                <a16:creationId xmlns:a16="http://schemas.microsoft.com/office/drawing/2014/main" id="{675E6B5A-F920-FAA3-E91E-BD3637622D57}"/>
              </a:ext>
            </a:extLst>
          </p:cNvPr>
          <p:cNvSpPr>
            <a:spLocks noGrp="1"/>
          </p:cNvSpPr>
          <p:nvPr>
            <p:ph type="body" sz="quarter" idx="27" hasCustomPrompt="1"/>
          </p:nvPr>
        </p:nvSpPr>
        <p:spPr>
          <a:xfrm>
            <a:off x="7010400" y="4548355"/>
            <a:ext cx="3277205" cy="402336"/>
          </a:xfrm>
        </p:spPr>
        <p:txBody>
          <a:bodyPr anchor="ctr"/>
          <a:lstStyle>
            <a:lvl1pPr marL="0" indent="0" algn="ctr">
              <a:lnSpc>
                <a:spcPct val="100000"/>
              </a:lnSpc>
              <a:buNone/>
              <a:defRPr sz="2000" b="0" i="0">
                <a:solidFill>
                  <a:schemeClr val="bg1"/>
                </a:solidFill>
                <a:latin typeface="Franklin Gothic Medium" panose="020B0603020102020204" pitchFamily="34" charset="0"/>
              </a:defRPr>
            </a:lvl1pPr>
            <a:lvl2pPr marL="239712" indent="0">
              <a:buNone/>
              <a:defRPr sz="1200"/>
            </a:lvl2pPr>
          </a:lstStyle>
          <a:p>
            <a:pPr lvl="0"/>
            <a:r>
              <a:rPr lang="en-US"/>
              <a:t>Title Here</a:t>
            </a:r>
          </a:p>
        </p:txBody>
      </p:sp>
      <p:sp>
        <p:nvSpPr>
          <p:cNvPr id="52" name="Text Placeholder 47">
            <a:extLst>
              <a:ext uri="{FF2B5EF4-FFF2-40B4-BE49-F238E27FC236}">
                <a16:creationId xmlns:a16="http://schemas.microsoft.com/office/drawing/2014/main" id="{92CB389A-C748-698A-D67E-5783F4DF8AC9}"/>
              </a:ext>
            </a:extLst>
          </p:cNvPr>
          <p:cNvSpPr>
            <a:spLocks noGrp="1"/>
          </p:cNvSpPr>
          <p:nvPr>
            <p:ph type="body" sz="quarter" idx="28" hasCustomPrompt="1"/>
          </p:nvPr>
        </p:nvSpPr>
        <p:spPr>
          <a:xfrm>
            <a:off x="6906682" y="3581400"/>
            <a:ext cx="1528840" cy="402336"/>
          </a:xfrm>
        </p:spPr>
        <p:txBody>
          <a:bodyPr anchor="ctr"/>
          <a:lstStyle>
            <a:lvl1pPr marL="0" indent="0" algn="ctr">
              <a:lnSpc>
                <a:spcPct val="100000"/>
              </a:lnSpc>
              <a:buNone/>
              <a:defRPr sz="20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Tree>
    <p:extLst>
      <p:ext uri="{BB962C8B-B14F-4D97-AF65-F5344CB8AC3E}">
        <p14:creationId xmlns:p14="http://schemas.microsoft.com/office/powerpoint/2010/main" val="130932329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_Title_Content_White">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3419475"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026D8BD6-9828-7A47-883D-E86FAC90F0F6}"/>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EF8D6C47-4F24-294F-AD4E-49AE68CE9D0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5ED918B2-DF70-E64E-BC9E-7B9A74283A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E0EC8DBC-201D-B44A-8F91-EFA72C61D247}"/>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FFB5CA89-8729-3D4A-B8E9-12B9E4D915E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39915B2B-2D62-0A48-B633-5C7346FB029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9" name="Subtitle 2">
            <a:extLst>
              <a:ext uri="{FF2B5EF4-FFF2-40B4-BE49-F238E27FC236}">
                <a16:creationId xmlns:a16="http://schemas.microsoft.com/office/drawing/2014/main" id="{BDB3D6A1-5F7E-6C84-BBC1-9194E3389BC9}"/>
              </a:ext>
            </a:extLst>
          </p:cNvPr>
          <p:cNvSpPr>
            <a:spLocks noGrp="1"/>
          </p:cNvSpPr>
          <p:nvPr>
            <p:ph type="subTitle" idx="1" hasCustomPrompt="1"/>
          </p:nvPr>
        </p:nvSpPr>
        <p:spPr>
          <a:xfrm>
            <a:off x="454025" y="1155700"/>
            <a:ext cx="341741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32" name="Content Placeholder 2">
            <a:extLst>
              <a:ext uri="{FF2B5EF4-FFF2-40B4-BE49-F238E27FC236}">
                <a16:creationId xmlns:a16="http://schemas.microsoft.com/office/drawing/2014/main" id="{58ECA327-9F43-8183-B20F-1EB0D55D23CA}"/>
              </a:ext>
            </a:extLst>
          </p:cNvPr>
          <p:cNvSpPr>
            <a:spLocks noGrp="1"/>
          </p:cNvSpPr>
          <p:nvPr>
            <p:ph sz="quarter" idx="15"/>
          </p:nvPr>
        </p:nvSpPr>
        <p:spPr>
          <a:xfrm>
            <a:off x="454025" y="2011680"/>
            <a:ext cx="341741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309BF6F9-E114-6C42-23BD-D7F4A6598B22}"/>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F29D045D-42D1-7753-B600-2A9E8AA8BA80}"/>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1" name="Graphic 62">
            <a:extLst>
              <a:ext uri="{FF2B5EF4-FFF2-40B4-BE49-F238E27FC236}">
                <a16:creationId xmlns:a16="http://schemas.microsoft.com/office/drawing/2014/main" id="{94F594C2-C000-5574-C817-E0626BA4CACF}"/>
              </a:ext>
            </a:extLst>
          </p:cNvPr>
          <p:cNvGrpSpPr/>
          <p:nvPr userDrawn="1"/>
        </p:nvGrpSpPr>
        <p:grpSpPr>
          <a:xfrm>
            <a:off x="11389259" y="459884"/>
            <a:ext cx="352694" cy="349203"/>
            <a:chOff x="10767269" y="208371"/>
            <a:chExt cx="182844" cy="181034"/>
          </a:xfrm>
        </p:grpSpPr>
        <p:sp>
          <p:nvSpPr>
            <p:cNvPr id="22" name="Freeform 21">
              <a:extLst>
                <a:ext uri="{FF2B5EF4-FFF2-40B4-BE49-F238E27FC236}">
                  <a16:creationId xmlns:a16="http://schemas.microsoft.com/office/drawing/2014/main" id="{A58785F5-98C7-BAB9-3545-981669E73711}"/>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19D99A9F-5712-4E65-1A1D-5416686A16C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87BDAE2E-3864-096F-3805-928863884F80}"/>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5" name="Freeform 24">
              <a:extLst>
                <a:ext uri="{FF2B5EF4-FFF2-40B4-BE49-F238E27FC236}">
                  <a16:creationId xmlns:a16="http://schemas.microsoft.com/office/drawing/2014/main" id="{10CBCCD2-BCA5-385E-1754-6FEC600EB45B}"/>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48A0B4BB-A578-D013-193A-45AC80913485}"/>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3" name="Slide Number Placeholder 5">
            <a:extLst>
              <a:ext uri="{FF2B5EF4-FFF2-40B4-BE49-F238E27FC236}">
                <a16:creationId xmlns:a16="http://schemas.microsoft.com/office/drawing/2014/main" id="{ED87E951-EA79-CBCB-C78C-12AA83A579C4}"/>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
        <p:nvSpPr>
          <p:cNvPr id="30" name="Freeform 29">
            <a:extLst>
              <a:ext uri="{FF2B5EF4-FFF2-40B4-BE49-F238E27FC236}">
                <a16:creationId xmlns:a16="http://schemas.microsoft.com/office/drawing/2014/main" id="{8C3E1F4A-516D-1078-96B4-5CB3EA13CCE4}"/>
              </a:ext>
            </a:extLst>
          </p:cNvPr>
          <p:cNvSpPr/>
          <p:nvPr userDrawn="1"/>
        </p:nvSpPr>
        <p:spPr>
          <a:xfrm>
            <a:off x="6698759" y="2438399"/>
            <a:ext cx="1528569" cy="1227534"/>
          </a:xfrm>
          <a:custGeom>
            <a:avLst/>
            <a:gdLst>
              <a:gd name="connsiteX0" fmla="*/ 318894 w 1528569"/>
              <a:gd name="connsiteY0" fmla="*/ 0 h 1227534"/>
              <a:gd name="connsiteX1" fmla="*/ 1477347 w 1528569"/>
              <a:gd name="connsiteY1" fmla="*/ 479847 h 1227534"/>
              <a:gd name="connsiteX2" fmla="*/ 1528569 w 1528569"/>
              <a:gd name="connsiteY2" fmla="*/ 536205 h 1227534"/>
              <a:gd name="connsiteX3" fmla="*/ 1474052 w 1528569"/>
              <a:gd name="connsiteY3" fmla="*/ 596189 h 1227534"/>
              <a:gd name="connsiteX4" fmla="*/ 1173599 w 1528569"/>
              <a:gd name="connsiteY4" fmla="*/ 1151120 h 1227534"/>
              <a:gd name="connsiteX5" fmla="*/ 1153950 w 1528569"/>
              <a:gd name="connsiteY5" fmla="*/ 1227534 h 1227534"/>
              <a:gd name="connsiteX6" fmla="*/ 1104679 w 1528569"/>
              <a:gd name="connsiteY6" fmla="*/ 1214865 h 1227534"/>
              <a:gd name="connsiteX7" fmla="*/ 27214 w 1528569"/>
              <a:gd name="connsiteY7" fmla="*/ 137400 h 1227534"/>
              <a:gd name="connsiteX8" fmla="*/ 0 w 1528569"/>
              <a:gd name="connsiteY8" fmla="*/ 31562 h 1227534"/>
              <a:gd name="connsiteX9" fmla="*/ 151387 w 1528569"/>
              <a:gd name="connsiteY9" fmla="*/ 8458 h 1227534"/>
              <a:gd name="connsiteX10" fmla="*/ 318894 w 1528569"/>
              <a:gd name="connsiteY10" fmla="*/ 0 h 1227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28569" h="1227534">
                <a:moveTo>
                  <a:pt x="318894" y="0"/>
                </a:moveTo>
                <a:cubicBezTo>
                  <a:pt x="771298" y="0"/>
                  <a:pt x="1180873" y="183373"/>
                  <a:pt x="1477347" y="479847"/>
                </a:cubicBezTo>
                <a:lnTo>
                  <a:pt x="1528569" y="536205"/>
                </a:lnTo>
                <a:lnTo>
                  <a:pt x="1474052" y="596189"/>
                </a:lnTo>
                <a:cubicBezTo>
                  <a:pt x="1340502" y="758015"/>
                  <a:pt x="1237423" y="945920"/>
                  <a:pt x="1173599" y="1151120"/>
                </a:cubicBezTo>
                <a:lnTo>
                  <a:pt x="1153950" y="1227534"/>
                </a:lnTo>
                <a:lnTo>
                  <a:pt x="1104679" y="1214865"/>
                </a:lnTo>
                <a:cubicBezTo>
                  <a:pt x="591678" y="1055306"/>
                  <a:pt x="186773" y="650401"/>
                  <a:pt x="27214" y="137400"/>
                </a:cubicBezTo>
                <a:lnTo>
                  <a:pt x="0" y="31562"/>
                </a:lnTo>
                <a:lnTo>
                  <a:pt x="151387" y="8458"/>
                </a:lnTo>
                <a:cubicBezTo>
                  <a:pt x="206462" y="2865"/>
                  <a:pt x="262344" y="0"/>
                  <a:pt x="318894" y="0"/>
                </a:cubicBezTo>
                <a:close/>
              </a:path>
            </a:pathLst>
          </a:custGeom>
          <a:solidFill>
            <a:schemeClr val="bg2">
              <a:lumMod val="90000"/>
            </a:schemeClr>
          </a:solidFill>
          <a:ln w="25400">
            <a:solidFill>
              <a:schemeClr val="lt1">
                <a:hueOff val="0"/>
                <a:satOff val="0"/>
                <a:lumOff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30">
            <a:extLst>
              <a:ext uri="{FF2B5EF4-FFF2-40B4-BE49-F238E27FC236}">
                <a16:creationId xmlns:a16="http://schemas.microsoft.com/office/drawing/2014/main" id="{57D13563-9624-D464-A9BA-11143ADA01B3}"/>
              </a:ext>
            </a:extLst>
          </p:cNvPr>
          <p:cNvSpPr/>
          <p:nvPr userDrawn="1"/>
        </p:nvSpPr>
        <p:spPr>
          <a:xfrm>
            <a:off x="8227328" y="2438399"/>
            <a:ext cx="1647585" cy="1256958"/>
          </a:xfrm>
          <a:custGeom>
            <a:avLst/>
            <a:gdLst>
              <a:gd name="connsiteX0" fmla="*/ 1209675 w 1647585"/>
              <a:gd name="connsiteY0" fmla="*/ 0 h 1256958"/>
              <a:gd name="connsiteX1" fmla="*/ 1539851 w 1647585"/>
              <a:gd name="connsiteY1" fmla="*/ 33284 h 1256958"/>
              <a:gd name="connsiteX2" fmla="*/ 1647585 w 1647585"/>
              <a:gd name="connsiteY2" fmla="*/ 60986 h 1256958"/>
              <a:gd name="connsiteX3" fmla="*/ 1627935 w 1647585"/>
              <a:gd name="connsiteY3" fmla="*/ 137400 h 1256958"/>
              <a:gd name="connsiteX4" fmla="*/ 393465 w 1647585"/>
              <a:gd name="connsiteY4" fmla="*/ 1255236 h 1256958"/>
              <a:gd name="connsiteX5" fmla="*/ 382185 w 1647585"/>
              <a:gd name="connsiteY5" fmla="*/ 1256958 h 1256958"/>
              <a:gd name="connsiteX6" fmla="*/ 354970 w 1647585"/>
              <a:gd name="connsiteY6" fmla="*/ 1151120 h 1256958"/>
              <a:gd name="connsiteX7" fmla="*/ 54517 w 1647585"/>
              <a:gd name="connsiteY7" fmla="*/ 596189 h 1256958"/>
              <a:gd name="connsiteX8" fmla="*/ 0 w 1647585"/>
              <a:gd name="connsiteY8" fmla="*/ 536205 h 1256958"/>
              <a:gd name="connsiteX9" fmla="*/ 51222 w 1647585"/>
              <a:gd name="connsiteY9" fmla="*/ 479847 h 1256958"/>
              <a:gd name="connsiteX10" fmla="*/ 1209675 w 1647585"/>
              <a:gd name="connsiteY10" fmla="*/ 0 h 1256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47585" h="1256958">
                <a:moveTo>
                  <a:pt x="1209675" y="0"/>
                </a:moveTo>
                <a:cubicBezTo>
                  <a:pt x="1322775" y="0"/>
                  <a:pt x="1433201" y="11461"/>
                  <a:pt x="1539851" y="33284"/>
                </a:cubicBezTo>
                <a:lnTo>
                  <a:pt x="1647585" y="60986"/>
                </a:lnTo>
                <a:lnTo>
                  <a:pt x="1627935" y="137400"/>
                </a:lnTo>
                <a:cubicBezTo>
                  <a:pt x="1452421" y="701701"/>
                  <a:pt x="980037" y="1135206"/>
                  <a:pt x="393465" y="1255236"/>
                </a:cubicBezTo>
                <a:lnTo>
                  <a:pt x="382185" y="1256958"/>
                </a:lnTo>
                <a:lnTo>
                  <a:pt x="354970" y="1151120"/>
                </a:lnTo>
                <a:cubicBezTo>
                  <a:pt x="291146" y="945920"/>
                  <a:pt x="188067" y="758015"/>
                  <a:pt x="54517" y="596189"/>
                </a:cubicBezTo>
                <a:lnTo>
                  <a:pt x="0" y="536205"/>
                </a:lnTo>
                <a:lnTo>
                  <a:pt x="51222" y="479847"/>
                </a:lnTo>
                <a:cubicBezTo>
                  <a:pt x="347696" y="183373"/>
                  <a:pt x="757271" y="0"/>
                  <a:pt x="1209675" y="0"/>
                </a:cubicBezTo>
                <a:close/>
              </a:path>
            </a:pathLst>
          </a:custGeom>
          <a:solidFill>
            <a:schemeClr val="bg2">
              <a:lumMod val="90000"/>
            </a:schemeClr>
          </a:solidFill>
          <a:ln w="25400">
            <a:solidFill>
              <a:schemeClr val="lt1">
                <a:hueOff val="0"/>
                <a:satOff val="0"/>
                <a:lumOff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37">
            <a:extLst>
              <a:ext uri="{FF2B5EF4-FFF2-40B4-BE49-F238E27FC236}">
                <a16:creationId xmlns:a16="http://schemas.microsoft.com/office/drawing/2014/main" id="{B3ECFABB-C93C-744B-149E-62C2ECA34C50}"/>
              </a:ext>
            </a:extLst>
          </p:cNvPr>
          <p:cNvSpPr/>
          <p:nvPr userDrawn="1"/>
        </p:nvSpPr>
        <p:spPr>
          <a:xfrm>
            <a:off x="7798702" y="3665934"/>
            <a:ext cx="857250" cy="1512861"/>
          </a:xfrm>
          <a:custGeom>
            <a:avLst/>
            <a:gdLst>
              <a:gd name="connsiteX0" fmla="*/ 54006 w 857250"/>
              <a:gd name="connsiteY0" fmla="*/ 0 h 1512861"/>
              <a:gd name="connsiteX1" fmla="*/ 161740 w 857250"/>
              <a:gd name="connsiteY1" fmla="*/ 27702 h 1512861"/>
              <a:gd name="connsiteX2" fmla="*/ 491915 w 857250"/>
              <a:gd name="connsiteY2" fmla="*/ 60986 h 1512861"/>
              <a:gd name="connsiteX3" fmla="*/ 659422 w 857250"/>
              <a:gd name="connsiteY3" fmla="*/ 52528 h 1512861"/>
              <a:gd name="connsiteX4" fmla="*/ 810810 w 857250"/>
              <a:gd name="connsiteY4" fmla="*/ 29424 h 1512861"/>
              <a:gd name="connsiteX5" fmla="*/ 823966 w 857250"/>
              <a:gd name="connsiteY5" fmla="*/ 80591 h 1512861"/>
              <a:gd name="connsiteX6" fmla="*/ 857250 w 857250"/>
              <a:gd name="connsiteY6" fmla="*/ 410766 h 1512861"/>
              <a:gd name="connsiteX7" fmla="*/ 483142 w 857250"/>
              <a:gd name="connsiteY7" fmla="*/ 1452877 h 1512861"/>
              <a:gd name="connsiteX8" fmla="*/ 428625 w 857250"/>
              <a:gd name="connsiteY8" fmla="*/ 1512861 h 1512861"/>
              <a:gd name="connsiteX9" fmla="*/ 374108 w 857250"/>
              <a:gd name="connsiteY9" fmla="*/ 1452877 h 1512861"/>
              <a:gd name="connsiteX10" fmla="*/ 0 w 857250"/>
              <a:gd name="connsiteY10" fmla="*/ 410766 h 1512861"/>
              <a:gd name="connsiteX11" fmla="*/ 33284 w 857250"/>
              <a:gd name="connsiteY11" fmla="*/ 80591 h 1512861"/>
              <a:gd name="connsiteX12" fmla="*/ 54006 w 857250"/>
              <a:gd name="connsiteY12" fmla="*/ 0 h 1512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57250" h="1512861">
                <a:moveTo>
                  <a:pt x="54006" y="0"/>
                </a:moveTo>
                <a:lnTo>
                  <a:pt x="161740" y="27702"/>
                </a:lnTo>
                <a:cubicBezTo>
                  <a:pt x="268390" y="49525"/>
                  <a:pt x="378814" y="60986"/>
                  <a:pt x="491915" y="60986"/>
                </a:cubicBezTo>
                <a:cubicBezTo>
                  <a:pt x="548466" y="60986"/>
                  <a:pt x="604347" y="58121"/>
                  <a:pt x="659422" y="52528"/>
                </a:cubicBezTo>
                <a:lnTo>
                  <a:pt x="810810" y="29424"/>
                </a:lnTo>
                <a:lnTo>
                  <a:pt x="823966" y="80591"/>
                </a:lnTo>
                <a:cubicBezTo>
                  <a:pt x="845790" y="187241"/>
                  <a:pt x="857250" y="297665"/>
                  <a:pt x="857250" y="410766"/>
                </a:cubicBezTo>
                <a:cubicBezTo>
                  <a:pt x="857250" y="806620"/>
                  <a:pt x="716855" y="1169682"/>
                  <a:pt x="483142" y="1452877"/>
                </a:cubicBezTo>
                <a:lnTo>
                  <a:pt x="428625" y="1512861"/>
                </a:lnTo>
                <a:lnTo>
                  <a:pt x="374108" y="1452877"/>
                </a:lnTo>
                <a:cubicBezTo>
                  <a:pt x="140395" y="1169682"/>
                  <a:pt x="0" y="806620"/>
                  <a:pt x="0" y="410766"/>
                </a:cubicBezTo>
                <a:cubicBezTo>
                  <a:pt x="0" y="297665"/>
                  <a:pt x="11461" y="187241"/>
                  <a:pt x="33284" y="80591"/>
                </a:cubicBezTo>
                <a:lnTo>
                  <a:pt x="54006" y="0"/>
                </a:lnTo>
                <a:close/>
              </a:path>
            </a:pathLst>
          </a:custGeom>
          <a:solidFill>
            <a:schemeClr val="bg2">
              <a:lumMod val="90000"/>
            </a:schemeClr>
          </a:solidFill>
          <a:ln w="25400">
            <a:solidFill>
              <a:schemeClr val="lt1">
                <a:hueOff val="0"/>
                <a:satOff val="0"/>
                <a:lumOff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38">
            <a:extLst>
              <a:ext uri="{FF2B5EF4-FFF2-40B4-BE49-F238E27FC236}">
                <a16:creationId xmlns:a16="http://schemas.microsoft.com/office/drawing/2014/main" id="{B5C2218A-A551-6B14-C6A0-88F0B8A680C2}"/>
              </a:ext>
            </a:extLst>
          </p:cNvPr>
          <p:cNvSpPr/>
          <p:nvPr userDrawn="1"/>
        </p:nvSpPr>
        <p:spPr>
          <a:xfrm>
            <a:off x="6652317" y="450320"/>
            <a:ext cx="3276601" cy="2524285"/>
          </a:xfrm>
          <a:custGeom>
            <a:avLst/>
            <a:gdLst>
              <a:gd name="connsiteX0" fmla="*/ 1638300 w 3276601"/>
              <a:gd name="connsiteY0" fmla="*/ 0 h 2524285"/>
              <a:gd name="connsiteX1" fmla="*/ 3276601 w 3276601"/>
              <a:gd name="connsiteY1" fmla="*/ 1638300 h 2524285"/>
              <a:gd name="connsiteX2" fmla="*/ 3243317 w 3276601"/>
              <a:gd name="connsiteY2" fmla="*/ 1968475 h 2524285"/>
              <a:gd name="connsiteX3" fmla="*/ 3222595 w 3276601"/>
              <a:gd name="connsiteY3" fmla="*/ 2049066 h 2524285"/>
              <a:gd name="connsiteX4" fmla="*/ 3114861 w 3276601"/>
              <a:gd name="connsiteY4" fmla="*/ 2021364 h 2524285"/>
              <a:gd name="connsiteX5" fmla="*/ 2784685 w 3276601"/>
              <a:gd name="connsiteY5" fmla="*/ 1988080 h 2524285"/>
              <a:gd name="connsiteX6" fmla="*/ 1626232 w 3276601"/>
              <a:gd name="connsiteY6" fmla="*/ 2467927 h 2524285"/>
              <a:gd name="connsiteX7" fmla="*/ 1575010 w 3276601"/>
              <a:gd name="connsiteY7" fmla="*/ 2524285 h 2524285"/>
              <a:gd name="connsiteX8" fmla="*/ 1523788 w 3276601"/>
              <a:gd name="connsiteY8" fmla="*/ 2467927 h 2524285"/>
              <a:gd name="connsiteX9" fmla="*/ 365335 w 3276601"/>
              <a:gd name="connsiteY9" fmla="*/ 1988080 h 2524285"/>
              <a:gd name="connsiteX10" fmla="*/ 197828 w 3276601"/>
              <a:gd name="connsiteY10" fmla="*/ 1996538 h 2524285"/>
              <a:gd name="connsiteX11" fmla="*/ 46441 w 3276601"/>
              <a:gd name="connsiteY11" fmla="*/ 2019642 h 2524285"/>
              <a:gd name="connsiteX12" fmla="*/ 33284 w 3276601"/>
              <a:gd name="connsiteY12" fmla="*/ 1968475 h 2524285"/>
              <a:gd name="connsiteX13" fmla="*/ 0 w 3276601"/>
              <a:gd name="connsiteY13" fmla="*/ 1638300 h 2524285"/>
              <a:gd name="connsiteX14" fmla="*/ 1638300 w 3276601"/>
              <a:gd name="connsiteY14" fmla="*/ 0 h 2524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276601" h="2524285">
                <a:moveTo>
                  <a:pt x="1638300" y="0"/>
                </a:moveTo>
                <a:cubicBezTo>
                  <a:pt x="2543109" y="0"/>
                  <a:pt x="3276601" y="733492"/>
                  <a:pt x="3276601" y="1638300"/>
                </a:cubicBezTo>
                <a:cubicBezTo>
                  <a:pt x="3276601" y="1751401"/>
                  <a:pt x="3265141" y="1861825"/>
                  <a:pt x="3243317" y="1968475"/>
                </a:cubicBezTo>
                <a:lnTo>
                  <a:pt x="3222595" y="2049066"/>
                </a:lnTo>
                <a:lnTo>
                  <a:pt x="3114861" y="2021364"/>
                </a:lnTo>
                <a:cubicBezTo>
                  <a:pt x="3008211" y="1999541"/>
                  <a:pt x="2897785" y="1988080"/>
                  <a:pt x="2784685" y="1988080"/>
                </a:cubicBezTo>
                <a:cubicBezTo>
                  <a:pt x="2332281" y="1988080"/>
                  <a:pt x="1922706" y="2171453"/>
                  <a:pt x="1626232" y="2467927"/>
                </a:cubicBezTo>
                <a:lnTo>
                  <a:pt x="1575010" y="2524285"/>
                </a:lnTo>
                <a:lnTo>
                  <a:pt x="1523788" y="2467927"/>
                </a:lnTo>
                <a:cubicBezTo>
                  <a:pt x="1227314" y="2171453"/>
                  <a:pt x="817739" y="1988080"/>
                  <a:pt x="365335" y="1988080"/>
                </a:cubicBezTo>
                <a:cubicBezTo>
                  <a:pt x="308785" y="1988080"/>
                  <a:pt x="252903" y="1990945"/>
                  <a:pt x="197828" y="1996538"/>
                </a:cubicBezTo>
                <a:lnTo>
                  <a:pt x="46441" y="2019642"/>
                </a:lnTo>
                <a:lnTo>
                  <a:pt x="33284" y="1968475"/>
                </a:lnTo>
                <a:cubicBezTo>
                  <a:pt x="11461" y="1861825"/>
                  <a:pt x="0" y="1751401"/>
                  <a:pt x="0" y="1638300"/>
                </a:cubicBezTo>
                <a:cubicBezTo>
                  <a:pt x="0" y="733492"/>
                  <a:pt x="733492" y="0"/>
                  <a:pt x="1638300" y="0"/>
                </a:cubicBezTo>
                <a:close/>
              </a:path>
            </a:pathLst>
          </a:custGeom>
          <a:solidFill>
            <a:schemeClr val="accent2"/>
          </a:solidFill>
          <a:ln w="25400">
            <a:solidFill>
              <a:schemeClr val="lt1">
                <a:hueOff val="0"/>
                <a:satOff val="0"/>
                <a:lumOff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39">
            <a:extLst>
              <a:ext uri="{FF2B5EF4-FFF2-40B4-BE49-F238E27FC236}">
                <a16:creationId xmlns:a16="http://schemas.microsoft.com/office/drawing/2014/main" id="{713E3268-8E9F-0320-52E8-8A624023884A}"/>
              </a:ext>
            </a:extLst>
          </p:cNvPr>
          <p:cNvSpPr/>
          <p:nvPr userDrawn="1"/>
        </p:nvSpPr>
        <p:spPr>
          <a:xfrm>
            <a:off x="5379353" y="2469961"/>
            <a:ext cx="2847975" cy="3245038"/>
          </a:xfrm>
          <a:custGeom>
            <a:avLst/>
            <a:gdLst>
              <a:gd name="connsiteX0" fmla="*/ 1319406 w 2847975"/>
              <a:gd name="connsiteY0" fmla="*/ 0 h 3245038"/>
              <a:gd name="connsiteX1" fmla="*/ 1346620 w 2847975"/>
              <a:gd name="connsiteY1" fmla="*/ 105838 h 3245038"/>
              <a:gd name="connsiteX2" fmla="*/ 2424085 w 2847975"/>
              <a:gd name="connsiteY2" fmla="*/ 1183303 h 3245038"/>
              <a:gd name="connsiteX3" fmla="*/ 2473356 w 2847975"/>
              <a:gd name="connsiteY3" fmla="*/ 1195972 h 3245038"/>
              <a:gd name="connsiteX4" fmla="*/ 2452634 w 2847975"/>
              <a:gd name="connsiteY4" fmla="*/ 1276563 h 3245038"/>
              <a:gd name="connsiteX5" fmla="*/ 2419350 w 2847975"/>
              <a:gd name="connsiteY5" fmla="*/ 1606738 h 3245038"/>
              <a:gd name="connsiteX6" fmla="*/ 2793458 w 2847975"/>
              <a:gd name="connsiteY6" fmla="*/ 2648849 h 3245038"/>
              <a:gd name="connsiteX7" fmla="*/ 2847975 w 2847975"/>
              <a:gd name="connsiteY7" fmla="*/ 2708833 h 3245038"/>
              <a:gd name="connsiteX8" fmla="*/ 2796753 w 2847975"/>
              <a:gd name="connsiteY8" fmla="*/ 2765191 h 3245038"/>
              <a:gd name="connsiteX9" fmla="*/ 1638300 w 2847975"/>
              <a:gd name="connsiteY9" fmla="*/ 3245038 h 3245038"/>
              <a:gd name="connsiteX10" fmla="*/ 0 w 2847975"/>
              <a:gd name="connsiteY10" fmla="*/ 1606738 h 3245038"/>
              <a:gd name="connsiteX11" fmla="*/ 1308125 w 2847975"/>
              <a:gd name="connsiteY11" fmla="*/ 1722 h 3245038"/>
              <a:gd name="connsiteX12" fmla="*/ 1319406 w 2847975"/>
              <a:gd name="connsiteY12" fmla="*/ 0 h 3245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47975" h="3245038">
                <a:moveTo>
                  <a:pt x="1319406" y="0"/>
                </a:moveTo>
                <a:lnTo>
                  <a:pt x="1346620" y="105838"/>
                </a:lnTo>
                <a:cubicBezTo>
                  <a:pt x="1506179" y="618839"/>
                  <a:pt x="1911084" y="1023744"/>
                  <a:pt x="2424085" y="1183303"/>
                </a:cubicBezTo>
                <a:lnTo>
                  <a:pt x="2473356" y="1195972"/>
                </a:lnTo>
                <a:lnTo>
                  <a:pt x="2452634" y="1276563"/>
                </a:lnTo>
                <a:cubicBezTo>
                  <a:pt x="2430811" y="1383213"/>
                  <a:pt x="2419350" y="1493637"/>
                  <a:pt x="2419350" y="1606738"/>
                </a:cubicBezTo>
                <a:cubicBezTo>
                  <a:pt x="2419350" y="2002592"/>
                  <a:pt x="2559745" y="2365654"/>
                  <a:pt x="2793458" y="2648849"/>
                </a:cubicBezTo>
                <a:lnTo>
                  <a:pt x="2847975" y="2708833"/>
                </a:lnTo>
                <a:lnTo>
                  <a:pt x="2796753" y="2765191"/>
                </a:lnTo>
                <a:cubicBezTo>
                  <a:pt x="2500279" y="3061665"/>
                  <a:pt x="2090704" y="3245038"/>
                  <a:pt x="1638300" y="3245038"/>
                </a:cubicBezTo>
                <a:cubicBezTo>
                  <a:pt x="733492" y="3245038"/>
                  <a:pt x="0" y="2511546"/>
                  <a:pt x="0" y="1606738"/>
                </a:cubicBezTo>
                <a:cubicBezTo>
                  <a:pt x="0" y="815031"/>
                  <a:pt x="561580" y="154488"/>
                  <a:pt x="1308125" y="1722"/>
                </a:cubicBezTo>
                <a:lnTo>
                  <a:pt x="1319406" y="0"/>
                </a:lnTo>
                <a:close/>
              </a:path>
            </a:pathLst>
          </a:custGeom>
          <a:solidFill>
            <a:schemeClr val="accent3">
              <a:lumMod val="90000"/>
            </a:schemeClr>
          </a:solidFill>
          <a:ln w="25400">
            <a:solidFill>
              <a:schemeClr val="lt1">
                <a:hueOff val="0"/>
                <a:satOff val="0"/>
                <a:lumOff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40">
            <a:extLst>
              <a:ext uri="{FF2B5EF4-FFF2-40B4-BE49-F238E27FC236}">
                <a16:creationId xmlns:a16="http://schemas.microsoft.com/office/drawing/2014/main" id="{8B407A45-E3E4-69EA-D13D-AC9E2614FFC9}"/>
              </a:ext>
            </a:extLst>
          </p:cNvPr>
          <p:cNvSpPr/>
          <p:nvPr userDrawn="1"/>
        </p:nvSpPr>
        <p:spPr>
          <a:xfrm>
            <a:off x="8227328" y="2499385"/>
            <a:ext cx="2847975" cy="3215614"/>
          </a:xfrm>
          <a:custGeom>
            <a:avLst/>
            <a:gdLst>
              <a:gd name="connsiteX0" fmla="*/ 1647585 w 2847975"/>
              <a:gd name="connsiteY0" fmla="*/ 0 h 3215614"/>
              <a:gd name="connsiteX1" fmla="*/ 1696855 w 2847975"/>
              <a:gd name="connsiteY1" fmla="*/ 12669 h 3215614"/>
              <a:gd name="connsiteX2" fmla="*/ 2847975 w 2847975"/>
              <a:gd name="connsiteY2" fmla="*/ 1577314 h 3215614"/>
              <a:gd name="connsiteX3" fmla="*/ 1209675 w 2847975"/>
              <a:gd name="connsiteY3" fmla="*/ 3215614 h 3215614"/>
              <a:gd name="connsiteX4" fmla="*/ 51222 w 2847975"/>
              <a:gd name="connsiteY4" fmla="*/ 2735767 h 3215614"/>
              <a:gd name="connsiteX5" fmla="*/ 0 w 2847975"/>
              <a:gd name="connsiteY5" fmla="*/ 2679409 h 3215614"/>
              <a:gd name="connsiteX6" fmla="*/ 54517 w 2847975"/>
              <a:gd name="connsiteY6" fmla="*/ 2619425 h 3215614"/>
              <a:gd name="connsiteX7" fmla="*/ 428625 w 2847975"/>
              <a:gd name="connsiteY7" fmla="*/ 1577314 h 3215614"/>
              <a:gd name="connsiteX8" fmla="*/ 395341 w 2847975"/>
              <a:gd name="connsiteY8" fmla="*/ 1247139 h 3215614"/>
              <a:gd name="connsiteX9" fmla="*/ 382185 w 2847975"/>
              <a:gd name="connsiteY9" fmla="*/ 1195972 h 3215614"/>
              <a:gd name="connsiteX10" fmla="*/ 393465 w 2847975"/>
              <a:gd name="connsiteY10" fmla="*/ 1194250 h 3215614"/>
              <a:gd name="connsiteX11" fmla="*/ 1627935 w 2847975"/>
              <a:gd name="connsiteY11" fmla="*/ 76414 h 3215614"/>
              <a:gd name="connsiteX12" fmla="*/ 1647585 w 2847975"/>
              <a:gd name="connsiteY12" fmla="*/ 0 h 3215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47975" h="3215614">
                <a:moveTo>
                  <a:pt x="1647585" y="0"/>
                </a:moveTo>
                <a:lnTo>
                  <a:pt x="1696855" y="12669"/>
                </a:lnTo>
                <a:cubicBezTo>
                  <a:pt x="2363755" y="220096"/>
                  <a:pt x="2847975" y="842158"/>
                  <a:pt x="2847975" y="1577314"/>
                </a:cubicBezTo>
                <a:cubicBezTo>
                  <a:pt x="2847975" y="2482122"/>
                  <a:pt x="2114483" y="3215614"/>
                  <a:pt x="1209675" y="3215614"/>
                </a:cubicBezTo>
                <a:cubicBezTo>
                  <a:pt x="757271" y="3215614"/>
                  <a:pt x="347696" y="3032241"/>
                  <a:pt x="51222" y="2735767"/>
                </a:cubicBezTo>
                <a:lnTo>
                  <a:pt x="0" y="2679409"/>
                </a:lnTo>
                <a:lnTo>
                  <a:pt x="54517" y="2619425"/>
                </a:lnTo>
                <a:cubicBezTo>
                  <a:pt x="288230" y="2336230"/>
                  <a:pt x="428625" y="1973168"/>
                  <a:pt x="428625" y="1577314"/>
                </a:cubicBezTo>
                <a:cubicBezTo>
                  <a:pt x="428625" y="1464213"/>
                  <a:pt x="417165" y="1353789"/>
                  <a:pt x="395341" y="1247139"/>
                </a:cubicBezTo>
                <a:lnTo>
                  <a:pt x="382185" y="1195972"/>
                </a:lnTo>
                <a:lnTo>
                  <a:pt x="393465" y="1194250"/>
                </a:lnTo>
                <a:cubicBezTo>
                  <a:pt x="980037" y="1074220"/>
                  <a:pt x="1452421" y="640715"/>
                  <a:pt x="1627935" y="76414"/>
                </a:cubicBezTo>
                <a:lnTo>
                  <a:pt x="1647585" y="0"/>
                </a:lnTo>
                <a:close/>
              </a:path>
            </a:pathLst>
          </a:custGeom>
          <a:ln w="25400">
            <a:solidFill>
              <a:schemeClr val="lt1">
                <a:hueOff val="0"/>
                <a:satOff val="0"/>
                <a:lumOff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 Placeholder 47">
            <a:extLst>
              <a:ext uri="{FF2B5EF4-FFF2-40B4-BE49-F238E27FC236}">
                <a16:creationId xmlns:a16="http://schemas.microsoft.com/office/drawing/2014/main" id="{713F92B5-FD8D-75FF-D4B4-E471D9EA1A64}"/>
              </a:ext>
            </a:extLst>
          </p:cNvPr>
          <p:cNvSpPr>
            <a:spLocks noGrp="1"/>
          </p:cNvSpPr>
          <p:nvPr>
            <p:ph type="body" sz="quarter" idx="22" hasCustomPrompt="1"/>
          </p:nvPr>
        </p:nvSpPr>
        <p:spPr>
          <a:xfrm>
            <a:off x="6936400" y="1512248"/>
            <a:ext cx="2708434" cy="521208"/>
          </a:xfrm>
        </p:spPr>
        <p:txBody>
          <a:bodyPr/>
          <a:lstStyle>
            <a:lvl1pPr marL="0" indent="0" algn="ctr">
              <a:lnSpc>
                <a:spcPct val="100000"/>
              </a:lnSpc>
              <a:buFont typeface="Wingdings" pitchFamily="2" charset="2"/>
              <a:buNone/>
              <a:defRPr sz="1400">
                <a:solidFill>
                  <a:schemeClr val="bg1"/>
                </a:solidFill>
              </a:defRPr>
            </a:lvl1pPr>
            <a:lvl2pPr marL="239712" indent="0">
              <a:buNone/>
              <a:defRPr sz="1200"/>
            </a:lvl2pPr>
          </a:lstStyle>
          <a:p>
            <a:pPr lvl="0"/>
            <a:r>
              <a:rPr lang="en-US"/>
              <a:t>Lorem ipsum dolor sit amet, consectetur </a:t>
            </a:r>
            <a:r>
              <a:rPr lang="en-US" err="1"/>
              <a:t>adipiscing</a:t>
            </a:r>
            <a:r>
              <a:rPr lang="en-US"/>
              <a:t> </a:t>
            </a:r>
            <a:r>
              <a:rPr lang="en-US" err="1"/>
              <a:t>elit</a:t>
            </a:r>
            <a:r>
              <a:rPr lang="en-US"/>
              <a:t>. </a:t>
            </a:r>
          </a:p>
          <a:p>
            <a:pPr lvl="0"/>
            <a:endParaRPr lang="en-US"/>
          </a:p>
        </p:txBody>
      </p:sp>
      <p:sp>
        <p:nvSpPr>
          <p:cNvPr id="59" name="Text Placeholder 47">
            <a:extLst>
              <a:ext uri="{FF2B5EF4-FFF2-40B4-BE49-F238E27FC236}">
                <a16:creationId xmlns:a16="http://schemas.microsoft.com/office/drawing/2014/main" id="{ACAA78DC-49AA-C4D7-8177-F085ECF7EDE6}"/>
              </a:ext>
            </a:extLst>
          </p:cNvPr>
          <p:cNvSpPr>
            <a:spLocks noGrp="1"/>
          </p:cNvSpPr>
          <p:nvPr>
            <p:ph type="body" sz="quarter" idx="25" hasCustomPrompt="1"/>
          </p:nvPr>
        </p:nvSpPr>
        <p:spPr>
          <a:xfrm>
            <a:off x="7059511" y="1106655"/>
            <a:ext cx="2462213" cy="402336"/>
          </a:xfrm>
        </p:spPr>
        <p:txBody>
          <a:bodyPr anchor="ctr"/>
          <a:lstStyle>
            <a:lvl1pPr marL="0" indent="0" algn="ctr">
              <a:lnSpc>
                <a:spcPct val="100000"/>
              </a:lnSpc>
              <a:buNone/>
              <a:defRPr sz="2000" b="0" i="0">
                <a:solidFill>
                  <a:schemeClr val="bg1"/>
                </a:solidFill>
                <a:latin typeface="Franklin Gothic Medium" panose="020B0603020102020204" pitchFamily="34" charset="0"/>
              </a:defRPr>
            </a:lvl1pPr>
            <a:lvl2pPr marL="239712" indent="0">
              <a:buNone/>
              <a:defRPr sz="1200"/>
            </a:lvl2pPr>
          </a:lstStyle>
          <a:p>
            <a:pPr lvl="0"/>
            <a:r>
              <a:rPr lang="en-US"/>
              <a:t>Title Here</a:t>
            </a:r>
          </a:p>
        </p:txBody>
      </p:sp>
      <p:sp>
        <p:nvSpPr>
          <p:cNvPr id="60" name="Text Placeholder 47">
            <a:extLst>
              <a:ext uri="{FF2B5EF4-FFF2-40B4-BE49-F238E27FC236}">
                <a16:creationId xmlns:a16="http://schemas.microsoft.com/office/drawing/2014/main" id="{435CA44F-B5CA-7611-5B6F-DBBBB55C7B7A}"/>
              </a:ext>
            </a:extLst>
          </p:cNvPr>
          <p:cNvSpPr>
            <a:spLocks noGrp="1"/>
          </p:cNvSpPr>
          <p:nvPr>
            <p:ph type="body" sz="quarter" idx="26" hasCustomPrompt="1"/>
          </p:nvPr>
        </p:nvSpPr>
        <p:spPr>
          <a:xfrm>
            <a:off x="8736315" y="4037793"/>
            <a:ext cx="2238375" cy="521208"/>
          </a:xfrm>
        </p:spPr>
        <p:txBody>
          <a:bodyPr/>
          <a:lstStyle>
            <a:lvl1pPr marL="0" indent="0" algn="ctr">
              <a:lnSpc>
                <a:spcPct val="100000"/>
              </a:lnSpc>
              <a:buFont typeface="Wingdings" pitchFamily="2" charset="2"/>
              <a:buNone/>
              <a:defRPr sz="1400">
                <a:solidFill>
                  <a:schemeClr val="bg1"/>
                </a:solidFill>
              </a:defRPr>
            </a:lvl1pPr>
            <a:lvl2pPr marL="239712" indent="0">
              <a:buNone/>
              <a:defRPr sz="1200"/>
            </a:lvl2pPr>
          </a:lstStyle>
          <a:p>
            <a:pPr lvl="0"/>
            <a:r>
              <a:rPr lang="en-US"/>
              <a:t>Lorem ipsum dolor sit amet, consectetur </a:t>
            </a:r>
            <a:r>
              <a:rPr lang="en-US" err="1"/>
              <a:t>adipiscing</a:t>
            </a:r>
            <a:r>
              <a:rPr lang="en-US"/>
              <a:t> </a:t>
            </a:r>
            <a:r>
              <a:rPr lang="en-US" err="1"/>
              <a:t>elit</a:t>
            </a:r>
            <a:r>
              <a:rPr lang="en-US"/>
              <a:t>. </a:t>
            </a:r>
          </a:p>
          <a:p>
            <a:pPr lvl="0"/>
            <a:endParaRPr lang="en-US"/>
          </a:p>
        </p:txBody>
      </p:sp>
      <p:sp>
        <p:nvSpPr>
          <p:cNvPr id="61" name="Text Placeholder 47">
            <a:extLst>
              <a:ext uri="{FF2B5EF4-FFF2-40B4-BE49-F238E27FC236}">
                <a16:creationId xmlns:a16="http://schemas.microsoft.com/office/drawing/2014/main" id="{FFDCA82E-D07E-1E88-F15C-4B731F6C5026}"/>
              </a:ext>
            </a:extLst>
          </p:cNvPr>
          <p:cNvSpPr>
            <a:spLocks noGrp="1"/>
          </p:cNvSpPr>
          <p:nvPr>
            <p:ph type="body" sz="quarter" idx="27" hasCustomPrompt="1"/>
          </p:nvPr>
        </p:nvSpPr>
        <p:spPr>
          <a:xfrm>
            <a:off x="8736315" y="3619500"/>
            <a:ext cx="2238375" cy="402336"/>
          </a:xfrm>
        </p:spPr>
        <p:txBody>
          <a:bodyPr anchor="ctr"/>
          <a:lstStyle>
            <a:lvl1pPr marL="0" indent="0" algn="ctr">
              <a:lnSpc>
                <a:spcPct val="100000"/>
              </a:lnSpc>
              <a:buNone/>
              <a:defRPr sz="2000" b="0" i="0">
                <a:solidFill>
                  <a:schemeClr val="bg1"/>
                </a:solidFill>
                <a:latin typeface="Franklin Gothic Medium" panose="020B0603020102020204" pitchFamily="34" charset="0"/>
              </a:defRPr>
            </a:lvl1pPr>
            <a:lvl2pPr marL="239712" indent="0">
              <a:buNone/>
              <a:defRPr sz="1200"/>
            </a:lvl2pPr>
          </a:lstStyle>
          <a:p>
            <a:pPr lvl="0"/>
            <a:r>
              <a:rPr lang="en-US"/>
              <a:t>Title Here</a:t>
            </a:r>
          </a:p>
        </p:txBody>
      </p:sp>
      <p:sp>
        <p:nvSpPr>
          <p:cNvPr id="62" name="Text Placeholder 47">
            <a:extLst>
              <a:ext uri="{FF2B5EF4-FFF2-40B4-BE49-F238E27FC236}">
                <a16:creationId xmlns:a16="http://schemas.microsoft.com/office/drawing/2014/main" id="{766E200D-74A1-30F5-A6E0-CC7DE6D2FD9C}"/>
              </a:ext>
            </a:extLst>
          </p:cNvPr>
          <p:cNvSpPr>
            <a:spLocks noGrp="1"/>
          </p:cNvSpPr>
          <p:nvPr>
            <p:ph type="body" sz="quarter" idx="28" hasCustomPrompt="1"/>
          </p:nvPr>
        </p:nvSpPr>
        <p:spPr>
          <a:xfrm>
            <a:off x="5492830" y="4037793"/>
            <a:ext cx="2238375" cy="521208"/>
          </a:xfrm>
        </p:spPr>
        <p:txBody>
          <a:bodyPr/>
          <a:lstStyle>
            <a:lvl1pPr marL="0" indent="0" algn="ctr">
              <a:lnSpc>
                <a:spcPct val="100000"/>
              </a:lnSpc>
              <a:buFont typeface="Wingdings" pitchFamily="2" charset="2"/>
              <a:buNone/>
              <a:defRPr sz="1400">
                <a:solidFill>
                  <a:schemeClr val="bg1"/>
                </a:solidFill>
              </a:defRPr>
            </a:lvl1pPr>
            <a:lvl2pPr marL="239712" indent="0">
              <a:buNone/>
              <a:defRPr sz="1200"/>
            </a:lvl2pPr>
          </a:lstStyle>
          <a:p>
            <a:pPr lvl="0"/>
            <a:r>
              <a:rPr lang="en-US"/>
              <a:t>Lorem ipsum dolor sit amet, consectetur </a:t>
            </a:r>
            <a:r>
              <a:rPr lang="en-US" err="1"/>
              <a:t>adipiscing</a:t>
            </a:r>
            <a:r>
              <a:rPr lang="en-US"/>
              <a:t> </a:t>
            </a:r>
            <a:r>
              <a:rPr lang="en-US" err="1"/>
              <a:t>elit</a:t>
            </a:r>
            <a:r>
              <a:rPr lang="en-US"/>
              <a:t>. </a:t>
            </a:r>
          </a:p>
          <a:p>
            <a:pPr lvl="0"/>
            <a:endParaRPr lang="en-US"/>
          </a:p>
        </p:txBody>
      </p:sp>
      <p:sp>
        <p:nvSpPr>
          <p:cNvPr id="63" name="Text Placeholder 47">
            <a:extLst>
              <a:ext uri="{FF2B5EF4-FFF2-40B4-BE49-F238E27FC236}">
                <a16:creationId xmlns:a16="http://schemas.microsoft.com/office/drawing/2014/main" id="{0BC87E53-3CC3-A06E-0B6D-8193C6B1E0E0}"/>
              </a:ext>
            </a:extLst>
          </p:cNvPr>
          <p:cNvSpPr>
            <a:spLocks noGrp="1"/>
          </p:cNvSpPr>
          <p:nvPr>
            <p:ph type="body" sz="quarter" idx="29" hasCustomPrompt="1"/>
          </p:nvPr>
        </p:nvSpPr>
        <p:spPr>
          <a:xfrm>
            <a:off x="5492830" y="3619500"/>
            <a:ext cx="2238375" cy="402336"/>
          </a:xfrm>
        </p:spPr>
        <p:txBody>
          <a:bodyPr anchor="ctr"/>
          <a:lstStyle>
            <a:lvl1pPr marL="0" indent="0" algn="ctr">
              <a:lnSpc>
                <a:spcPct val="100000"/>
              </a:lnSpc>
              <a:buNone/>
              <a:defRPr sz="2000" b="0" i="0">
                <a:solidFill>
                  <a:schemeClr val="bg1"/>
                </a:solidFill>
                <a:latin typeface="Franklin Gothic Medium" panose="020B0603020102020204" pitchFamily="34" charset="0"/>
              </a:defRPr>
            </a:lvl1pPr>
            <a:lvl2pPr marL="239712" indent="0">
              <a:buNone/>
              <a:defRPr sz="1200"/>
            </a:lvl2pPr>
          </a:lstStyle>
          <a:p>
            <a:pPr lvl="0"/>
            <a:r>
              <a:rPr lang="en-US"/>
              <a:t>Title Here</a:t>
            </a:r>
          </a:p>
        </p:txBody>
      </p:sp>
    </p:spTree>
    <p:extLst>
      <p:ext uri="{BB962C8B-B14F-4D97-AF65-F5344CB8AC3E}">
        <p14:creationId xmlns:p14="http://schemas.microsoft.com/office/powerpoint/2010/main" val="426501822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py + Table">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4306824"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026D8BD6-9828-7A47-883D-E86FAC90F0F6}"/>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EF8D6C47-4F24-294F-AD4E-49AE68CE9D0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5ED918B2-DF70-E64E-BC9E-7B9A74283A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E0EC8DBC-201D-B44A-8F91-EFA72C61D247}"/>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FFB5CA89-8729-3D4A-B8E9-12B9E4D915E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39915B2B-2D62-0A48-B633-5C7346FB029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9" name="Subtitle 2">
            <a:extLst>
              <a:ext uri="{FF2B5EF4-FFF2-40B4-BE49-F238E27FC236}">
                <a16:creationId xmlns:a16="http://schemas.microsoft.com/office/drawing/2014/main" id="{BDB3D6A1-5F7E-6C84-BBC1-9194E3389BC9}"/>
              </a:ext>
            </a:extLst>
          </p:cNvPr>
          <p:cNvSpPr>
            <a:spLocks noGrp="1"/>
          </p:cNvSpPr>
          <p:nvPr>
            <p:ph type="subTitle" idx="1" hasCustomPrompt="1"/>
          </p:nvPr>
        </p:nvSpPr>
        <p:spPr>
          <a:xfrm>
            <a:off x="454025" y="1155700"/>
            <a:ext cx="4306824"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32" name="Content Placeholder 2">
            <a:extLst>
              <a:ext uri="{FF2B5EF4-FFF2-40B4-BE49-F238E27FC236}">
                <a16:creationId xmlns:a16="http://schemas.microsoft.com/office/drawing/2014/main" id="{58ECA327-9F43-8183-B20F-1EB0D55D23CA}"/>
              </a:ext>
            </a:extLst>
          </p:cNvPr>
          <p:cNvSpPr>
            <a:spLocks noGrp="1"/>
          </p:cNvSpPr>
          <p:nvPr>
            <p:ph sz="quarter" idx="15"/>
          </p:nvPr>
        </p:nvSpPr>
        <p:spPr>
          <a:xfrm>
            <a:off x="454025" y="2194560"/>
            <a:ext cx="4306824"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28" name="Content Placeholder 2">
            <a:extLst>
              <a:ext uri="{FF2B5EF4-FFF2-40B4-BE49-F238E27FC236}">
                <a16:creationId xmlns:a16="http://schemas.microsoft.com/office/drawing/2014/main" id="{3C7E111C-5997-7F0F-33F3-1C26FA7CFF4F}"/>
              </a:ext>
            </a:extLst>
          </p:cNvPr>
          <p:cNvSpPr>
            <a:spLocks noGrp="1"/>
          </p:cNvSpPr>
          <p:nvPr>
            <p:ph sz="quarter" idx="16"/>
          </p:nvPr>
        </p:nvSpPr>
        <p:spPr>
          <a:xfrm>
            <a:off x="5401340" y="1428892"/>
            <a:ext cx="6206460" cy="4276964"/>
          </a:xfrm>
          <a:noFill/>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E2101866-7E47-7B8F-00FE-F145E69A747E}"/>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0" name="Rounded Rectangle 29">
            <a:extLst>
              <a:ext uri="{FF2B5EF4-FFF2-40B4-BE49-F238E27FC236}">
                <a16:creationId xmlns:a16="http://schemas.microsoft.com/office/drawing/2014/main" id="{0D074CF7-33CC-59A7-DB07-D8435EB9C3F1}"/>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1" name="Graphic 62">
            <a:extLst>
              <a:ext uri="{FF2B5EF4-FFF2-40B4-BE49-F238E27FC236}">
                <a16:creationId xmlns:a16="http://schemas.microsoft.com/office/drawing/2014/main" id="{7624FBCB-49C2-CD81-4534-4682E0A2584C}"/>
              </a:ext>
            </a:extLst>
          </p:cNvPr>
          <p:cNvGrpSpPr/>
          <p:nvPr userDrawn="1"/>
        </p:nvGrpSpPr>
        <p:grpSpPr>
          <a:xfrm>
            <a:off x="11389259" y="459884"/>
            <a:ext cx="352694" cy="349203"/>
            <a:chOff x="10767269" y="208371"/>
            <a:chExt cx="182844" cy="181034"/>
          </a:xfrm>
        </p:grpSpPr>
        <p:sp>
          <p:nvSpPr>
            <p:cNvPr id="34" name="Freeform 33">
              <a:extLst>
                <a:ext uri="{FF2B5EF4-FFF2-40B4-BE49-F238E27FC236}">
                  <a16:creationId xmlns:a16="http://schemas.microsoft.com/office/drawing/2014/main" id="{0CE6B37E-B54E-C1EB-D37F-605668FF649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0B05634C-F4BE-ACE2-7A82-63F7BB1899B7}"/>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4131D576-DFCF-B16F-C634-4BC3FA66E1CE}"/>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8" name="Freeform 37">
              <a:extLst>
                <a:ext uri="{FF2B5EF4-FFF2-40B4-BE49-F238E27FC236}">
                  <a16:creationId xmlns:a16="http://schemas.microsoft.com/office/drawing/2014/main" id="{6A04C972-D233-3060-91BF-7204E8190726}"/>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9" name="Freeform 38">
              <a:extLst>
                <a:ext uri="{FF2B5EF4-FFF2-40B4-BE49-F238E27FC236}">
                  <a16:creationId xmlns:a16="http://schemas.microsoft.com/office/drawing/2014/main" id="{646046D5-6A7F-D702-8231-C6884ACB9DE3}"/>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2" name="Slide Number Placeholder 5">
            <a:extLst>
              <a:ext uri="{FF2B5EF4-FFF2-40B4-BE49-F238E27FC236}">
                <a16:creationId xmlns:a16="http://schemas.microsoft.com/office/drawing/2014/main" id="{E6C6C301-336B-C4BE-EEDB-97ED6222E6C8}"/>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374857357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ullets_Orange Panel">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68798C3-AB86-E64F-84CC-2A7184E366CF}"/>
              </a:ext>
            </a:extLst>
          </p:cNvPr>
          <p:cNvSpPr/>
          <p:nvPr userDrawn="1"/>
        </p:nvSpPr>
        <p:spPr>
          <a:xfrm>
            <a:off x="8153990" y="0"/>
            <a:ext cx="4035425"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6" y="447392"/>
            <a:ext cx="5505450" cy="695608"/>
          </a:xfrm>
        </p:spPr>
        <p:txBody>
          <a:bodyPr/>
          <a:lstStyle/>
          <a:p>
            <a:r>
              <a:rPr lang="en-US"/>
              <a:t>Click To Edit Master Title Style</a:t>
            </a:r>
            <a:endParaRPr lang="en-GB"/>
          </a:p>
        </p:txBody>
      </p:sp>
      <p:sp>
        <p:nvSpPr>
          <p:cNvPr id="49" name="Subtitle 2">
            <a:extLst>
              <a:ext uri="{FF2B5EF4-FFF2-40B4-BE49-F238E27FC236}">
                <a16:creationId xmlns:a16="http://schemas.microsoft.com/office/drawing/2014/main" id="{8226063C-9D21-E24E-8D6D-C2A9DEC924C9}"/>
              </a:ext>
            </a:extLst>
          </p:cNvPr>
          <p:cNvSpPr>
            <a:spLocks noGrp="1"/>
          </p:cNvSpPr>
          <p:nvPr>
            <p:ph type="subTitle" idx="1" hasCustomPrompt="1"/>
          </p:nvPr>
        </p:nvSpPr>
        <p:spPr>
          <a:xfrm>
            <a:off x="454025" y="1155700"/>
            <a:ext cx="4543426"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17" name="Content Placeholder 2">
            <a:extLst>
              <a:ext uri="{FF2B5EF4-FFF2-40B4-BE49-F238E27FC236}">
                <a16:creationId xmlns:a16="http://schemas.microsoft.com/office/drawing/2014/main" id="{5955EBF8-2D89-6216-E6B0-AF829453FF55}"/>
              </a:ext>
            </a:extLst>
          </p:cNvPr>
          <p:cNvSpPr>
            <a:spLocks noGrp="1"/>
          </p:cNvSpPr>
          <p:nvPr>
            <p:ph sz="quarter" idx="14"/>
          </p:nvPr>
        </p:nvSpPr>
        <p:spPr>
          <a:xfrm>
            <a:off x="444501" y="2011680"/>
            <a:ext cx="5194299" cy="3556000"/>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15" name="Straight Connector 14">
            <a:extLst>
              <a:ext uri="{FF2B5EF4-FFF2-40B4-BE49-F238E27FC236}">
                <a16:creationId xmlns:a16="http://schemas.microsoft.com/office/drawing/2014/main" id="{F816DFF5-AB1E-E957-5F80-E209E4933FEC}"/>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16" name="Rounded Rectangle 15">
            <a:extLst>
              <a:ext uri="{FF2B5EF4-FFF2-40B4-BE49-F238E27FC236}">
                <a16:creationId xmlns:a16="http://schemas.microsoft.com/office/drawing/2014/main" id="{288C9436-F3A6-E9E0-F4BB-12E84BC9C6F4}"/>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Slide Number Placeholder 5">
            <a:extLst>
              <a:ext uri="{FF2B5EF4-FFF2-40B4-BE49-F238E27FC236}">
                <a16:creationId xmlns:a16="http://schemas.microsoft.com/office/drawing/2014/main" id="{BE36C614-597D-CAAC-59C7-85D9DD0F1B67}"/>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pic>
        <p:nvPicPr>
          <p:cNvPr id="28" name="Graphic 27">
            <a:extLst>
              <a:ext uri="{FF2B5EF4-FFF2-40B4-BE49-F238E27FC236}">
                <a16:creationId xmlns:a16="http://schemas.microsoft.com/office/drawing/2014/main" id="{76F7E47E-E1F1-6462-7F39-8641CB61EC8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58646" t="6589" r="4077" b="6589"/>
          <a:stretch/>
        </p:blipFill>
        <p:spPr>
          <a:xfrm>
            <a:off x="8118981" y="0"/>
            <a:ext cx="4073019" cy="6858000"/>
          </a:xfrm>
          <a:prstGeom prst="rect">
            <a:avLst/>
          </a:prstGeom>
        </p:spPr>
      </p:pic>
      <p:grpSp>
        <p:nvGrpSpPr>
          <p:cNvPr id="18" name="Graphic 62">
            <a:extLst>
              <a:ext uri="{FF2B5EF4-FFF2-40B4-BE49-F238E27FC236}">
                <a16:creationId xmlns:a16="http://schemas.microsoft.com/office/drawing/2014/main" id="{14839502-517E-C7DA-B63F-40449B7BAD2B}"/>
              </a:ext>
            </a:extLst>
          </p:cNvPr>
          <p:cNvGrpSpPr/>
          <p:nvPr userDrawn="1"/>
        </p:nvGrpSpPr>
        <p:grpSpPr>
          <a:xfrm>
            <a:off x="11389259" y="459884"/>
            <a:ext cx="352694" cy="349203"/>
            <a:chOff x="10767269" y="208371"/>
            <a:chExt cx="182844" cy="181034"/>
          </a:xfrm>
          <a:solidFill>
            <a:schemeClr val="bg1"/>
          </a:solidFill>
        </p:grpSpPr>
        <p:sp>
          <p:nvSpPr>
            <p:cNvPr id="20" name="Freeform 19">
              <a:extLst>
                <a:ext uri="{FF2B5EF4-FFF2-40B4-BE49-F238E27FC236}">
                  <a16:creationId xmlns:a16="http://schemas.microsoft.com/office/drawing/2014/main" id="{C77D7853-77CC-3639-7542-662E3485C8C1}"/>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grpFill/>
            <a:ln w="1795"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47D9605A-71F9-D5AC-D017-81E972265DC4}"/>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grpFill/>
            <a:ln w="1795"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038C6B0C-3CC3-DA0C-C314-F408002B3BF5}"/>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grpFill/>
            <a:ln w="1795"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6C65BEA6-AC18-862A-0BF1-736E249C99A4}"/>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grpFill/>
            <a:ln w="1795" cap="flat">
              <a:noFill/>
              <a:prstDash val="solid"/>
              <a:miter/>
            </a:ln>
          </p:spPr>
          <p:txBody>
            <a:bodyPr rtlCol="0" anchor="ctr"/>
            <a:lstStyle/>
            <a:p>
              <a:endParaRPr lang="en-GB"/>
            </a:p>
          </p:txBody>
        </p:sp>
        <p:sp>
          <p:nvSpPr>
            <p:cNvPr id="25" name="Freeform 24">
              <a:extLst>
                <a:ext uri="{FF2B5EF4-FFF2-40B4-BE49-F238E27FC236}">
                  <a16:creationId xmlns:a16="http://schemas.microsoft.com/office/drawing/2014/main" id="{8C21BB46-8F6B-CEBB-4A48-1A8850B6068E}"/>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grpFill/>
            <a:ln w="1795" cap="flat">
              <a:noFill/>
              <a:prstDash val="solid"/>
              <a:miter/>
            </a:ln>
          </p:spPr>
          <p:txBody>
            <a:bodyPr rtlCol="0" anchor="ctr"/>
            <a:lstStyle/>
            <a:p>
              <a:endParaRPr lang="en-GB"/>
            </a:p>
          </p:txBody>
        </p:sp>
      </p:grpSp>
      <p:grpSp>
        <p:nvGrpSpPr>
          <p:cNvPr id="3" name="Group 2">
            <a:extLst>
              <a:ext uri="{FF2B5EF4-FFF2-40B4-BE49-F238E27FC236}">
                <a16:creationId xmlns:a16="http://schemas.microsoft.com/office/drawing/2014/main" id="{F653BE68-4777-B4DC-D8C0-F37F8FE0CA11}"/>
              </a:ext>
            </a:extLst>
          </p:cNvPr>
          <p:cNvGrpSpPr/>
          <p:nvPr userDrawn="1"/>
        </p:nvGrpSpPr>
        <p:grpSpPr>
          <a:xfrm>
            <a:off x="5458265" y="0"/>
            <a:ext cx="6733735" cy="6858000"/>
            <a:chOff x="5458265" y="0"/>
            <a:chExt cx="6733735" cy="6858000"/>
          </a:xfrm>
        </p:grpSpPr>
        <p:pic>
          <p:nvPicPr>
            <p:cNvPr id="29" name="Picture 28">
              <a:extLst>
                <a:ext uri="{FF2B5EF4-FFF2-40B4-BE49-F238E27FC236}">
                  <a16:creationId xmlns:a16="http://schemas.microsoft.com/office/drawing/2014/main" id="{D6E8046E-E0DC-3D20-FB0A-CDB101F381D4}"/>
                </a:ext>
              </a:extLst>
            </p:cNvPr>
            <p:cNvPicPr>
              <a:picLocks noChangeAspect="1"/>
            </p:cNvPicPr>
            <p:nvPr userDrawn="1"/>
          </p:nvPicPr>
          <p:blipFill rotWithShape="1">
            <a:blip r:embed="rId3"/>
            <a:srcRect l="26878" t="18850" r="27243" b="18850"/>
            <a:stretch/>
          </p:blipFill>
          <p:spPr>
            <a:xfrm>
              <a:off x="5458265" y="0"/>
              <a:ext cx="6733735" cy="6858000"/>
            </a:xfrm>
            <a:prstGeom prst="rect">
              <a:avLst/>
            </a:prstGeom>
          </p:spPr>
        </p:pic>
        <p:sp>
          <p:nvSpPr>
            <p:cNvPr id="2" name="Rounded Rectangle 1">
              <a:extLst>
                <a:ext uri="{FF2B5EF4-FFF2-40B4-BE49-F238E27FC236}">
                  <a16:creationId xmlns:a16="http://schemas.microsoft.com/office/drawing/2014/main" id="{63870240-780A-A963-2D69-72490286D6E6}"/>
                </a:ext>
              </a:extLst>
            </p:cNvPr>
            <p:cNvSpPr/>
            <p:nvPr userDrawn="1"/>
          </p:nvSpPr>
          <p:spPr>
            <a:xfrm>
              <a:off x="6223000" y="1562100"/>
              <a:ext cx="5295900" cy="3695700"/>
            </a:xfrm>
            <a:prstGeom prst="roundRect">
              <a:avLst>
                <a:gd name="adj" fmla="val 163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Picture Placeholder 4">
            <a:extLst>
              <a:ext uri="{FF2B5EF4-FFF2-40B4-BE49-F238E27FC236}">
                <a16:creationId xmlns:a16="http://schemas.microsoft.com/office/drawing/2014/main" id="{A10C8B80-4613-C903-BD67-E24C748CDC2A}"/>
              </a:ext>
            </a:extLst>
          </p:cNvPr>
          <p:cNvSpPr>
            <a:spLocks noGrp="1"/>
          </p:cNvSpPr>
          <p:nvPr>
            <p:ph type="pic" sz="quarter" idx="15"/>
          </p:nvPr>
        </p:nvSpPr>
        <p:spPr>
          <a:xfrm>
            <a:off x="6223000" y="1549400"/>
            <a:ext cx="5321300" cy="3721100"/>
          </a:xfrm>
          <a:prstGeom prst="roundRect">
            <a:avLst>
              <a:gd name="adj" fmla="val 1701"/>
            </a:avLst>
          </a:prstGeom>
          <a:solidFill>
            <a:schemeClr val="bg2"/>
          </a:solidFill>
        </p:spPr>
        <p:txBody>
          <a:bodyPr/>
          <a:lstStyle>
            <a:lvl1pPr marL="0" indent="0">
              <a:buNone/>
              <a:defRPr/>
            </a:lvl1pPr>
          </a:lstStyle>
          <a:p>
            <a:endParaRPr lang="en-US"/>
          </a:p>
        </p:txBody>
      </p:sp>
    </p:spTree>
    <p:extLst>
      <p:ext uri="{BB962C8B-B14F-4D97-AF65-F5344CB8AC3E}">
        <p14:creationId xmlns:p14="http://schemas.microsoft.com/office/powerpoint/2010/main" val="136024024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Bullets_Orange Panel">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68798C3-AB86-E64F-84CC-2A7184E366CF}"/>
              </a:ext>
            </a:extLst>
          </p:cNvPr>
          <p:cNvSpPr/>
          <p:nvPr userDrawn="1"/>
        </p:nvSpPr>
        <p:spPr>
          <a:xfrm>
            <a:off x="8153990" y="0"/>
            <a:ext cx="4035425"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6" y="447392"/>
            <a:ext cx="5505450" cy="695608"/>
          </a:xfrm>
        </p:spPr>
        <p:txBody>
          <a:bodyPr/>
          <a:lstStyle/>
          <a:p>
            <a:r>
              <a:rPr lang="en-US"/>
              <a:t>Click To Edit Master Title Style</a:t>
            </a:r>
            <a:endParaRPr lang="en-GB"/>
          </a:p>
        </p:txBody>
      </p:sp>
      <p:sp>
        <p:nvSpPr>
          <p:cNvPr id="49" name="Subtitle 2">
            <a:extLst>
              <a:ext uri="{FF2B5EF4-FFF2-40B4-BE49-F238E27FC236}">
                <a16:creationId xmlns:a16="http://schemas.microsoft.com/office/drawing/2014/main" id="{8226063C-9D21-E24E-8D6D-C2A9DEC924C9}"/>
              </a:ext>
            </a:extLst>
          </p:cNvPr>
          <p:cNvSpPr>
            <a:spLocks noGrp="1"/>
          </p:cNvSpPr>
          <p:nvPr>
            <p:ph type="subTitle" idx="1" hasCustomPrompt="1"/>
          </p:nvPr>
        </p:nvSpPr>
        <p:spPr>
          <a:xfrm>
            <a:off x="454025" y="1155700"/>
            <a:ext cx="4543426"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17" name="Content Placeholder 2">
            <a:extLst>
              <a:ext uri="{FF2B5EF4-FFF2-40B4-BE49-F238E27FC236}">
                <a16:creationId xmlns:a16="http://schemas.microsoft.com/office/drawing/2014/main" id="{5955EBF8-2D89-6216-E6B0-AF829453FF55}"/>
              </a:ext>
            </a:extLst>
          </p:cNvPr>
          <p:cNvSpPr>
            <a:spLocks noGrp="1"/>
          </p:cNvSpPr>
          <p:nvPr>
            <p:ph sz="quarter" idx="14"/>
          </p:nvPr>
        </p:nvSpPr>
        <p:spPr>
          <a:xfrm>
            <a:off x="444501" y="2011680"/>
            <a:ext cx="5575299" cy="3556000"/>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15" name="Straight Connector 14">
            <a:extLst>
              <a:ext uri="{FF2B5EF4-FFF2-40B4-BE49-F238E27FC236}">
                <a16:creationId xmlns:a16="http://schemas.microsoft.com/office/drawing/2014/main" id="{F816DFF5-AB1E-E957-5F80-E209E4933FEC}"/>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16" name="Rounded Rectangle 15">
            <a:extLst>
              <a:ext uri="{FF2B5EF4-FFF2-40B4-BE49-F238E27FC236}">
                <a16:creationId xmlns:a16="http://schemas.microsoft.com/office/drawing/2014/main" id="{288C9436-F3A6-E9E0-F4BB-12E84BC9C6F4}"/>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Slide Number Placeholder 5">
            <a:extLst>
              <a:ext uri="{FF2B5EF4-FFF2-40B4-BE49-F238E27FC236}">
                <a16:creationId xmlns:a16="http://schemas.microsoft.com/office/drawing/2014/main" id="{BE36C614-597D-CAAC-59C7-85D9DD0F1B67}"/>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pic>
        <p:nvPicPr>
          <p:cNvPr id="28" name="Graphic 27">
            <a:extLst>
              <a:ext uri="{FF2B5EF4-FFF2-40B4-BE49-F238E27FC236}">
                <a16:creationId xmlns:a16="http://schemas.microsoft.com/office/drawing/2014/main" id="{76F7E47E-E1F1-6462-7F39-8641CB61EC8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58646" t="6589" r="4077" b="6589"/>
          <a:stretch/>
        </p:blipFill>
        <p:spPr>
          <a:xfrm>
            <a:off x="8118981" y="0"/>
            <a:ext cx="4073019" cy="6858000"/>
          </a:xfrm>
          <a:prstGeom prst="rect">
            <a:avLst/>
          </a:prstGeom>
        </p:spPr>
      </p:pic>
      <p:grpSp>
        <p:nvGrpSpPr>
          <p:cNvPr id="18" name="Graphic 62">
            <a:extLst>
              <a:ext uri="{FF2B5EF4-FFF2-40B4-BE49-F238E27FC236}">
                <a16:creationId xmlns:a16="http://schemas.microsoft.com/office/drawing/2014/main" id="{14839502-517E-C7DA-B63F-40449B7BAD2B}"/>
              </a:ext>
            </a:extLst>
          </p:cNvPr>
          <p:cNvGrpSpPr/>
          <p:nvPr userDrawn="1"/>
        </p:nvGrpSpPr>
        <p:grpSpPr>
          <a:xfrm>
            <a:off x="11389259" y="459884"/>
            <a:ext cx="352694" cy="349203"/>
            <a:chOff x="10767269" y="208371"/>
            <a:chExt cx="182844" cy="181034"/>
          </a:xfrm>
          <a:solidFill>
            <a:schemeClr val="bg1"/>
          </a:solidFill>
        </p:grpSpPr>
        <p:sp>
          <p:nvSpPr>
            <p:cNvPr id="20" name="Freeform 19">
              <a:extLst>
                <a:ext uri="{FF2B5EF4-FFF2-40B4-BE49-F238E27FC236}">
                  <a16:creationId xmlns:a16="http://schemas.microsoft.com/office/drawing/2014/main" id="{C77D7853-77CC-3639-7542-662E3485C8C1}"/>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grpFill/>
            <a:ln w="1795"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47D9605A-71F9-D5AC-D017-81E972265DC4}"/>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grpFill/>
            <a:ln w="1795"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038C6B0C-3CC3-DA0C-C314-F408002B3BF5}"/>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grpFill/>
            <a:ln w="1795"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6C65BEA6-AC18-862A-0BF1-736E249C99A4}"/>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grpFill/>
            <a:ln w="1795" cap="flat">
              <a:noFill/>
              <a:prstDash val="solid"/>
              <a:miter/>
            </a:ln>
          </p:spPr>
          <p:txBody>
            <a:bodyPr rtlCol="0" anchor="ctr"/>
            <a:lstStyle/>
            <a:p>
              <a:endParaRPr lang="en-GB"/>
            </a:p>
          </p:txBody>
        </p:sp>
        <p:sp>
          <p:nvSpPr>
            <p:cNvPr id="25" name="Freeform 24">
              <a:extLst>
                <a:ext uri="{FF2B5EF4-FFF2-40B4-BE49-F238E27FC236}">
                  <a16:creationId xmlns:a16="http://schemas.microsoft.com/office/drawing/2014/main" id="{8C21BB46-8F6B-CEBB-4A48-1A8850B6068E}"/>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grpFill/>
            <a:ln w="1795" cap="flat">
              <a:noFill/>
              <a:prstDash val="solid"/>
              <a:miter/>
            </a:ln>
          </p:spPr>
          <p:txBody>
            <a:bodyPr rtlCol="0" anchor="ctr"/>
            <a:lstStyle/>
            <a:p>
              <a:endParaRPr lang="en-GB"/>
            </a:p>
          </p:txBody>
        </p:sp>
      </p:grpSp>
      <p:pic>
        <p:nvPicPr>
          <p:cNvPr id="26" name="Picture 25">
            <a:extLst>
              <a:ext uri="{FF2B5EF4-FFF2-40B4-BE49-F238E27FC236}">
                <a16:creationId xmlns:a16="http://schemas.microsoft.com/office/drawing/2014/main" id="{D313434D-814D-2EB4-C8BB-59269F4C0B72}"/>
              </a:ext>
            </a:extLst>
          </p:cNvPr>
          <p:cNvPicPr>
            <a:picLocks noChangeAspect="1"/>
          </p:cNvPicPr>
          <p:nvPr userDrawn="1"/>
        </p:nvPicPr>
        <p:blipFill rotWithShape="1">
          <a:blip r:embed="rId3"/>
          <a:srcRect l="28956" t="6081" r="28909" b="6081"/>
          <a:stretch/>
        </p:blipFill>
        <p:spPr>
          <a:xfrm>
            <a:off x="5946156" y="271462"/>
            <a:ext cx="4386263" cy="6604000"/>
          </a:xfrm>
          <a:prstGeom prst="rect">
            <a:avLst/>
          </a:prstGeom>
        </p:spPr>
      </p:pic>
      <p:sp>
        <p:nvSpPr>
          <p:cNvPr id="44" name="Picture Placeholder 43">
            <a:extLst>
              <a:ext uri="{FF2B5EF4-FFF2-40B4-BE49-F238E27FC236}">
                <a16:creationId xmlns:a16="http://schemas.microsoft.com/office/drawing/2014/main" id="{B0B188C2-8C78-C0DB-6DFE-A421C5300E40}"/>
              </a:ext>
            </a:extLst>
          </p:cNvPr>
          <p:cNvSpPr>
            <a:spLocks noGrp="1"/>
          </p:cNvSpPr>
          <p:nvPr>
            <p:ph type="pic" sz="quarter" idx="15"/>
          </p:nvPr>
        </p:nvSpPr>
        <p:spPr>
          <a:xfrm>
            <a:off x="6989792" y="836545"/>
            <a:ext cx="2514601" cy="5488628"/>
          </a:xfrm>
          <a:custGeom>
            <a:avLst/>
            <a:gdLst>
              <a:gd name="connsiteX0" fmla="*/ 259230 w 2514601"/>
              <a:gd name="connsiteY0" fmla="*/ 0 h 5477256"/>
              <a:gd name="connsiteX1" fmla="*/ 551314 w 2514601"/>
              <a:gd name="connsiteY1" fmla="*/ 0 h 5477256"/>
              <a:gd name="connsiteX2" fmla="*/ 543945 w 2514601"/>
              <a:gd name="connsiteY2" fmla="*/ 36502 h 5477256"/>
              <a:gd name="connsiteX3" fmla="*/ 722253 w 2514601"/>
              <a:gd name="connsiteY3" fmla="*/ 214810 h 5477256"/>
              <a:gd name="connsiteX4" fmla="*/ 1801245 w 2514601"/>
              <a:gd name="connsiteY4" fmla="*/ 214810 h 5477256"/>
              <a:gd name="connsiteX5" fmla="*/ 1979553 w 2514601"/>
              <a:gd name="connsiteY5" fmla="*/ 36502 h 5477256"/>
              <a:gd name="connsiteX6" fmla="*/ 1972184 w 2514601"/>
              <a:gd name="connsiteY6" fmla="*/ 0 h 5477256"/>
              <a:gd name="connsiteX7" fmla="*/ 2255371 w 2514601"/>
              <a:gd name="connsiteY7" fmla="*/ 0 h 5477256"/>
              <a:gd name="connsiteX8" fmla="*/ 2514601 w 2514601"/>
              <a:gd name="connsiteY8" fmla="*/ 259230 h 5477256"/>
              <a:gd name="connsiteX9" fmla="*/ 2514601 w 2514601"/>
              <a:gd name="connsiteY9" fmla="*/ 5218026 h 5477256"/>
              <a:gd name="connsiteX10" fmla="*/ 2255371 w 2514601"/>
              <a:gd name="connsiteY10" fmla="*/ 5477256 h 5477256"/>
              <a:gd name="connsiteX11" fmla="*/ 259230 w 2514601"/>
              <a:gd name="connsiteY11" fmla="*/ 5477256 h 5477256"/>
              <a:gd name="connsiteX12" fmla="*/ 0 w 2514601"/>
              <a:gd name="connsiteY12" fmla="*/ 5218026 h 5477256"/>
              <a:gd name="connsiteX13" fmla="*/ 0 w 2514601"/>
              <a:gd name="connsiteY13" fmla="*/ 259230 h 5477256"/>
              <a:gd name="connsiteX14" fmla="*/ 259230 w 2514601"/>
              <a:gd name="connsiteY14" fmla="*/ 0 h 5477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14601" h="5477256">
                <a:moveTo>
                  <a:pt x="259230" y="0"/>
                </a:moveTo>
                <a:lnTo>
                  <a:pt x="551314" y="0"/>
                </a:lnTo>
                <a:lnTo>
                  <a:pt x="543945" y="36502"/>
                </a:lnTo>
                <a:cubicBezTo>
                  <a:pt x="543945" y="134979"/>
                  <a:pt x="623776" y="214810"/>
                  <a:pt x="722253" y="214810"/>
                </a:cubicBezTo>
                <a:lnTo>
                  <a:pt x="1801245" y="214810"/>
                </a:lnTo>
                <a:cubicBezTo>
                  <a:pt x="1899722" y="214810"/>
                  <a:pt x="1979553" y="134979"/>
                  <a:pt x="1979553" y="36502"/>
                </a:cubicBezTo>
                <a:lnTo>
                  <a:pt x="1972184" y="0"/>
                </a:lnTo>
                <a:lnTo>
                  <a:pt x="2255371" y="0"/>
                </a:lnTo>
                <a:cubicBezTo>
                  <a:pt x="2398540" y="0"/>
                  <a:pt x="2514601" y="116061"/>
                  <a:pt x="2514601" y="259230"/>
                </a:cubicBezTo>
                <a:lnTo>
                  <a:pt x="2514601" y="5218026"/>
                </a:lnTo>
                <a:cubicBezTo>
                  <a:pt x="2514601" y="5361195"/>
                  <a:pt x="2398540" y="5477256"/>
                  <a:pt x="2255371" y="5477256"/>
                </a:cubicBezTo>
                <a:lnTo>
                  <a:pt x="259230" y="5477256"/>
                </a:lnTo>
                <a:cubicBezTo>
                  <a:pt x="116061" y="5477256"/>
                  <a:pt x="0" y="5361195"/>
                  <a:pt x="0" y="5218026"/>
                </a:cubicBezTo>
                <a:lnTo>
                  <a:pt x="0" y="259230"/>
                </a:lnTo>
                <a:cubicBezTo>
                  <a:pt x="0" y="116061"/>
                  <a:pt x="116061" y="0"/>
                  <a:pt x="259230" y="0"/>
                </a:cubicBezTo>
                <a:close/>
              </a:path>
            </a:pathLst>
          </a:custGeom>
          <a:solidFill>
            <a:schemeClr val="bg2"/>
          </a:solidFill>
        </p:spPr>
        <p:txBody>
          <a:bodyPr wrap="square">
            <a:noAutofit/>
          </a:bodyPr>
          <a:lstStyle>
            <a:lvl1pPr marL="0" indent="0">
              <a:buNone/>
              <a:defRPr/>
            </a:lvl1pPr>
          </a:lstStyle>
          <a:p>
            <a:endParaRPr lang="en-US"/>
          </a:p>
        </p:txBody>
      </p:sp>
    </p:spTree>
    <p:extLst>
      <p:ext uri="{BB962C8B-B14F-4D97-AF65-F5344CB8AC3E}">
        <p14:creationId xmlns:p14="http://schemas.microsoft.com/office/powerpoint/2010/main" val="205951572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Map">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6" y="447391"/>
            <a:ext cx="3796702"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026D8BD6-9828-7A47-883D-E86FAC90F0F6}"/>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EF8D6C47-4F24-294F-AD4E-49AE68CE9D0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5ED918B2-DF70-E64E-BC9E-7B9A74283A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E0EC8DBC-201D-B44A-8F91-EFA72C61D247}"/>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FFB5CA89-8729-3D4A-B8E9-12B9E4D915E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39915B2B-2D62-0A48-B633-5C7346FB029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9" name="Subtitle 2">
            <a:extLst>
              <a:ext uri="{FF2B5EF4-FFF2-40B4-BE49-F238E27FC236}">
                <a16:creationId xmlns:a16="http://schemas.microsoft.com/office/drawing/2014/main" id="{BDB3D6A1-5F7E-6C84-BBC1-9194E3389BC9}"/>
              </a:ext>
            </a:extLst>
          </p:cNvPr>
          <p:cNvSpPr>
            <a:spLocks noGrp="1"/>
          </p:cNvSpPr>
          <p:nvPr>
            <p:ph type="subTitle" idx="1" hasCustomPrompt="1"/>
          </p:nvPr>
        </p:nvSpPr>
        <p:spPr>
          <a:xfrm>
            <a:off x="454025" y="1155700"/>
            <a:ext cx="379441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cxnSp>
        <p:nvCxnSpPr>
          <p:cNvPr id="27" name="Straight Connector 26">
            <a:extLst>
              <a:ext uri="{FF2B5EF4-FFF2-40B4-BE49-F238E27FC236}">
                <a16:creationId xmlns:a16="http://schemas.microsoft.com/office/drawing/2014/main" id="{309BF6F9-E114-6C42-23BD-D7F4A6598B22}"/>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F29D045D-42D1-7753-B600-2A9E8AA8BA80}"/>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1" name="Graphic 62">
            <a:extLst>
              <a:ext uri="{FF2B5EF4-FFF2-40B4-BE49-F238E27FC236}">
                <a16:creationId xmlns:a16="http://schemas.microsoft.com/office/drawing/2014/main" id="{94F594C2-C000-5574-C817-E0626BA4CACF}"/>
              </a:ext>
            </a:extLst>
          </p:cNvPr>
          <p:cNvGrpSpPr/>
          <p:nvPr userDrawn="1"/>
        </p:nvGrpSpPr>
        <p:grpSpPr>
          <a:xfrm>
            <a:off x="11389259" y="459884"/>
            <a:ext cx="352694" cy="349203"/>
            <a:chOff x="10767269" y="208371"/>
            <a:chExt cx="182844" cy="181034"/>
          </a:xfrm>
        </p:grpSpPr>
        <p:sp>
          <p:nvSpPr>
            <p:cNvPr id="22" name="Freeform 21">
              <a:extLst>
                <a:ext uri="{FF2B5EF4-FFF2-40B4-BE49-F238E27FC236}">
                  <a16:creationId xmlns:a16="http://schemas.microsoft.com/office/drawing/2014/main" id="{A58785F5-98C7-BAB9-3545-981669E73711}"/>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19D99A9F-5712-4E65-1A1D-5416686A16C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87BDAE2E-3864-096F-3805-928863884F80}"/>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5" name="Freeform 24">
              <a:extLst>
                <a:ext uri="{FF2B5EF4-FFF2-40B4-BE49-F238E27FC236}">
                  <a16:creationId xmlns:a16="http://schemas.microsoft.com/office/drawing/2014/main" id="{10CBCCD2-BCA5-385E-1754-6FEC600EB45B}"/>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48A0B4BB-A578-D013-193A-45AC80913485}"/>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3" name="Slide Number Placeholder 5">
            <a:extLst>
              <a:ext uri="{FF2B5EF4-FFF2-40B4-BE49-F238E27FC236}">
                <a16:creationId xmlns:a16="http://schemas.microsoft.com/office/drawing/2014/main" id="{ED87E951-EA79-CBCB-C78C-12AA83A579C4}"/>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
        <p:nvSpPr>
          <p:cNvPr id="30" name="Text Placeholder 47">
            <a:extLst>
              <a:ext uri="{FF2B5EF4-FFF2-40B4-BE49-F238E27FC236}">
                <a16:creationId xmlns:a16="http://schemas.microsoft.com/office/drawing/2014/main" id="{1F460C6C-8E1C-5FBB-FFF0-80AD75A4998D}"/>
              </a:ext>
            </a:extLst>
          </p:cNvPr>
          <p:cNvSpPr>
            <a:spLocks noGrp="1"/>
          </p:cNvSpPr>
          <p:nvPr>
            <p:ph type="body" sz="quarter" idx="22" hasCustomPrompt="1"/>
          </p:nvPr>
        </p:nvSpPr>
        <p:spPr>
          <a:xfrm>
            <a:off x="454025" y="2328116"/>
            <a:ext cx="2625090" cy="292608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31" name="Text Placeholder 47">
            <a:extLst>
              <a:ext uri="{FF2B5EF4-FFF2-40B4-BE49-F238E27FC236}">
                <a16:creationId xmlns:a16="http://schemas.microsoft.com/office/drawing/2014/main" id="{2EA76D14-8F1F-6852-9972-04BC44C5A853}"/>
              </a:ext>
            </a:extLst>
          </p:cNvPr>
          <p:cNvSpPr>
            <a:spLocks noGrp="1"/>
          </p:cNvSpPr>
          <p:nvPr>
            <p:ph type="body" sz="quarter" idx="25" hasCustomPrompt="1"/>
          </p:nvPr>
        </p:nvSpPr>
        <p:spPr>
          <a:xfrm>
            <a:off x="454025" y="1857941"/>
            <a:ext cx="2624328" cy="347472"/>
          </a:xfrm>
        </p:spPr>
        <p:txBody>
          <a:bodyPr anchor="b"/>
          <a:lstStyle>
            <a:lvl1pPr marL="0" indent="0">
              <a:lnSpc>
                <a:spcPts val="1600"/>
              </a:lnSpc>
              <a:buNone/>
              <a:defRPr sz="18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Tree>
    <p:extLst>
      <p:ext uri="{BB962C8B-B14F-4D97-AF65-F5344CB8AC3E}">
        <p14:creationId xmlns:p14="http://schemas.microsoft.com/office/powerpoint/2010/main" val="80947057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Title +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81317-9F05-4B15-B0D6-EDD0963662DA}"/>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6D1A30F7-982D-44C8-8697-03EE0B2E0FBB}"/>
              </a:ext>
            </a:extLst>
          </p:cNvPr>
          <p:cNvSpPr>
            <a:spLocks noGrp="1"/>
          </p:cNvSpPr>
          <p:nvPr>
            <p:ph type="ftr" sz="quarter" idx="11"/>
          </p:nvPr>
        </p:nvSpPr>
        <p:spPr>
          <a:xfrm>
            <a:off x="609596" y="5791200"/>
            <a:ext cx="10972808" cy="320040"/>
          </a:xfrm>
        </p:spPr>
        <p:txBody>
          <a:bodyPr/>
          <a:lstStyle>
            <a:lvl1pPr>
              <a:defRPr sz="1000"/>
            </a:lvl1pPr>
          </a:lstStyle>
          <a:p>
            <a:endParaRPr lang="en-US"/>
          </a:p>
        </p:txBody>
      </p:sp>
      <p:sp>
        <p:nvSpPr>
          <p:cNvPr id="5" name="Content Placeholder 3">
            <a:extLst>
              <a:ext uri="{FF2B5EF4-FFF2-40B4-BE49-F238E27FC236}">
                <a16:creationId xmlns:a16="http://schemas.microsoft.com/office/drawing/2014/main" id="{0837A439-C961-4AE6-8463-049F9D396798}"/>
              </a:ext>
            </a:extLst>
          </p:cNvPr>
          <p:cNvSpPr>
            <a:spLocks noGrp="1"/>
          </p:cNvSpPr>
          <p:nvPr>
            <p:ph sz="quarter" idx="10"/>
          </p:nvPr>
        </p:nvSpPr>
        <p:spPr>
          <a:xfrm>
            <a:off x="609600" y="1219200"/>
            <a:ext cx="10972800" cy="4419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257445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userDrawn="1">
  <p:cSld name="List">
    <p:bg>
      <p:bgPr>
        <a:solidFill>
          <a:srgbClr val="FFFFFF"/>
        </a:solidFill>
        <a:effectLst/>
      </p:bgPr>
    </p:bg>
    <p:spTree>
      <p:nvGrpSpPr>
        <p:cNvPr id="1" name=""/>
        <p:cNvGrpSpPr/>
        <p:nvPr/>
      </p:nvGrpSpPr>
      <p:grpSpPr>
        <a:xfrm>
          <a:off x="0" y="0"/>
          <a:ext cx="0" cy="0"/>
          <a:chOff x="0" y="0"/>
          <a:chExt cx="0" cy="0"/>
        </a:xfrm>
      </p:grpSpPr>
      <p:sp>
        <p:nvSpPr>
          <p:cNvPr id="69" name="Shape 69"/>
          <p:cNvSpPr/>
          <p:nvPr/>
        </p:nvSpPr>
        <p:spPr>
          <a:xfrm>
            <a:off x="748133" y="6494925"/>
            <a:ext cx="2611292" cy="226088"/>
          </a:xfrm>
          <a:prstGeom prst="rect">
            <a:avLst/>
          </a:prstGeom>
          <a:ln w="12700">
            <a:miter lim="400000"/>
          </a:ln>
          <a:extLst>
            <a:ext uri="{C572A759-6A51-4108-AA02-DFA0A04FC94B}">
              <ma14:wrappingTextBoxFlag xmlns="" xmlns:ma14="http://schemas.microsoft.com/office/mac/drawingml/2011/main" val="1"/>
            </a:ext>
          </a:extLst>
        </p:spPr>
        <p:txBody>
          <a:bodyPr wrap="none" lIns="47625" tIns="47625" rIns="47625" bIns="47625" anchor="ctr">
            <a:spAutoFit/>
          </a:bodyPr>
          <a:lstStyle>
            <a:lvl1pPr algn="l">
              <a:defRPr sz="900">
                <a:solidFill>
                  <a:srgbClr val="647C9C"/>
                </a:solidFill>
                <a:latin typeface="Avenir Light"/>
                <a:ea typeface="Avenir Light"/>
                <a:cs typeface="Avenir Light"/>
                <a:sym typeface="Avenir Light"/>
              </a:defRPr>
            </a:lvl1pPr>
          </a:lstStyle>
          <a:p>
            <a:r>
              <a:rPr sz="844">
                <a:latin typeface="Calibri" panose="020F0502020204030204" pitchFamily="34" charset="0"/>
                <a:cs typeface="Calibri" panose="020F0502020204030204" pitchFamily="34" charset="0"/>
              </a:rPr>
              <a:t>ST6 PARTNERS CONFIDENTIAL AND PROPRIETARY ©</a:t>
            </a:r>
            <a:r>
              <a:rPr lang="en-US" sz="844">
                <a:latin typeface="Calibri" panose="020F0502020204030204" pitchFamily="34" charset="0"/>
                <a:cs typeface="Calibri" panose="020F0502020204030204" pitchFamily="34" charset="0"/>
              </a:rPr>
              <a:t>2022</a:t>
            </a:r>
            <a:endParaRPr sz="844">
              <a:latin typeface="Calibri" panose="020F0502020204030204" pitchFamily="34" charset="0"/>
              <a:cs typeface="Calibri" panose="020F0502020204030204" pitchFamily="34" charset="0"/>
            </a:endParaRPr>
          </a:p>
        </p:txBody>
      </p:sp>
      <p:sp>
        <p:nvSpPr>
          <p:cNvPr id="70" name="Shape 70"/>
          <p:cNvSpPr>
            <a:spLocks noGrp="1"/>
          </p:cNvSpPr>
          <p:nvPr>
            <p:ph type="sldNum" sz="quarter" idx="2"/>
          </p:nvPr>
        </p:nvSpPr>
        <p:spPr>
          <a:xfrm>
            <a:off x="11677594" y="6500813"/>
            <a:ext cx="270908" cy="275717"/>
          </a:xfrm>
          <a:prstGeom prst="rect">
            <a:avLst/>
          </a:prstGeom>
        </p:spPr>
        <p:txBody>
          <a:bodyPr/>
          <a:lstStyle>
            <a:lvl1pPr>
              <a:defRPr>
                <a:solidFill>
                  <a:srgbClr val="677F9F"/>
                </a:solidFill>
              </a:defRPr>
            </a:lvl1pPr>
          </a:lstStyle>
          <a:p>
            <a:fld id="{86CB4B4D-7CA3-9044-876B-883B54F8677D}" type="slidenum">
              <a:rPr/>
              <a:t>‹#›</a:t>
            </a:fld>
            <a:endParaRPr/>
          </a:p>
        </p:txBody>
      </p:sp>
      <p:sp>
        <p:nvSpPr>
          <p:cNvPr id="72" name="Shape 72"/>
          <p:cNvSpPr/>
          <p:nvPr/>
        </p:nvSpPr>
        <p:spPr>
          <a:xfrm flipV="1">
            <a:off x="729445" y="6500812"/>
            <a:ext cx="1" cy="214313"/>
          </a:xfrm>
          <a:prstGeom prst="line">
            <a:avLst/>
          </a:prstGeom>
          <a:ln>
            <a:solidFill>
              <a:srgbClr val="DCDEE0"/>
            </a:solidFill>
            <a:miter lim="400000"/>
          </a:ln>
        </p:spPr>
        <p:txBody>
          <a:bodyPr lIns="47625" tIns="47625" rIns="47625" bIns="47625" anchor="ctr"/>
          <a:lstStyle/>
          <a:p>
            <a:pPr>
              <a:defRPr sz="2400"/>
            </a:pPr>
            <a:endParaRPr sz="2250">
              <a:latin typeface="Calibri" panose="020F0502020204030204" pitchFamily="34" charset="0"/>
              <a:cs typeface="Calibri" panose="020F0502020204030204" pitchFamily="34" charset="0"/>
            </a:endParaRPr>
          </a:p>
        </p:txBody>
      </p:sp>
      <p:sp>
        <p:nvSpPr>
          <p:cNvPr id="75" name="Shape 75"/>
          <p:cNvSpPr>
            <a:spLocks noGrp="1"/>
          </p:cNvSpPr>
          <p:nvPr>
            <p:ph type="body" sz="quarter" idx="15"/>
          </p:nvPr>
        </p:nvSpPr>
        <p:spPr>
          <a:xfrm>
            <a:off x="1029262" y="1671309"/>
            <a:ext cx="2753959" cy="362215"/>
          </a:xfrm>
          <a:prstGeom prst="rect">
            <a:avLst/>
          </a:prstGeom>
        </p:spPr>
        <p:txBody>
          <a:bodyPr wrap="none">
            <a:spAutoFit/>
          </a:bodyPr>
          <a:lstStyle>
            <a:lvl1pPr marL="0" indent="0">
              <a:spcBef>
                <a:spcPts val="0"/>
              </a:spcBef>
              <a:buSzTx/>
              <a:buNone/>
              <a:defRPr sz="1687">
                <a:latin typeface="Calibri" panose="020F0502020204030204" pitchFamily="34" charset="0"/>
                <a:ea typeface="Calibri" panose="020F0502020204030204" pitchFamily="34" charset="0"/>
                <a:cs typeface="Calibri" panose="020F0502020204030204" pitchFamily="34" charset="0"/>
                <a:sym typeface="Avenir Heavy"/>
              </a:defRPr>
            </a:lvl1pPr>
          </a:lstStyle>
          <a:p>
            <a:pPr lvl="0"/>
            <a:r>
              <a:rPr lang="en-US"/>
              <a:t>Click to edit Master text styles</a:t>
            </a:r>
          </a:p>
        </p:txBody>
      </p:sp>
      <p:sp>
        <p:nvSpPr>
          <p:cNvPr id="76" name="Shape 76"/>
          <p:cNvSpPr>
            <a:spLocks noGrp="1"/>
          </p:cNvSpPr>
          <p:nvPr>
            <p:ph type="body" sz="quarter" idx="1"/>
          </p:nvPr>
        </p:nvSpPr>
        <p:spPr>
          <a:xfrm>
            <a:off x="1060434" y="2079187"/>
            <a:ext cx="4853652" cy="3069406"/>
          </a:xfrm>
          <a:prstGeom prst="rect">
            <a:avLst/>
          </a:prstGeom>
        </p:spPr>
        <p:txBody>
          <a:bodyPr anchor="t">
            <a:normAutofit/>
          </a:bodyPr>
          <a:lstStyle>
            <a:lvl1pPr marL="238127" indent="-238127">
              <a:spcBef>
                <a:spcPts val="1406"/>
              </a:spcBef>
              <a:buChar char="‣"/>
              <a:defRPr sz="1406">
                <a:latin typeface="Calibri" panose="020F0502020204030204" pitchFamily="34" charset="0"/>
                <a:ea typeface="Calibri" panose="020F0502020204030204" pitchFamily="34" charset="0"/>
                <a:cs typeface="Calibri" panose="020F0502020204030204" pitchFamily="34" charset="0"/>
                <a:sym typeface="Avenir Book"/>
              </a:defRPr>
            </a:lvl1pPr>
            <a:lvl2pPr marL="654853" indent="-238129">
              <a:spcBef>
                <a:spcPts val="0"/>
              </a:spcBef>
              <a:buChar char="○"/>
              <a:defRPr sz="1406">
                <a:latin typeface="Calibri" panose="020F0502020204030204" pitchFamily="34" charset="0"/>
                <a:ea typeface="Calibri" panose="020F0502020204030204" pitchFamily="34" charset="0"/>
                <a:cs typeface="Calibri" panose="020F0502020204030204" pitchFamily="34" charset="0"/>
                <a:sym typeface="Avenir Book"/>
              </a:defRPr>
            </a:lvl2pPr>
            <a:lvl3pPr marL="1131110" indent="-297661">
              <a:spcBef>
                <a:spcPts val="0"/>
              </a:spcBef>
              <a:buChar char="⇢"/>
              <a:defRPr sz="1406">
                <a:latin typeface="Calibri" panose="020F0502020204030204" pitchFamily="34" charset="0"/>
                <a:ea typeface="Calibri" panose="020F0502020204030204" pitchFamily="34" charset="0"/>
                <a:cs typeface="Calibri" panose="020F0502020204030204" pitchFamily="34" charset="0"/>
                <a:sym typeface="Avenir Book"/>
              </a:defRPr>
            </a:lvl3pPr>
            <a:lvl4pPr marL="1488303" indent="-238129">
              <a:spcBef>
                <a:spcPts val="0"/>
              </a:spcBef>
              <a:defRPr sz="1406">
                <a:latin typeface="Calibri" panose="020F0502020204030204" pitchFamily="34" charset="0"/>
                <a:ea typeface="Calibri" panose="020F0502020204030204" pitchFamily="34" charset="0"/>
                <a:cs typeface="Calibri" panose="020F0502020204030204" pitchFamily="34" charset="0"/>
                <a:sym typeface="Avenir Book"/>
              </a:defRPr>
            </a:lvl4pPr>
            <a:lvl5pPr marL="1905028" indent="-238129">
              <a:spcBef>
                <a:spcPts val="0"/>
              </a:spcBef>
              <a:defRPr sz="1406">
                <a:latin typeface="Calibri" panose="020F0502020204030204" pitchFamily="34" charset="0"/>
                <a:ea typeface="Calibri" panose="020F0502020204030204" pitchFamily="34" charset="0"/>
                <a:cs typeface="Calibri" panose="020F0502020204030204" pitchFamily="34" charset="0"/>
                <a:sym typeface="Avenir Book"/>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Shape 56">
            <a:extLst>
              <a:ext uri="{FF2B5EF4-FFF2-40B4-BE49-F238E27FC236}">
                <a16:creationId xmlns:a16="http://schemas.microsoft.com/office/drawing/2014/main" id="{B41ED6E9-C809-4B00-9109-DB31334DE413}"/>
              </a:ext>
            </a:extLst>
          </p:cNvPr>
          <p:cNvSpPr>
            <a:spLocks noGrp="1"/>
          </p:cNvSpPr>
          <p:nvPr>
            <p:ph type="body" sz="quarter" idx="14" hasCustomPrompt="1"/>
          </p:nvPr>
        </p:nvSpPr>
        <p:spPr>
          <a:xfrm>
            <a:off x="841199" y="343238"/>
            <a:ext cx="7610492" cy="391133"/>
          </a:xfrm>
          <a:prstGeom prst="rect">
            <a:avLst/>
          </a:prstGeom>
        </p:spPr>
        <p:txBody>
          <a:bodyPr wrap="square">
            <a:spAutoFit/>
          </a:bodyPr>
          <a:lstStyle>
            <a:lvl1pPr marL="0" indent="0">
              <a:spcBef>
                <a:spcPts val="0"/>
              </a:spcBef>
              <a:buSzTx/>
              <a:buNone/>
              <a:defRPr sz="1875" b="1">
                <a:latin typeface="Calibri" panose="020F0502020204030204" pitchFamily="34" charset="0"/>
                <a:ea typeface="Calibri" panose="020F0502020204030204" pitchFamily="34" charset="0"/>
                <a:cs typeface="Calibri" panose="020F0502020204030204" pitchFamily="34" charset="0"/>
                <a:sym typeface="Avenir Heavy"/>
              </a:defRPr>
            </a:lvl1pPr>
          </a:lstStyle>
          <a:p>
            <a:r>
              <a:rPr lang="en-US"/>
              <a:t>Slide title</a:t>
            </a:r>
          </a:p>
        </p:txBody>
      </p:sp>
      <p:sp>
        <p:nvSpPr>
          <p:cNvPr id="14" name="Shape 45">
            <a:extLst>
              <a:ext uri="{FF2B5EF4-FFF2-40B4-BE49-F238E27FC236}">
                <a16:creationId xmlns:a16="http://schemas.microsoft.com/office/drawing/2014/main" id="{78CFE139-0FE2-4EFC-AB17-46E209FF11A1}"/>
              </a:ext>
            </a:extLst>
          </p:cNvPr>
          <p:cNvSpPr/>
          <p:nvPr userDrawn="1"/>
        </p:nvSpPr>
        <p:spPr>
          <a:xfrm>
            <a:off x="616149" y="394534"/>
            <a:ext cx="113295" cy="288541"/>
          </a:xfrm>
          <a:prstGeom prst="rect">
            <a:avLst/>
          </a:prstGeom>
          <a:solidFill>
            <a:srgbClr val="F9BF3B"/>
          </a:solidFill>
          <a:ln w="12700">
            <a:miter lim="400000"/>
          </a:ln>
        </p:spPr>
        <p:txBody>
          <a:bodyPr lIns="47625" tIns="47625" rIns="47625" bIns="47625" anchor="ctr"/>
          <a:lstStyle/>
          <a:p>
            <a:pPr>
              <a:defRPr sz="2400">
                <a:solidFill>
                  <a:srgbClr val="FFFFFF"/>
                </a:solidFill>
              </a:defRPr>
            </a:pPr>
            <a:endParaRPr sz="2250">
              <a:latin typeface="Calibri" panose="020F0502020204030204" pitchFamily="34" charset="0"/>
              <a:cs typeface="Calibri" panose="020F0502020204030204" pitchFamily="34" charset="0"/>
            </a:endParaRPr>
          </a:p>
        </p:txBody>
      </p:sp>
      <p:pic>
        <p:nvPicPr>
          <p:cNvPr id="10" name="Picture 9">
            <a:extLst>
              <a:ext uri="{FF2B5EF4-FFF2-40B4-BE49-F238E27FC236}">
                <a16:creationId xmlns:a16="http://schemas.microsoft.com/office/drawing/2014/main" id="{80C7EA7F-C8A5-4014-A0A1-EE370F4CF23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8606" y="6537567"/>
            <a:ext cx="285710" cy="141446"/>
          </a:xfrm>
          <a:prstGeom prst="rect">
            <a:avLst/>
          </a:prstGeom>
        </p:spPr>
      </p:pic>
      <p:sp>
        <p:nvSpPr>
          <p:cNvPr id="12" name="Shape 105">
            <a:extLst>
              <a:ext uri="{FF2B5EF4-FFF2-40B4-BE49-F238E27FC236}">
                <a16:creationId xmlns:a16="http://schemas.microsoft.com/office/drawing/2014/main" id="{544DD525-4216-6BBE-757E-FBE04EDFCC79}"/>
              </a:ext>
            </a:extLst>
          </p:cNvPr>
          <p:cNvSpPr/>
          <p:nvPr userDrawn="1"/>
        </p:nvSpPr>
        <p:spPr>
          <a:xfrm>
            <a:off x="701" y="6802207"/>
            <a:ext cx="12190599" cy="61726"/>
          </a:xfrm>
          <a:prstGeom prst="rect">
            <a:avLst/>
          </a:prstGeom>
          <a:gradFill>
            <a:gsLst>
              <a:gs pos="0">
                <a:srgbClr val="151D24"/>
              </a:gs>
              <a:gs pos="41352">
                <a:srgbClr val="677F9D"/>
              </a:gs>
              <a:gs pos="99772">
                <a:srgbClr val="7497CA"/>
              </a:gs>
            </a:gsLst>
          </a:gradFill>
          <a:ln w="12700">
            <a:miter lim="400000"/>
          </a:ln>
        </p:spPr>
        <p:txBody>
          <a:bodyPr lIns="35718" tIns="35718" rIns="35718" bIns="35718" anchor="ctr"/>
          <a:lstStyle/>
          <a:p>
            <a:pPr>
              <a:defRPr sz="2400">
                <a:solidFill>
                  <a:srgbClr val="FFFFFF"/>
                </a:solidFill>
              </a:defRPr>
            </a:pPr>
            <a:endParaRPr sz="1687"/>
          </a:p>
        </p:txBody>
      </p:sp>
    </p:spTree>
    <p:extLst>
      <p:ext uri="{BB962C8B-B14F-4D97-AF65-F5344CB8AC3E}">
        <p14:creationId xmlns:p14="http://schemas.microsoft.com/office/powerpoint/2010/main" val="769728373"/>
      </p:ext>
    </p:extLst>
  </p:cSld>
  <p:clrMapOvr>
    <a:masterClrMapping/>
  </p:clrMapOvr>
  <p:transition spd="med"/>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userDrawn="1">
  <p:cSld name="2_Cover Page">
    <p:bg>
      <p:bgPr>
        <a:solidFill>
          <a:srgbClr val="151D24"/>
        </a:solidFill>
        <a:effectLst/>
      </p:bgPr>
    </p:bg>
    <p:spTree>
      <p:nvGrpSpPr>
        <p:cNvPr id="1" name=""/>
        <p:cNvGrpSpPr/>
        <p:nvPr/>
      </p:nvGrpSpPr>
      <p:grpSpPr>
        <a:xfrm>
          <a:off x="0" y="0"/>
          <a:ext cx="0" cy="0"/>
          <a:chOff x="0" y="0"/>
          <a:chExt cx="0" cy="0"/>
        </a:xfrm>
      </p:grpSpPr>
      <p:sp>
        <p:nvSpPr>
          <p:cNvPr id="15" name="Shape 15"/>
          <p:cNvSpPr>
            <a:spLocks noGrp="1"/>
          </p:cNvSpPr>
          <p:nvPr>
            <p:ph type="body" sz="quarter" idx="14" hasCustomPrompt="1"/>
          </p:nvPr>
        </p:nvSpPr>
        <p:spPr>
          <a:xfrm>
            <a:off x="5000118" y="3162078"/>
            <a:ext cx="1840119" cy="461665"/>
          </a:xfrm>
          <a:prstGeom prst="rect">
            <a:avLst/>
          </a:prstGeom>
        </p:spPr>
        <p:txBody>
          <a:bodyPr wrap="none">
            <a:spAutoFit/>
          </a:bodyPr>
          <a:lstStyle>
            <a:lvl1pPr marL="0" indent="0">
              <a:spcBef>
                <a:spcPts val="0"/>
              </a:spcBef>
              <a:buSzTx/>
              <a:buNone/>
              <a:defRPr sz="3000">
                <a:solidFill>
                  <a:srgbClr val="FFFFFF"/>
                </a:solidFill>
                <a:latin typeface="Calibri" panose="020F0502020204030204" pitchFamily="34" charset="0"/>
                <a:ea typeface="Calibri" panose="020F0502020204030204" pitchFamily="34" charset="0"/>
                <a:cs typeface="Calibri" panose="020F0502020204030204" pitchFamily="34" charset="0"/>
                <a:sym typeface="Avenir Heavy"/>
              </a:defRPr>
            </a:lvl1pPr>
          </a:lstStyle>
          <a:p>
            <a:r>
              <a:rPr lang="en-US"/>
              <a:t>Questions?</a:t>
            </a:r>
            <a:endParaRPr/>
          </a:p>
        </p:txBody>
      </p:sp>
      <p:sp>
        <p:nvSpPr>
          <p:cNvPr id="16" name="Shape 16"/>
          <p:cNvSpPr/>
          <p:nvPr/>
        </p:nvSpPr>
        <p:spPr>
          <a:xfrm flipV="1">
            <a:off x="4394022" y="2756970"/>
            <a:ext cx="1" cy="1344060"/>
          </a:xfrm>
          <a:prstGeom prst="line">
            <a:avLst/>
          </a:prstGeom>
          <a:ln w="25400">
            <a:solidFill>
              <a:srgbClr val="151D24"/>
            </a:solidFill>
            <a:miter lim="400000"/>
          </a:ln>
          <a:effectLst>
            <a:outerShdw blurRad="25400" dist="27131" rotWithShape="0">
              <a:srgbClr val="000000">
                <a:alpha val="18863"/>
              </a:srgbClr>
            </a:outerShdw>
          </a:effectLst>
        </p:spPr>
        <p:txBody>
          <a:bodyPr lIns="47625" tIns="47625" rIns="47625" bIns="47625" anchor="ctr"/>
          <a:lstStyle/>
          <a:p>
            <a:pPr>
              <a:defRPr sz="2400"/>
            </a:pPr>
            <a:endParaRPr sz="2250">
              <a:latin typeface="Calibri" panose="020F0502020204030204" pitchFamily="34" charset="0"/>
              <a:cs typeface="Calibri" panose="020F0502020204030204" pitchFamily="34" charset="0"/>
            </a:endParaRPr>
          </a:p>
        </p:txBody>
      </p:sp>
      <p:sp>
        <p:nvSpPr>
          <p:cNvPr id="17" name="Shape 17"/>
          <p:cNvSpPr/>
          <p:nvPr/>
        </p:nvSpPr>
        <p:spPr>
          <a:xfrm flipV="1">
            <a:off x="4405928" y="2730913"/>
            <a:ext cx="1" cy="1396174"/>
          </a:xfrm>
          <a:prstGeom prst="line">
            <a:avLst/>
          </a:prstGeom>
          <a:ln w="12700">
            <a:solidFill>
              <a:srgbClr val="10171D"/>
            </a:solidFill>
            <a:miter lim="400000"/>
          </a:ln>
        </p:spPr>
        <p:txBody>
          <a:bodyPr lIns="47625" tIns="47625" rIns="47625" bIns="47625" anchor="ctr"/>
          <a:lstStyle/>
          <a:p>
            <a:pPr>
              <a:defRPr sz="2400"/>
            </a:pPr>
            <a:endParaRPr sz="2250">
              <a:latin typeface="Calibri" panose="020F0502020204030204" pitchFamily="34" charset="0"/>
              <a:cs typeface="Calibri" panose="020F0502020204030204" pitchFamily="34" charset="0"/>
            </a:endParaRPr>
          </a:p>
        </p:txBody>
      </p:sp>
      <p:sp>
        <p:nvSpPr>
          <p:cNvPr id="20" name="Shape 20"/>
          <p:cNvSpPr>
            <a:spLocks noGrp="1"/>
          </p:cNvSpPr>
          <p:nvPr>
            <p:ph type="sldNum" sz="quarter" idx="2"/>
          </p:nvPr>
        </p:nvSpPr>
        <p:spPr>
          <a:xfrm>
            <a:off x="11696651" y="6496348"/>
            <a:ext cx="241195" cy="245259"/>
          </a:xfrm>
          <a:prstGeom prst="rect">
            <a:avLst/>
          </a:prstGeom>
        </p:spPr>
        <p:txBody>
          <a:bodyPr/>
          <a:lstStyle>
            <a:lvl1pPr>
              <a:defRPr>
                <a:solidFill>
                  <a:srgbClr val="677F9F"/>
                </a:solidFill>
              </a:defRPr>
            </a:lvl1pPr>
          </a:lstStyle>
          <a:p>
            <a:fld id="{86CB4B4D-7CA3-9044-876B-883B54F8677D}" type="slidenum">
              <a:t>‹#›</a:t>
            </a:fld>
            <a:endParaRPr/>
          </a:p>
        </p:txBody>
      </p:sp>
      <p:pic>
        <p:nvPicPr>
          <p:cNvPr id="4" name="Picture 3"/>
          <p:cNvPicPr>
            <a:picLocks noChangeAspect="1"/>
          </p:cNvPicPr>
          <p:nvPr userDrawn="1"/>
        </p:nvPicPr>
        <p:blipFill>
          <a:blip r:embed="rId2">
            <a:clrChange>
              <a:clrFrom>
                <a:srgbClr val="FFFFFF"/>
              </a:clrFrom>
              <a:clrTo>
                <a:srgbClr val="FFFFFF">
                  <a:alpha val="0"/>
                </a:srgbClr>
              </a:clrTo>
            </a:clrChange>
            <a:lum bright="70000" contrast="-70000"/>
            <a:alphaModFix amt="5000"/>
            <a:extLst>
              <a:ext uri="{28A0092B-C50C-407E-A947-70E740481C1C}">
                <a14:useLocalDpi xmlns:a14="http://schemas.microsoft.com/office/drawing/2010/main" val="0"/>
              </a:ext>
            </a:extLst>
          </a:blip>
          <a:stretch>
            <a:fillRect/>
          </a:stretch>
        </p:blipFill>
        <p:spPr>
          <a:xfrm>
            <a:off x="638078" y="1279944"/>
            <a:ext cx="10915845" cy="4298114"/>
          </a:xfrm>
          <a:prstGeom prst="rect">
            <a:avLst/>
          </a:prstGeom>
          <a:noFill/>
        </p:spPr>
      </p:pic>
      <p:sp>
        <p:nvSpPr>
          <p:cNvPr id="10" name="Shape 131"/>
          <p:cNvSpPr/>
          <p:nvPr userDrawn="1"/>
        </p:nvSpPr>
        <p:spPr>
          <a:xfrm>
            <a:off x="748133" y="6494925"/>
            <a:ext cx="2611292" cy="226088"/>
          </a:xfrm>
          <a:prstGeom prst="rect">
            <a:avLst/>
          </a:prstGeom>
          <a:ln w="12700">
            <a:miter lim="400000"/>
          </a:ln>
          <a:extLst>
            <a:ext uri="{C572A759-6A51-4108-AA02-DFA0A04FC94B}">
              <ma14:wrappingTextBoxFlag xmlns="" xmlns:ma14="http://schemas.microsoft.com/office/mac/drawingml/2011/main" val="1"/>
            </a:ext>
          </a:extLst>
        </p:spPr>
        <p:txBody>
          <a:bodyPr wrap="none" lIns="47625" tIns="47625" rIns="47625" bIns="47625" anchor="ctr">
            <a:spAutoFit/>
          </a:bodyPr>
          <a:lstStyle>
            <a:lvl1pPr algn="l">
              <a:defRPr sz="900">
                <a:solidFill>
                  <a:srgbClr val="647C9C"/>
                </a:solidFill>
                <a:latin typeface="Avenir Light"/>
                <a:ea typeface="Avenir Light"/>
                <a:cs typeface="Avenir Light"/>
                <a:sym typeface="Avenir Light"/>
              </a:defRPr>
            </a:lvl1pPr>
          </a:lstStyle>
          <a:p>
            <a:r>
              <a:rPr sz="844">
                <a:latin typeface="Calibri" panose="020F0502020204030204" pitchFamily="34" charset="0"/>
                <a:cs typeface="Calibri" panose="020F0502020204030204" pitchFamily="34" charset="0"/>
              </a:rPr>
              <a:t>ST6 PARTNERS CONFIDENTIAL AND PROPRIETARY ©</a:t>
            </a:r>
            <a:r>
              <a:rPr lang="en-US" sz="844">
                <a:latin typeface="Calibri" panose="020F0502020204030204" pitchFamily="34" charset="0"/>
                <a:cs typeface="Calibri" panose="020F0502020204030204" pitchFamily="34" charset="0"/>
              </a:rPr>
              <a:t>2021</a:t>
            </a:r>
            <a:endParaRPr sz="844">
              <a:latin typeface="Calibri" panose="020F0502020204030204" pitchFamily="34" charset="0"/>
              <a:cs typeface="Calibri" panose="020F0502020204030204" pitchFamily="34" charset="0"/>
            </a:endParaRPr>
          </a:p>
        </p:txBody>
      </p:sp>
      <p:pic>
        <p:nvPicPr>
          <p:cNvPr id="9" name="Picture 8">
            <a:extLst>
              <a:ext uri="{FF2B5EF4-FFF2-40B4-BE49-F238E27FC236}">
                <a16:creationId xmlns:a16="http://schemas.microsoft.com/office/drawing/2014/main" id="{29269044-FF29-49FB-8747-1CD18D97E7E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68606" y="6537567"/>
            <a:ext cx="285710" cy="141446"/>
          </a:xfrm>
          <a:prstGeom prst="rect">
            <a:avLst/>
          </a:prstGeom>
        </p:spPr>
      </p:pic>
    </p:spTree>
    <p:extLst>
      <p:ext uri="{BB962C8B-B14F-4D97-AF65-F5344CB8AC3E}">
        <p14:creationId xmlns:p14="http://schemas.microsoft.com/office/powerpoint/2010/main" val="3025056574"/>
      </p:ext>
    </p:extLst>
  </p:cSld>
  <p:clrMapOvr>
    <a:masterClrMapping/>
  </p:clrMapOvr>
  <p:transition spd="med"/>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reak Slide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8AAE182-A903-7A40-9F39-53612B495C7E}"/>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7">
            <a:extLst>
              <a:ext uri="{FF2B5EF4-FFF2-40B4-BE49-F238E27FC236}">
                <a16:creationId xmlns:a16="http://schemas.microsoft.com/office/drawing/2014/main" id="{D42DEBBC-106B-AD4C-B838-42D7F7EB23BC}"/>
              </a:ext>
            </a:extLst>
          </p:cNvPr>
          <p:cNvSpPr>
            <a:spLocks noGrp="1"/>
          </p:cNvSpPr>
          <p:nvPr>
            <p:ph type="title" hasCustomPrompt="1"/>
          </p:nvPr>
        </p:nvSpPr>
        <p:spPr>
          <a:xfrm>
            <a:off x="1716137" y="3600450"/>
            <a:ext cx="4505326" cy="546100"/>
          </a:xfrm>
        </p:spPr>
        <p:txBody>
          <a:bodyPr/>
          <a:lstStyle>
            <a:lvl1pPr>
              <a:lnSpc>
                <a:spcPts val="3800"/>
              </a:lnSpc>
              <a:defRPr sz="3200">
                <a:solidFill>
                  <a:schemeClr val="accent3"/>
                </a:solidFill>
              </a:defRPr>
            </a:lvl1pPr>
          </a:lstStyle>
          <a:p>
            <a:r>
              <a:rPr lang="en-US"/>
              <a:t>Click To Edit Master Title</a:t>
            </a:r>
            <a:endParaRPr lang="en-GB"/>
          </a:p>
        </p:txBody>
      </p:sp>
      <p:sp>
        <p:nvSpPr>
          <p:cNvPr id="14" name="Text Placeholder 13">
            <a:extLst>
              <a:ext uri="{FF2B5EF4-FFF2-40B4-BE49-F238E27FC236}">
                <a16:creationId xmlns:a16="http://schemas.microsoft.com/office/drawing/2014/main" id="{C5BDD823-5E5B-4B4F-A79C-C865BBB7067F}"/>
              </a:ext>
            </a:extLst>
          </p:cNvPr>
          <p:cNvSpPr>
            <a:spLocks noGrp="1"/>
          </p:cNvSpPr>
          <p:nvPr>
            <p:ph type="body" sz="quarter" idx="11" hasCustomPrompt="1"/>
          </p:nvPr>
        </p:nvSpPr>
        <p:spPr>
          <a:xfrm>
            <a:off x="1716137" y="2551113"/>
            <a:ext cx="1365251" cy="676946"/>
          </a:xfrm>
        </p:spPr>
        <p:txBody>
          <a:bodyPr rIns="0"/>
          <a:lstStyle>
            <a:lvl1pPr marL="0" indent="0" algn="l">
              <a:lnSpc>
                <a:spcPts val="6500"/>
              </a:lnSpc>
              <a:spcAft>
                <a:spcPts val="0"/>
              </a:spcAft>
              <a:buNone/>
              <a:defRPr sz="60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a:t>01</a:t>
            </a:r>
            <a:endParaRPr lang="en-GB"/>
          </a:p>
        </p:txBody>
      </p:sp>
      <p:sp>
        <p:nvSpPr>
          <p:cNvPr id="7" name="Freeform 6" hidden="1">
            <a:extLst>
              <a:ext uri="{FF2B5EF4-FFF2-40B4-BE49-F238E27FC236}">
                <a16:creationId xmlns:a16="http://schemas.microsoft.com/office/drawing/2014/main" id="{FE1DE52E-C178-CF49-B344-9BCB30285796}"/>
              </a:ext>
            </a:extLst>
          </p:cNvPr>
          <p:cNvSpPr/>
          <p:nvPr userDrawn="1"/>
        </p:nvSpPr>
        <p:spPr>
          <a:xfrm>
            <a:off x="-2310661" y="-1997419"/>
            <a:ext cx="11298503" cy="11298503"/>
          </a:xfrm>
          <a:custGeom>
            <a:avLst/>
            <a:gdLst>
              <a:gd name="connsiteX0" fmla="*/ 11805098 w 11805098"/>
              <a:gd name="connsiteY0" fmla="*/ 0 h 11805098"/>
              <a:gd name="connsiteX1" fmla="*/ 8451268 w 11805098"/>
              <a:gd name="connsiteY1" fmla="*/ 3353831 h 11805098"/>
              <a:gd name="connsiteX2" fmla="*/ 8229846 w 11805098"/>
              <a:gd name="connsiteY2" fmla="*/ 3888116 h 11805098"/>
              <a:gd name="connsiteX3" fmla="*/ 8229846 w 11805098"/>
              <a:gd name="connsiteY3" fmla="*/ 7638127 h 11805098"/>
              <a:gd name="connsiteX4" fmla="*/ 7474138 w 11805098"/>
              <a:gd name="connsiteY4" fmla="*/ 8393834 h 11805098"/>
              <a:gd name="connsiteX5" fmla="*/ 3724128 w 11805098"/>
              <a:gd name="connsiteY5" fmla="*/ 8393834 h 11805098"/>
              <a:gd name="connsiteX6" fmla="*/ 3189842 w 11805098"/>
              <a:gd name="connsiteY6" fmla="*/ 8615256 h 11805098"/>
              <a:gd name="connsiteX7" fmla="*/ 0 w 11805098"/>
              <a:gd name="connsiteY7" fmla="*/ 11805098 h 11805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05098" h="11805098">
                <a:moveTo>
                  <a:pt x="11805098" y="0"/>
                </a:moveTo>
                <a:lnTo>
                  <a:pt x="8451268" y="3353831"/>
                </a:lnTo>
                <a:cubicBezTo>
                  <a:pt x="8309573" y="3495526"/>
                  <a:pt x="8229846" y="3687854"/>
                  <a:pt x="8229846" y="3888116"/>
                </a:cubicBezTo>
                <a:lnTo>
                  <a:pt x="8229846" y="7638127"/>
                </a:lnTo>
                <a:cubicBezTo>
                  <a:pt x="8229846" y="8055467"/>
                  <a:pt x="7891478" y="8393834"/>
                  <a:pt x="7474138" y="8393834"/>
                </a:cubicBezTo>
                <a:lnTo>
                  <a:pt x="3724128" y="8393834"/>
                </a:lnTo>
                <a:cubicBezTo>
                  <a:pt x="3523676" y="8393834"/>
                  <a:pt x="3331538" y="8473373"/>
                  <a:pt x="3189842" y="8615256"/>
                </a:cubicBezTo>
                <a:lnTo>
                  <a:pt x="0" y="11805098"/>
                </a:lnTo>
              </a:path>
            </a:pathLst>
          </a:custGeom>
          <a:noFill/>
          <a:ln w="25400" cap="flat">
            <a:solidFill>
              <a:schemeClr val="accent3"/>
            </a:solidFill>
            <a:prstDash val="solid"/>
            <a:miter/>
          </a:ln>
        </p:spPr>
        <p:txBody>
          <a:bodyPr rtlCol="0" anchor="ctr"/>
          <a:lstStyle/>
          <a:p>
            <a:endParaRPr lang="en-GB"/>
          </a:p>
        </p:txBody>
      </p:sp>
      <p:sp>
        <p:nvSpPr>
          <p:cNvPr id="9" name="Freeform 8" hidden="1">
            <a:extLst>
              <a:ext uri="{FF2B5EF4-FFF2-40B4-BE49-F238E27FC236}">
                <a16:creationId xmlns:a16="http://schemas.microsoft.com/office/drawing/2014/main" id="{F0CDCEE9-1721-CD48-B897-0F61D4F51E26}"/>
              </a:ext>
            </a:extLst>
          </p:cNvPr>
          <p:cNvSpPr/>
          <p:nvPr userDrawn="1"/>
        </p:nvSpPr>
        <p:spPr>
          <a:xfrm>
            <a:off x="-2998678" y="-2449286"/>
            <a:ext cx="11298503" cy="11298683"/>
          </a:xfrm>
          <a:custGeom>
            <a:avLst/>
            <a:gdLst>
              <a:gd name="connsiteX0" fmla="*/ 0 w 11805098"/>
              <a:gd name="connsiteY0" fmla="*/ 11805288 h 11805287"/>
              <a:gd name="connsiteX1" fmla="*/ 3190787 w 11805098"/>
              <a:gd name="connsiteY1" fmla="*/ 8614501 h 11805287"/>
              <a:gd name="connsiteX2" fmla="*/ 3412209 w 11805098"/>
              <a:gd name="connsiteY2" fmla="*/ 8080216 h 11805287"/>
              <a:gd name="connsiteX3" fmla="*/ 3412209 w 11805098"/>
              <a:gd name="connsiteY3" fmla="*/ 4332095 h 11805287"/>
              <a:gd name="connsiteX4" fmla="*/ 4167917 w 11805098"/>
              <a:gd name="connsiteY4" fmla="*/ 3576387 h 11805287"/>
              <a:gd name="connsiteX5" fmla="*/ 7915660 w 11805098"/>
              <a:gd name="connsiteY5" fmla="*/ 3576387 h 11805287"/>
              <a:gd name="connsiteX6" fmla="*/ 8449945 w 11805098"/>
              <a:gd name="connsiteY6" fmla="*/ 3354965 h 11805287"/>
              <a:gd name="connsiteX7" fmla="*/ 11805099 w 11805098"/>
              <a:gd name="connsiteY7" fmla="*/ 0 h 11805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05098" h="11805287">
                <a:moveTo>
                  <a:pt x="0" y="11805288"/>
                </a:moveTo>
                <a:lnTo>
                  <a:pt x="3190787" y="8614501"/>
                </a:lnTo>
                <a:cubicBezTo>
                  <a:pt x="3332482" y="8472805"/>
                  <a:pt x="3412209" y="8280478"/>
                  <a:pt x="3412209" y="8080216"/>
                </a:cubicBezTo>
                <a:lnTo>
                  <a:pt x="3412209" y="4332095"/>
                </a:lnTo>
                <a:cubicBezTo>
                  <a:pt x="3412209" y="3914755"/>
                  <a:pt x="3750577" y="3576387"/>
                  <a:pt x="4167917" y="3576387"/>
                </a:cubicBezTo>
                <a:lnTo>
                  <a:pt x="7915660" y="3576387"/>
                </a:lnTo>
                <a:cubicBezTo>
                  <a:pt x="8116112" y="3576387"/>
                  <a:pt x="8308251" y="3496849"/>
                  <a:pt x="8449945" y="3354965"/>
                </a:cubicBezTo>
                <a:lnTo>
                  <a:pt x="11805099" y="0"/>
                </a:lnTo>
              </a:path>
            </a:pathLst>
          </a:custGeom>
          <a:noFill/>
          <a:ln w="25400" cap="flat">
            <a:solidFill>
              <a:schemeClr val="accent3"/>
            </a:solidFill>
            <a:prstDash val="solid"/>
            <a:miter/>
          </a:ln>
        </p:spPr>
        <p:txBody>
          <a:bodyPr rtlCol="0" anchor="ctr"/>
          <a:lstStyle/>
          <a:p>
            <a:endParaRPr lang="en-GB"/>
          </a:p>
        </p:txBody>
      </p:sp>
      <p:cxnSp>
        <p:nvCxnSpPr>
          <p:cNvPr id="41" name="Straight Connector 40">
            <a:extLst>
              <a:ext uri="{FF2B5EF4-FFF2-40B4-BE49-F238E27FC236}">
                <a16:creationId xmlns:a16="http://schemas.microsoft.com/office/drawing/2014/main" id="{321001C7-D53E-3F4D-9420-9829990BC098}"/>
              </a:ext>
            </a:extLst>
          </p:cNvPr>
          <p:cNvCxnSpPr>
            <a:cxnSpLocks/>
          </p:cNvCxnSpPr>
          <p:nvPr userDrawn="1"/>
        </p:nvCxnSpPr>
        <p:spPr>
          <a:xfrm>
            <a:off x="11634435" y="6400800"/>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42" name="Rounded Rectangle 41">
            <a:extLst>
              <a:ext uri="{FF2B5EF4-FFF2-40B4-BE49-F238E27FC236}">
                <a16:creationId xmlns:a16="http://schemas.microsoft.com/office/drawing/2014/main" id="{21A7CCF3-D189-DA4D-9943-86FF2A6C1051}"/>
              </a:ext>
            </a:extLst>
          </p:cNvPr>
          <p:cNvSpPr>
            <a:spLocks noChangeAspect="1"/>
          </p:cNvSpPr>
          <p:nvPr userDrawn="1"/>
        </p:nvSpPr>
        <p:spPr>
          <a:xfrm rot="2700000">
            <a:off x="11576386" y="6332218"/>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931F644F-3A84-59B4-AEA2-8EA329D33DC4}"/>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bg1"/>
                </a:solidFill>
                <a:latin typeface="+mj-lt"/>
              </a:rPr>
              <a:t>Confidential</a:t>
            </a:r>
          </a:p>
        </p:txBody>
      </p:sp>
      <p:sp>
        <p:nvSpPr>
          <p:cNvPr id="13" name="Slide Number Placeholder 5">
            <a:extLst>
              <a:ext uri="{FF2B5EF4-FFF2-40B4-BE49-F238E27FC236}">
                <a16:creationId xmlns:a16="http://schemas.microsoft.com/office/drawing/2014/main" id="{FCB720B0-4D32-63D7-FDF3-6CE86534FFEC}"/>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bg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85476047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5 Columns Text and Callout + Icons">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2"/>
            <a:ext cx="6468699" cy="695608"/>
          </a:xfrm>
        </p:spPr>
        <p:txBody>
          <a:bodyPr/>
          <a:lstStyle/>
          <a:p>
            <a:r>
              <a:rPr lang="en-US"/>
              <a:t>Click To Edit Master Title Style</a:t>
            </a:r>
            <a:endParaRPr lang="en-GB"/>
          </a:p>
        </p:txBody>
      </p:sp>
      <p:sp>
        <p:nvSpPr>
          <p:cNvPr id="48" name="Text Placeholder 47">
            <a:extLst>
              <a:ext uri="{FF2B5EF4-FFF2-40B4-BE49-F238E27FC236}">
                <a16:creationId xmlns:a16="http://schemas.microsoft.com/office/drawing/2014/main" id="{FFCCB661-53E0-5448-AF21-F8198A7FB0F6}"/>
              </a:ext>
            </a:extLst>
          </p:cNvPr>
          <p:cNvSpPr>
            <a:spLocks noGrp="1"/>
          </p:cNvSpPr>
          <p:nvPr>
            <p:ph type="body" sz="quarter" idx="22" hasCustomPrompt="1"/>
          </p:nvPr>
        </p:nvSpPr>
        <p:spPr>
          <a:xfrm>
            <a:off x="454025" y="3170148"/>
            <a:ext cx="1929384"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7" name="Text Placeholder 47">
            <a:extLst>
              <a:ext uri="{FF2B5EF4-FFF2-40B4-BE49-F238E27FC236}">
                <a16:creationId xmlns:a16="http://schemas.microsoft.com/office/drawing/2014/main" id="{19400723-BC54-8349-8A95-23946DB2C51A}"/>
              </a:ext>
            </a:extLst>
          </p:cNvPr>
          <p:cNvSpPr>
            <a:spLocks noGrp="1"/>
          </p:cNvSpPr>
          <p:nvPr>
            <p:ph type="body" sz="quarter" idx="25" hasCustomPrompt="1"/>
          </p:nvPr>
        </p:nvSpPr>
        <p:spPr>
          <a:xfrm>
            <a:off x="454025" y="2756244"/>
            <a:ext cx="1929384"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grpSp>
        <p:nvGrpSpPr>
          <p:cNvPr id="25" name="Graphic 62" hidden="1">
            <a:extLst>
              <a:ext uri="{FF2B5EF4-FFF2-40B4-BE49-F238E27FC236}">
                <a16:creationId xmlns:a16="http://schemas.microsoft.com/office/drawing/2014/main" id="{37E8EFD6-93AF-7C40-8F83-1CC6A17CF023}"/>
              </a:ext>
            </a:extLst>
          </p:cNvPr>
          <p:cNvGrpSpPr/>
          <p:nvPr userDrawn="1"/>
        </p:nvGrpSpPr>
        <p:grpSpPr>
          <a:xfrm>
            <a:off x="11389259" y="6063628"/>
            <a:ext cx="352694" cy="349203"/>
            <a:chOff x="10767269" y="208371"/>
            <a:chExt cx="182844" cy="181034"/>
          </a:xfrm>
        </p:grpSpPr>
        <p:sp>
          <p:nvSpPr>
            <p:cNvPr id="26" name="Freeform 25">
              <a:extLst>
                <a:ext uri="{FF2B5EF4-FFF2-40B4-BE49-F238E27FC236}">
                  <a16:creationId xmlns:a16="http://schemas.microsoft.com/office/drawing/2014/main" id="{4F651056-D366-E545-9DE0-774E7A8D6A3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AD7B71D8-BB1F-F844-9402-FE9AF1EF66C9}"/>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30EBE199-BDA1-6A49-914A-B62A8829C8A3}"/>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54E1BC0B-11CF-C343-B4DA-25D4DECBE1A9}"/>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2" name="Freeform 31">
              <a:extLst>
                <a:ext uri="{FF2B5EF4-FFF2-40B4-BE49-F238E27FC236}">
                  <a16:creationId xmlns:a16="http://schemas.microsoft.com/office/drawing/2014/main" id="{C065C08D-2708-B64D-8AD3-C0ADC2A2307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80" name="Text Placeholder 47">
            <a:extLst>
              <a:ext uri="{FF2B5EF4-FFF2-40B4-BE49-F238E27FC236}">
                <a16:creationId xmlns:a16="http://schemas.microsoft.com/office/drawing/2014/main" id="{769CF6C3-F090-E7F1-BB56-4531E57B70BE}"/>
              </a:ext>
            </a:extLst>
          </p:cNvPr>
          <p:cNvSpPr>
            <a:spLocks noGrp="1"/>
          </p:cNvSpPr>
          <p:nvPr>
            <p:ph type="body" sz="quarter" idx="26" hasCustomPrompt="1"/>
          </p:nvPr>
        </p:nvSpPr>
        <p:spPr>
          <a:xfrm>
            <a:off x="2802478" y="3170148"/>
            <a:ext cx="1929384"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81" name="Text Placeholder 47">
            <a:extLst>
              <a:ext uri="{FF2B5EF4-FFF2-40B4-BE49-F238E27FC236}">
                <a16:creationId xmlns:a16="http://schemas.microsoft.com/office/drawing/2014/main" id="{D99C8652-1EA0-C7E1-2AAC-6D6BDB302D03}"/>
              </a:ext>
            </a:extLst>
          </p:cNvPr>
          <p:cNvSpPr>
            <a:spLocks noGrp="1"/>
          </p:cNvSpPr>
          <p:nvPr>
            <p:ph type="body" sz="quarter" idx="27" hasCustomPrompt="1"/>
          </p:nvPr>
        </p:nvSpPr>
        <p:spPr>
          <a:xfrm>
            <a:off x="2802478" y="2756244"/>
            <a:ext cx="1929384"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83" name="Text Placeholder 47">
            <a:extLst>
              <a:ext uri="{FF2B5EF4-FFF2-40B4-BE49-F238E27FC236}">
                <a16:creationId xmlns:a16="http://schemas.microsoft.com/office/drawing/2014/main" id="{8EF1F521-2C1F-660B-1B66-26361DD0EAD3}"/>
              </a:ext>
            </a:extLst>
          </p:cNvPr>
          <p:cNvSpPr>
            <a:spLocks noGrp="1"/>
          </p:cNvSpPr>
          <p:nvPr>
            <p:ph type="body" sz="quarter" idx="28" hasCustomPrompt="1"/>
          </p:nvPr>
        </p:nvSpPr>
        <p:spPr>
          <a:xfrm>
            <a:off x="5147073" y="3170148"/>
            <a:ext cx="1929384"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84" name="Text Placeholder 47">
            <a:extLst>
              <a:ext uri="{FF2B5EF4-FFF2-40B4-BE49-F238E27FC236}">
                <a16:creationId xmlns:a16="http://schemas.microsoft.com/office/drawing/2014/main" id="{DB26188A-25C6-B60E-C2B7-9E66A70F33A1}"/>
              </a:ext>
            </a:extLst>
          </p:cNvPr>
          <p:cNvSpPr>
            <a:spLocks noGrp="1"/>
          </p:cNvSpPr>
          <p:nvPr>
            <p:ph type="body" sz="quarter" idx="29" hasCustomPrompt="1"/>
          </p:nvPr>
        </p:nvSpPr>
        <p:spPr>
          <a:xfrm>
            <a:off x="5147073" y="2756244"/>
            <a:ext cx="1929384"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86" name="Text Placeholder 47">
            <a:extLst>
              <a:ext uri="{FF2B5EF4-FFF2-40B4-BE49-F238E27FC236}">
                <a16:creationId xmlns:a16="http://schemas.microsoft.com/office/drawing/2014/main" id="{A8BD44EB-4746-14D0-03DB-B7FB64BE3F29}"/>
              </a:ext>
            </a:extLst>
          </p:cNvPr>
          <p:cNvSpPr>
            <a:spLocks noGrp="1"/>
          </p:cNvSpPr>
          <p:nvPr>
            <p:ph type="body" sz="quarter" idx="30" hasCustomPrompt="1"/>
          </p:nvPr>
        </p:nvSpPr>
        <p:spPr>
          <a:xfrm>
            <a:off x="7504920" y="3170148"/>
            <a:ext cx="1929384"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87" name="Text Placeholder 47">
            <a:extLst>
              <a:ext uri="{FF2B5EF4-FFF2-40B4-BE49-F238E27FC236}">
                <a16:creationId xmlns:a16="http://schemas.microsoft.com/office/drawing/2014/main" id="{A46F8B32-2734-A492-7730-1BFAD6C1A939}"/>
              </a:ext>
            </a:extLst>
          </p:cNvPr>
          <p:cNvSpPr>
            <a:spLocks noGrp="1"/>
          </p:cNvSpPr>
          <p:nvPr>
            <p:ph type="body" sz="quarter" idx="31" hasCustomPrompt="1"/>
          </p:nvPr>
        </p:nvSpPr>
        <p:spPr>
          <a:xfrm>
            <a:off x="7504920" y="2756244"/>
            <a:ext cx="1929384"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89" name="Text Placeholder 47">
            <a:extLst>
              <a:ext uri="{FF2B5EF4-FFF2-40B4-BE49-F238E27FC236}">
                <a16:creationId xmlns:a16="http://schemas.microsoft.com/office/drawing/2014/main" id="{C2A6A512-7A61-D1B1-EFEF-EF532A9B7B65}"/>
              </a:ext>
            </a:extLst>
          </p:cNvPr>
          <p:cNvSpPr>
            <a:spLocks noGrp="1"/>
          </p:cNvSpPr>
          <p:nvPr>
            <p:ph type="body" sz="quarter" idx="32" hasCustomPrompt="1"/>
          </p:nvPr>
        </p:nvSpPr>
        <p:spPr>
          <a:xfrm>
            <a:off x="9820080" y="3170148"/>
            <a:ext cx="1929384"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90" name="Text Placeholder 47">
            <a:extLst>
              <a:ext uri="{FF2B5EF4-FFF2-40B4-BE49-F238E27FC236}">
                <a16:creationId xmlns:a16="http://schemas.microsoft.com/office/drawing/2014/main" id="{C982340C-E7AA-21AE-9202-6AA0148335D9}"/>
              </a:ext>
            </a:extLst>
          </p:cNvPr>
          <p:cNvSpPr>
            <a:spLocks noGrp="1"/>
          </p:cNvSpPr>
          <p:nvPr>
            <p:ph type="body" sz="quarter" idx="33" hasCustomPrompt="1"/>
          </p:nvPr>
        </p:nvSpPr>
        <p:spPr>
          <a:xfrm>
            <a:off x="9820080" y="2756244"/>
            <a:ext cx="1929384"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102" name="Text Placeholder 47">
            <a:extLst>
              <a:ext uri="{FF2B5EF4-FFF2-40B4-BE49-F238E27FC236}">
                <a16:creationId xmlns:a16="http://schemas.microsoft.com/office/drawing/2014/main" id="{77A3C413-88E4-48DB-8F69-7E2EBB771256}"/>
              </a:ext>
            </a:extLst>
          </p:cNvPr>
          <p:cNvSpPr>
            <a:spLocks noGrp="1"/>
          </p:cNvSpPr>
          <p:nvPr>
            <p:ph type="body" sz="quarter" idx="34" hasCustomPrompt="1"/>
          </p:nvPr>
        </p:nvSpPr>
        <p:spPr>
          <a:xfrm>
            <a:off x="454025" y="4737617"/>
            <a:ext cx="1929384" cy="347472"/>
          </a:xfrm>
        </p:spPr>
        <p:txBody>
          <a:bodyPr anchor="b"/>
          <a:lstStyle>
            <a:lvl1pPr marL="0" indent="0">
              <a:lnSpc>
                <a:spcPct val="100000"/>
              </a:lnSpc>
              <a:buNone/>
              <a:defRPr sz="3200" b="0" i="0">
                <a:solidFill>
                  <a:schemeClr val="accent2"/>
                </a:solidFill>
                <a:latin typeface="Franklin Gothic Book" panose="020B0503020102020204" pitchFamily="34" charset="0"/>
              </a:defRPr>
            </a:lvl1pPr>
            <a:lvl2pPr marL="239712" indent="0">
              <a:buNone/>
              <a:defRPr sz="1200"/>
            </a:lvl2pPr>
          </a:lstStyle>
          <a:p>
            <a:pPr lvl="0"/>
            <a:r>
              <a:rPr lang="en-US"/>
              <a:t>#</a:t>
            </a:r>
          </a:p>
        </p:txBody>
      </p:sp>
      <p:cxnSp>
        <p:nvCxnSpPr>
          <p:cNvPr id="103" name="Straight Connector 102">
            <a:extLst>
              <a:ext uri="{FF2B5EF4-FFF2-40B4-BE49-F238E27FC236}">
                <a16:creationId xmlns:a16="http://schemas.microsoft.com/office/drawing/2014/main" id="{D3E7E475-B09E-1A57-3694-25843A619F98}"/>
              </a:ext>
            </a:extLst>
          </p:cNvPr>
          <p:cNvCxnSpPr>
            <a:cxnSpLocks/>
          </p:cNvCxnSpPr>
          <p:nvPr userDrawn="1"/>
        </p:nvCxnSpPr>
        <p:spPr>
          <a:xfrm>
            <a:off x="450047" y="4572000"/>
            <a:ext cx="1929384"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4" name="Text Placeholder 47">
            <a:extLst>
              <a:ext uri="{FF2B5EF4-FFF2-40B4-BE49-F238E27FC236}">
                <a16:creationId xmlns:a16="http://schemas.microsoft.com/office/drawing/2014/main" id="{47C95425-7608-C8C8-B471-2816B2DE33ED}"/>
              </a:ext>
            </a:extLst>
          </p:cNvPr>
          <p:cNvSpPr>
            <a:spLocks noGrp="1"/>
          </p:cNvSpPr>
          <p:nvPr>
            <p:ph type="body" sz="quarter" idx="35" hasCustomPrompt="1"/>
          </p:nvPr>
        </p:nvSpPr>
        <p:spPr>
          <a:xfrm>
            <a:off x="2802478" y="4737617"/>
            <a:ext cx="1929384" cy="347472"/>
          </a:xfrm>
        </p:spPr>
        <p:txBody>
          <a:bodyPr anchor="b"/>
          <a:lstStyle>
            <a:lvl1pPr marL="0" indent="0">
              <a:lnSpc>
                <a:spcPct val="100000"/>
              </a:lnSpc>
              <a:buNone/>
              <a:defRPr sz="3200" b="0" i="0">
                <a:solidFill>
                  <a:schemeClr val="accent2"/>
                </a:solidFill>
                <a:latin typeface="Franklin Gothic Book" panose="020B0503020102020204" pitchFamily="34" charset="0"/>
              </a:defRPr>
            </a:lvl1pPr>
            <a:lvl2pPr marL="239712" indent="0">
              <a:buNone/>
              <a:defRPr sz="1200"/>
            </a:lvl2pPr>
          </a:lstStyle>
          <a:p>
            <a:pPr lvl="0"/>
            <a:r>
              <a:rPr lang="en-US"/>
              <a:t>#</a:t>
            </a:r>
          </a:p>
        </p:txBody>
      </p:sp>
      <p:cxnSp>
        <p:nvCxnSpPr>
          <p:cNvPr id="105" name="Straight Connector 104">
            <a:extLst>
              <a:ext uri="{FF2B5EF4-FFF2-40B4-BE49-F238E27FC236}">
                <a16:creationId xmlns:a16="http://schemas.microsoft.com/office/drawing/2014/main" id="{E296C9D3-3A76-DF05-0449-2F624FC740F6}"/>
              </a:ext>
            </a:extLst>
          </p:cNvPr>
          <p:cNvCxnSpPr>
            <a:cxnSpLocks/>
          </p:cNvCxnSpPr>
          <p:nvPr userDrawn="1"/>
        </p:nvCxnSpPr>
        <p:spPr>
          <a:xfrm>
            <a:off x="2802478" y="4572000"/>
            <a:ext cx="1929384"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6" name="Text Placeholder 47">
            <a:extLst>
              <a:ext uri="{FF2B5EF4-FFF2-40B4-BE49-F238E27FC236}">
                <a16:creationId xmlns:a16="http://schemas.microsoft.com/office/drawing/2014/main" id="{368AE8CD-0763-4691-3D50-D0B5E0C7AA74}"/>
              </a:ext>
            </a:extLst>
          </p:cNvPr>
          <p:cNvSpPr>
            <a:spLocks noGrp="1"/>
          </p:cNvSpPr>
          <p:nvPr>
            <p:ph type="body" sz="quarter" idx="36" hasCustomPrompt="1"/>
          </p:nvPr>
        </p:nvSpPr>
        <p:spPr>
          <a:xfrm>
            <a:off x="5147073" y="4737617"/>
            <a:ext cx="1929384" cy="347472"/>
          </a:xfrm>
        </p:spPr>
        <p:txBody>
          <a:bodyPr anchor="b"/>
          <a:lstStyle>
            <a:lvl1pPr marL="0" indent="0">
              <a:lnSpc>
                <a:spcPct val="100000"/>
              </a:lnSpc>
              <a:buNone/>
              <a:defRPr sz="3200" b="0" i="0">
                <a:solidFill>
                  <a:schemeClr val="accent2"/>
                </a:solidFill>
                <a:latin typeface="Franklin Gothic Book" panose="020B0503020102020204" pitchFamily="34" charset="0"/>
              </a:defRPr>
            </a:lvl1pPr>
            <a:lvl2pPr marL="239712" indent="0">
              <a:buNone/>
              <a:defRPr sz="1200"/>
            </a:lvl2pPr>
          </a:lstStyle>
          <a:p>
            <a:pPr lvl="0"/>
            <a:r>
              <a:rPr lang="en-US"/>
              <a:t>#</a:t>
            </a:r>
          </a:p>
        </p:txBody>
      </p:sp>
      <p:cxnSp>
        <p:nvCxnSpPr>
          <p:cNvPr id="107" name="Straight Connector 106">
            <a:extLst>
              <a:ext uri="{FF2B5EF4-FFF2-40B4-BE49-F238E27FC236}">
                <a16:creationId xmlns:a16="http://schemas.microsoft.com/office/drawing/2014/main" id="{BC71509E-AC2E-5E3C-4145-59F709E5DE9A}"/>
              </a:ext>
            </a:extLst>
          </p:cNvPr>
          <p:cNvCxnSpPr>
            <a:cxnSpLocks/>
          </p:cNvCxnSpPr>
          <p:nvPr userDrawn="1"/>
        </p:nvCxnSpPr>
        <p:spPr>
          <a:xfrm>
            <a:off x="5147073" y="4572000"/>
            <a:ext cx="1929384"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8" name="Text Placeholder 47">
            <a:extLst>
              <a:ext uri="{FF2B5EF4-FFF2-40B4-BE49-F238E27FC236}">
                <a16:creationId xmlns:a16="http://schemas.microsoft.com/office/drawing/2014/main" id="{0B74EE8A-9EBE-68DA-6D9B-00EAB643490A}"/>
              </a:ext>
            </a:extLst>
          </p:cNvPr>
          <p:cNvSpPr>
            <a:spLocks noGrp="1"/>
          </p:cNvSpPr>
          <p:nvPr>
            <p:ph type="body" sz="quarter" idx="37" hasCustomPrompt="1"/>
          </p:nvPr>
        </p:nvSpPr>
        <p:spPr>
          <a:xfrm>
            <a:off x="7504920" y="4737617"/>
            <a:ext cx="1929384" cy="347472"/>
          </a:xfrm>
        </p:spPr>
        <p:txBody>
          <a:bodyPr anchor="b"/>
          <a:lstStyle>
            <a:lvl1pPr marL="0" indent="0">
              <a:lnSpc>
                <a:spcPct val="100000"/>
              </a:lnSpc>
              <a:buNone/>
              <a:defRPr sz="3200" b="0" i="0">
                <a:solidFill>
                  <a:schemeClr val="accent2"/>
                </a:solidFill>
                <a:latin typeface="Franklin Gothic Book" panose="020B0503020102020204" pitchFamily="34" charset="0"/>
              </a:defRPr>
            </a:lvl1pPr>
            <a:lvl2pPr marL="239712" indent="0">
              <a:buNone/>
              <a:defRPr sz="1200"/>
            </a:lvl2pPr>
          </a:lstStyle>
          <a:p>
            <a:pPr lvl="0"/>
            <a:r>
              <a:rPr lang="en-US"/>
              <a:t>#</a:t>
            </a:r>
          </a:p>
        </p:txBody>
      </p:sp>
      <p:cxnSp>
        <p:nvCxnSpPr>
          <p:cNvPr id="109" name="Straight Connector 108">
            <a:extLst>
              <a:ext uri="{FF2B5EF4-FFF2-40B4-BE49-F238E27FC236}">
                <a16:creationId xmlns:a16="http://schemas.microsoft.com/office/drawing/2014/main" id="{AF79A18C-D982-0A08-CA45-60726B1CDE15}"/>
              </a:ext>
            </a:extLst>
          </p:cNvPr>
          <p:cNvCxnSpPr>
            <a:cxnSpLocks/>
          </p:cNvCxnSpPr>
          <p:nvPr userDrawn="1"/>
        </p:nvCxnSpPr>
        <p:spPr>
          <a:xfrm>
            <a:off x="7504920" y="4572000"/>
            <a:ext cx="1929384"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0" name="Text Placeholder 47">
            <a:extLst>
              <a:ext uri="{FF2B5EF4-FFF2-40B4-BE49-F238E27FC236}">
                <a16:creationId xmlns:a16="http://schemas.microsoft.com/office/drawing/2014/main" id="{8A65A85B-ED2E-BC8F-9304-96D2CD7A4859}"/>
              </a:ext>
            </a:extLst>
          </p:cNvPr>
          <p:cNvSpPr>
            <a:spLocks noGrp="1"/>
          </p:cNvSpPr>
          <p:nvPr>
            <p:ph type="body" sz="quarter" idx="38" hasCustomPrompt="1"/>
          </p:nvPr>
        </p:nvSpPr>
        <p:spPr>
          <a:xfrm>
            <a:off x="9820080" y="4737617"/>
            <a:ext cx="1929384" cy="347472"/>
          </a:xfrm>
        </p:spPr>
        <p:txBody>
          <a:bodyPr anchor="b"/>
          <a:lstStyle>
            <a:lvl1pPr marL="0" indent="0">
              <a:lnSpc>
                <a:spcPct val="100000"/>
              </a:lnSpc>
              <a:buNone/>
              <a:defRPr sz="3200" b="0" i="0">
                <a:solidFill>
                  <a:schemeClr val="accent2"/>
                </a:solidFill>
                <a:latin typeface="Franklin Gothic Book" panose="020B0503020102020204" pitchFamily="34" charset="0"/>
              </a:defRPr>
            </a:lvl1pPr>
            <a:lvl2pPr marL="239712" indent="0">
              <a:buNone/>
              <a:defRPr sz="1200"/>
            </a:lvl2pPr>
          </a:lstStyle>
          <a:p>
            <a:pPr lvl="0"/>
            <a:r>
              <a:rPr lang="en-US"/>
              <a:t>#</a:t>
            </a:r>
          </a:p>
        </p:txBody>
      </p:sp>
      <p:cxnSp>
        <p:nvCxnSpPr>
          <p:cNvPr id="111" name="Straight Connector 110">
            <a:extLst>
              <a:ext uri="{FF2B5EF4-FFF2-40B4-BE49-F238E27FC236}">
                <a16:creationId xmlns:a16="http://schemas.microsoft.com/office/drawing/2014/main" id="{D0BD0B8C-9639-5DD5-A1F1-69CA87DFC43A}"/>
              </a:ext>
            </a:extLst>
          </p:cNvPr>
          <p:cNvCxnSpPr>
            <a:cxnSpLocks/>
          </p:cNvCxnSpPr>
          <p:nvPr userDrawn="1"/>
        </p:nvCxnSpPr>
        <p:spPr>
          <a:xfrm>
            <a:off x="9820080" y="4572000"/>
            <a:ext cx="1929384"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2" name="Text Placeholder 47">
            <a:extLst>
              <a:ext uri="{FF2B5EF4-FFF2-40B4-BE49-F238E27FC236}">
                <a16:creationId xmlns:a16="http://schemas.microsoft.com/office/drawing/2014/main" id="{B496DB47-268E-5F3E-9EC8-188C48F839F8}"/>
              </a:ext>
            </a:extLst>
          </p:cNvPr>
          <p:cNvSpPr>
            <a:spLocks noGrp="1"/>
          </p:cNvSpPr>
          <p:nvPr>
            <p:ph type="body" sz="quarter" idx="39" hasCustomPrompt="1"/>
          </p:nvPr>
        </p:nvSpPr>
        <p:spPr>
          <a:xfrm>
            <a:off x="454025" y="5181600"/>
            <a:ext cx="1929384"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113" name="Text Placeholder 47">
            <a:extLst>
              <a:ext uri="{FF2B5EF4-FFF2-40B4-BE49-F238E27FC236}">
                <a16:creationId xmlns:a16="http://schemas.microsoft.com/office/drawing/2014/main" id="{A364A0D9-AF76-B956-E350-5D4F092FDB52}"/>
              </a:ext>
            </a:extLst>
          </p:cNvPr>
          <p:cNvSpPr>
            <a:spLocks noGrp="1"/>
          </p:cNvSpPr>
          <p:nvPr>
            <p:ph type="body" sz="quarter" idx="40" hasCustomPrompt="1"/>
          </p:nvPr>
        </p:nvSpPr>
        <p:spPr>
          <a:xfrm>
            <a:off x="2802478" y="5181600"/>
            <a:ext cx="1929384"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114" name="Text Placeholder 47">
            <a:extLst>
              <a:ext uri="{FF2B5EF4-FFF2-40B4-BE49-F238E27FC236}">
                <a16:creationId xmlns:a16="http://schemas.microsoft.com/office/drawing/2014/main" id="{D2A7F475-6FCC-EB9A-626F-E09EE06ABC55}"/>
              </a:ext>
            </a:extLst>
          </p:cNvPr>
          <p:cNvSpPr>
            <a:spLocks noGrp="1"/>
          </p:cNvSpPr>
          <p:nvPr>
            <p:ph type="body" sz="quarter" idx="41" hasCustomPrompt="1"/>
          </p:nvPr>
        </p:nvSpPr>
        <p:spPr>
          <a:xfrm>
            <a:off x="5147073" y="5181600"/>
            <a:ext cx="1929384"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115" name="Text Placeholder 47">
            <a:extLst>
              <a:ext uri="{FF2B5EF4-FFF2-40B4-BE49-F238E27FC236}">
                <a16:creationId xmlns:a16="http://schemas.microsoft.com/office/drawing/2014/main" id="{81315714-9440-9028-5FDE-83E73D209AD1}"/>
              </a:ext>
            </a:extLst>
          </p:cNvPr>
          <p:cNvSpPr>
            <a:spLocks noGrp="1"/>
          </p:cNvSpPr>
          <p:nvPr>
            <p:ph type="body" sz="quarter" idx="42" hasCustomPrompt="1"/>
          </p:nvPr>
        </p:nvSpPr>
        <p:spPr>
          <a:xfrm>
            <a:off x="7504920" y="5181600"/>
            <a:ext cx="1929384"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116" name="Text Placeholder 47">
            <a:extLst>
              <a:ext uri="{FF2B5EF4-FFF2-40B4-BE49-F238E27FC236}">
                <a16:creationId xmlns:a16="http://schemas.microsoft.com/office/drawing/2014/main" id="{13FC437A-4663-9FBB-06E1-32DBF3506E1A}"/>
              </a:ext>
            </a:extLst>
          </p:cNvPr>
          <p:cNvSpPr>
            <a:spLocks noGrp="1"/>
          </p:cNvSpPr>
          <p:nvPr>
            <p:ph type="body" sz="quarter" idx="43" hasCustomPrompt="1"/>
          </p:nvPr>
        </p:nvSpPr>
        <p:spPr>
          <a:xfrm>
            <a:off x="9820080" y="5181600"/>
            <a:ext cx="1929384"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143" name="Text Placeholder 13">
            <a:extLst>
              <a:ext uri="{FF2B5EF4-FFF2-40B4-BE49-F238E27FC236}">
                <a16:creationId xmlns:a16="http://schemas.microsoft.com/office/drawing/2014/main" id="{0FC30368-2E8C-002D-7753-7BFB3DB5F654}"/>
              </a:ext>
            </a:extLst>
          </p:cNvPr>
          <p:cNvSpPr>
            <a:spLocks noGrp="1"/>
          </p:cNvSpPr>
          <p:nvPr>
            <p:ph type="body" sz="quarter" idx="13" hasCustomPrompt="1"/>
          </p:nvPr>
        </p:nvSpPr>
        <p:spPr>
          <a:xfrm>
            <a:off x="454025" y="1157631"/>
            <a:ext cx="7407275" cy="1042644"/>
          </a:xfrm>
        </p:spPr>
        <p:txBody>
          <a:bodyPr rIns="0"/>
          <a:lstStyle>
            <a:lvl1pPr marL="0" indent="0" algn="l">
              <a:lnSpc>
                <a:spcPts val="2400"/>
              </a:lnSpc>
              <a:spcAft>
                <a:spcPts val="0"/>
              </a:spcAft>
              <a:buNone/>
              <a:defRPr sz="2400" b="0" i="0">
                <a:solidFill>
                  <a:schemeClr val="accent4"/>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 amet, consectetur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vestibulum, dui.</a:t>
            </a:r>
          </a:p>
        </p:txBody>
      </p:sp>
      <p:cxnSp>
        <p:nvCxnSpPr>
          <p:cNvPr id="41" name="Straight Connector 40">
            <a:extLst>
              <a:ext uri="{FF2B5EF4-FFF2-40B4-BE49-F238E27FC236}">
                <a16:creationId xmlns:a16="http://schemas.microsoft.com/office/drawing/2014/main" id="{415A7676-FB5F-4162-DB80-8F8C1322EB90}"/>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42" name="Rounded Rectangle 41">
            <a:extLst>
              <a:ext uri="{FF2B5EF4-FFF2-40B4-BE49-F238E27FC236}">
                <a16:creationId xmlns:a16="http://schemas.microsoft.com/office/drawing/2014/main" id="{C7890AC5-5B3C-8CE6-C9F5-F70CB5D281AD}"/>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Slide Number Placeholder 5">
            <a:extLst>
              <a:ext uri="{FF2B5EF4-FFF2-40B4-BE49-F238E27FC236}">
                <a16:creationId xmlns:a16="http://schemas.microsoft.com/office/drawing/2014/main" id="{D6717BD2-7BCB-437B-7E68-D46F525E5A75}"/>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69749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6 Columns Text and Callout + Icons">
    <p:spTree>
      <p:nvGrpSpPr>
        <p:cNvPr id="1" name=""/>
        <p:cNvGrpSpPr/>
        <p:nvPr/>
      </p:nvGrpSpPr>
      <p:grpSpPr>
        <a:xfrm>
          <a:off x="0" y="0"/>
          <a:ext cx="0" cy="0"/>
          <a:chOff x="0" y="0"/>
          <a:chExt cx="0" cy="0"/>
        </a:xfrm>
      </p:grpSpPr>
      <p:sp>
        <p:nvSpPr>
          <p:cNvPr id="16" name="Text Placeholder 13">
            <a:extLst>
              <a:ext uri="{FF2B5EF4-FFF2-40B4-BE49-F238E27FC236}">
                <a16:creationId xmlns:a16="http://schemas.microsoft.com/office/drawing/2014/main" id="{DC64187B-A282-2044-9156-234E2F54228F}"/>
              </a:ext>
            </a:extLst>
          </p:cNvPr>
          <p:cNvSpPr>
            <a:spLocks noGrp="1"/>
          </p:cNvSpPr>
          <p:nvPr>
            <p:ph type="body" sz="quarter" idx="13" hasCustomPrompt="1"/>
          </p:nvPr>
        </p:nvSpPr>
        <p:spPr>
          <a:xfrm>
            <a:off x="454025" y="1157631"/>
            <a:ext cx="7407275" cy="1042644"/>
          </a:xfrm>
        </p:spPr>
        <p:txBody>
          <a:bodyPr rIns="0"/>
          <a:lstStyle>
            <a:lvl1pPr marL="0" indent="0" algn="l">
              <a:lnSpc>
                <a:spcPts val="2400"/>
              </a:lnSpc>
              <a:spcAft>
                <a:spcPts val="0"/>
              </a:spcAft>
              <a:buNone/>
              <a:defRPr sz="2400" b="0" i="0">
                <a:solidFill>
                  <a:schemeClr val="accent4"/>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 amet, consectetur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vestibulum, dui.</a:t>
            </a:r>
          </a:p>
        </p:txBody>
      </p:sp>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2"/>
            <a:ext cx="6468699" cy="695608"/>
          </a:xfrm>
        </p:spPr>
        <p:txBody>
          <a:bodyPr/>
          <a:lstStyle/>
          <a:p>
            <a:r>
              <a:rPr lang="en-US"/>
              <a:t>Click To Edit Master Title Style</a:t>
            </a:r>
            <a:endParaRPr lang="en-GB"/>
          </a:p>
        </p:txBody>
      </p:sp>
      <p:grpSp>
        <p:nvGrpSpPr>
          <p:cNvPr id="25" name="Graphic 62" hidden="1">
            <a:extLst>
              <a:ext uri="{FF2B5EF4-FFF2-40B4-BE49-F238E27FC236}">
                <a16:creationId xmlns:a16="http://schemas.microsoft.com/office/drawing/2014/main" id="{37E8EFD6-93AF-7C40-8F83-1CC6A17CF023}"/>
              </a:ext>
            </a:extLst>
          </p:cNvPr>
          <p:cNvGrpSpPr/>
          <p:nvPr userDrawn="1"/>
        </p:nvGrpSpPr>
        <p:grpSpPr>
          <a:xfrm>
            <a:off x="11389259" y="6063628"/>
            <a:ext cx="352694" cy="349203"/>
            <a:chOff x="10767269" y="208371"/>
            <a:chExt cx="182844" cy="181034"/>
          </a:xfrm>
        </p:grpSpPr>
        <p:sp>
          <p:nvSpPr>
            <p:cNvPr id="26" name="Freeform 25">
              <a:extLst>
                <a:ext uri="{FF2B5EF4-FFF2-40B4-BE49-F238E27FC236}">
                  <a16:creationId xmlns:a16="http://schemas.microsoft.com/office/drawing/2014/main" id="{4F651056-D366-E545-9DE0-774E7A8D6A3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AD7B71D8-BB1F-F844-9402-FE9AF1EF66C9}"/>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30EBE199-BDA1-6A49-914A-B62A8829C8A3}"/>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54E1BC0B-11CF-C343-B4DA-25D4DECBE1A9}"/>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2" name="Freeform 31">
              <a:extLst>
                <a:ext uri="{FF2B5EF4-FFF2-40B4-BE49-F238E27FC236}">
                  <a16:creationId xmlns:a16="http://schemas.microsoft.com/office/drawing/2014/main" id="{C065C08D-2708-B64D-8AD3-C0ADC2A2307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cxnSp>
        <p:nvCxnSpPr>
          <p:cNvPr id="47" name="Straight Connector 46">
            <a:extLst>
              <a:ext uri="{FF2B5EF4-FFF2-40B4-BE49-F238E27FC236}">
                <a16:creationId xmlns:a16="http://schemas.microsoft.com/office/drawing/2014/main" id="{6125D7B6-9E41-3C32-2DD6-C4120DAC5FB5}"/>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51" name="Rounded Rectangle 50">
            <a:extLst>
              <a:ext uri="{FF2B5EF4-FFF2-40B4-BE49-F238E27FC236}">
                <a16:creationId xmlns:a16="http://schemas.microsoft.com/office/drawing/2014/main" id="{BD0084D5-6EE8-A1A8-6C66-E370F0DACD47}"/>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Slide Number Placeholder 5">
            <a:extLst>
              <a:ext uri="{FF2B5EF4-FFF2-40B4-BE49-F238E27FC236}">
                <a16:creationId xmlns:a16="http://schemas.microsoft.com/office/drawing/2014/main" id="{DE13CFDF-7DD8-423B-B2FC-86F8DEFF2BDA}"/>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
        <p:nvSpPr>
          <p:cNvPr id="49" name="Text Placeholder 47">
            <a:extLst>
              <a:ext uri="{FF2B5EF4-FFF2-40B4-BE49-F238E27FC236}">
                <a16:creationId xmlns:a16="http://schemas.microsoft.com/office/drawing/2014/main" id="{073ACF33-D7AB-89C2-F712-8D5CE4B39E2E}"/>
              </a:ext>
            </a:extLst>
          </p:cNvPr>
          <p:cNvSpPr>
            <a:spLocks noGrp="1"/>
          </p:cNvSpPr>
          <p:nvPr>
            <p:ph type="body" sz="quarter" idx="22" hasCustomPrompt="1"/>
          </p:nvPr>
        </p:nvSpPr>
        <p:spPr>
          <a:xfrm>
            <a:off x="454025" y="3170148"/>
            <a:ext cx="1737360"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2" name="Text Placeholder 47">
            <a:extLst>
              <a:ext uri="{FF2B5EF4-FFF2-40B4-BE49-F238E27FC236}">
                <a16:creationId xmlns:a16="http://schemas.microsoft.com/office/drawing/2014/main" id="{EC4E3A3A-C61E-82D0-7BE2-693F61547649}"/>
              </a:ext>
            </a:extLst>
          </p:cNvPr>
          <p:cNvSpPr>
            <a:spLocks noGrp="1"/>
          </p:cNvSpPr>
          <p:nvPr>
            <p:ph type="body" sz="quarter" idx="25" hasCustomPrompt="1"/>
          </p:nvPr>
        </p:nvSpPr>
        <p:spPr>
          <a:xfrm>
            <a:off x="454025" y="2756244"/>
            <a:ext cx="1737360"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53" name="Text Placeholder 47">
            <a:extLst>
              <a:ext uri="{FF2B5EF4-FFF2-40B4-BE49-F238E27FC236}">
                <a16:creationId xmlns:a16="http://schemas.microsoft.com/office/drawing/2014/main" id="{D78563C8-185D-2B94-0C4A-331873FE4C9D}"/>
              </a:ext>
            </a:extLst>
          </p:cNvPr>
          <p:cNvSpPr>
            <a:spLocks noGrp="1"/>
          </p:cNvSpPr>
          <p:nvPr>
            <p:ph type="body" sz="quarter" idx="26" hasCustomPrompt="1"/>
          </p:nvPr>
        </p:nvSpPr>
        <p:spPr>
          <a:xfrm>
            <a:off x="2365641" y="3170148"/>
            <a:ext cx="1737360"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4" name="Text Placeholder 47">
            <a:extLst>
              <a:ext uri="{FF2B5EF4-FFF2-40B4-BE49-F238E27FC236}">
                <a16:creationId xmlns:a16="http://schemas.microsoft.com/office/drawing/2014/main" id="{5F3953BC-2405-5BD6-A60C-69BBC29A71F2}"/>
              </a:ext>
            </a:extLst>
          </p:cNvPr>
          <p:cNvSpPr>
            <a:spLocks noGrp="1"/>
          </p:cNvSpPr>
          <p:nvPr>
            <p:ph type="body" sz="quarter" idx="27" hasCustomPrompt="1"/>
          </p:nvPr>
        </p:nvSpPr>
        <p:spPr>
          <a:xfrm>
            <a:off x="2365641" y="2756244"/>
            <a:ext cx="1737360"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55" name="Text Placeholder 47">
            <a:extLst>
              <a:ext uri="{FF2B5EF4-FFF2-40B4-BE49-F238E27FC236}">
                <a16:creationId xmlns:a16="http://schemas.microsoft.com/office/drawing/2014/main" id="{5DFE29AF-D7F0-F3E9-A336-126DA67AC54B}"/>
              </a:ext>
            </a:extLst>
          </p:cNvPr>
          <p:cNvSpPr>
            <a:spLocks noGrp="1"/>
          </p:cNvSpPr>
          <p:nvPr>
            <p:ph type="body" sz="quarter" idx="28" hasCustomPrompt="1"/>
          </p:nvPr>
        </p:nvSpPr>
        <p:spPr>
          <a:xfrm>
            <a:off x="4277257" y="3170148"/>
            <a:ext cx="1737360"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6" name="Text Placeholder 47">
            <a:extLst>
              <a:ext uri="{FF2B5EF4-FFF2-40B4-BE49-F238E27FC236}">
                <a16:creationId xmlns:a16="http://schemas.microsoft.com/office/drawing/2014/main" id="{8A38848B-684F-EC64-5F0D-DCBCB116839E}"/>
              </a:ext>
            </a:extLst>
          </p:cNvPr>
          <p:cNvSpPr>
            <a:spLocks noGrp="1"/>
          </p:cNvSpPr>
          <p:nvPr>
            <p:ph type="body" sz="quarter" idx="29" hasCustomPrompt="1"/>
          </p:nvPr>
        </p:nvSpPr>
        <p:spPr>
          <a:xfrm>
            <a:off x="4277257" y="2756244"/>
            <a:ext cx="1737360"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58" name="Text Placeholder 47">
            <a:extLst>
              <a:ext uri="{FF2B5EF4-FFF2-40B4-BE49-F238E27FC236}">
                <a16:creationId xmlns:a16="http://schemas.microsoft.com/office/drawing/2014/main" id="{D587F1C3-10D7-33AE-F4B2-ABC0139803C0}"/>
              </a:ext>
            </a:extLst>
          </p:cNvPr>
          <p:cNvSpPr>
            <a:spLocks noGrp="1"/>
          </p:cNvSpPr>
          <p:nvPr>
            <p:ph type="body" sz="quarter" idx="30" hasCustomPrompt="1"/>
          </p:nvPr>
        </p:nvSpPr>
        <p:spPr>
          <a:xfrm>
            <a:off x="6188873" y="3170148"/>
            <a:ext cx="1737360"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9" name="Text Placeholder 47">
            <a:extLst>
              <a:ext uri="{FF2B5EF4-FFF2-40B4-BE49-F238E27FC236}">
                <a16:creationId xmlns:a16="http://schemas.microsoft.com/office/drawing/2014/main" id="{6D77EEED-C405-2C27-5BF2-DF0249334EAC}"/>
              </a:ext>
            </a:extLst>
          </p:cNvPr>
          <p:cNvSpPr>
            <a:spLocks noGrp="1"/>
          </p:cNvSpPr>
          <p:nvPr>
            <p:ph type="body" sz="quarter" idx="31" hasCustomPrompt="1"/>
          </p:nvPr>
        </p:nvSpPr>
        <p:spPr>
          <a:xfrm>
            <a:off x="6188873" y="2756244"/>
            <a:ext cx="1737360"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60" name="Text Placeholder 47">
            <a:extLst>
              <a:ext uri="{FF2B5EF4-FFF2-40B4-BE49-F238E27FC236}">
                <a16:creationId xmlns:a16="http://schemas.microsoft.com/office/drawing/2014/main" id="{1E250F37-AABF-7B2B-1696-7E91EE457B5A}"/>
              </a:ext>
            </a:extLst>
          </p:cNvPr>
          <p:cNvSpPr>
            <a:spLocks noGrp="1"/>
          </p:cNvSpPr>
          <p:nvPr>
            <p:ph type="body" sz="quarter" idx="32" hasCustomPrompt="1"/>
          </p:nvPr>
        </p:nvSpPr>
        <p:spPr>
          <a:xfrm>
            <a:off x="10012104" y="3170148"/>
            <a:ext cx="1737360"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61" name="Text Placeholder 47">
            <a:extLst>
              <a:ext uri="{FF2B5EF4-FFF2-40B4-BE49-F238E27FC236}">
                <a16:creationId xmlns:a16="http://schemas.microsoft.com/office/drawing/2014/main" id="{C9722A19-3E6E-A6A8-3323-125CAAE9C953}"/>
              </a:ext>
            </a:extLst>
          </p:cNvPr>
          <p:cNvSpPr>
            <a:spLocks noGrp="1"/>
          </p:cNvSpPr>
          <p:nvPr>
            <p:ph type="body" sz="quarter" idx="33" hasCustomPrompt="1"/>
          </p:nvPr>
        </p:nvSpPr>
        <p:spPr>
          <a:xfrm>
            <a:off x="10012104" y="2756244"/>
            <a:ext cx="1737360"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62" name="Text Placeholder 47">
            <a:extLst>
              <a:ext uri="{FF2B5EF4-FFF2-40B4-BE49-F238E27FC236}">
                <a16:creationId xmlns:a16="http://schemas.microsoft.com/office/drawing/2014/main" id="{7802498F-36A3-F27A-B661-7E09978CF2B3}"/>
              </a:ext>
            </a:extLst>
          </p:cNvPr>
          <p:cNvSpPr>
            <a:spLocks noGrp="1"/>
          </p:cNvSpPr>
          <p:nvPr>
            <p:ph type="body" sz="quarter" idx="34" hasCustomPrompt="1"/>
          </p:nvPr>
        </p:nvSpPr>
        <p:spPr>
          <a:xfrm>
            <a:off x="454025" y="4736592"/>
            <a:ext cx="1737360" cy="347472"/>
          </a:xfrm>
        </p:spPr>
        <p:txBody>
          <a:bodyPr anchor="b"/>
          <a:lstStyle>
            <a:lvl1pPr marL="0" indent="0">
              <a:lnSpc>
                <a:spcPct val="100000"/>
              </a:lnSpc>
              <a:buNone/>
              <a:defRPr sz="3200" b="0" i="0">
                <a:solidFill>
                  <a:schemeClr val="accent2"/>
                </a:solidFill>
                <a:latin typeface="Franklin Gothic Book" panose="020B0503020102020204" pitchFamily="34" charset="0"/>
              </a:defRPr>
            </a:lvl1pPr>
            <a:lvl2pPr marL="239712" indent="0">
              <a:buNone/>
              <a:defRPr sz="1200"/>
            </a:lvl2pPr>
          </a:lstStyle>
          <a:p>
            <a:pPr lvl="0"/>
            <a:r>
              <a:rPr lang="en-US"/>
              <a:t>#</a:t>
            </a:r>
          </a:p>
        </p:txBody>
      </p:sp>
      <p:cxnSp>
        <p:nvCxnSpPr>
          <p:cNvPr id="69" name="Straight Connector 68">
            <a:extLst>
              <a:ext uri="{FF2B5EF4-FFF2-40B4-BE49-F238E27FC236}">
                <a16:creationId xmlns:a16="http://schemas.microsoft.com/office/drawing/2014/main" id="{884C7F53-9959-0E56-CA4D-34F9F6F6494C}"/>
              </a:ext>
            </a:extLst>
          </p:cNvPr>
          <p:cNvCxnSpPr>
            <a:cxnSpLocks/>
          </p:cNvCxnSpPr>
          <p:nvPr userDrawn="1"/>
        </p:nvCxnSpPr>
        <p:spPr>
          <a:xfrm>
            <a:off x="450047" y="4572000"/>
            <a:ext cx="1737360"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70" name="Text Placeholder 47">
            <a:extLst>
              <a:ext uri="{FF2B5EF4-FFF2-40B4-BE49-F238E27FC236}">
                <a16:creationId xmlns:a16="http://schemas.microsoft.com/office/drawing/2014/main" id="{30BB044D-B604-1FA9-698C-DCF5DEF13B97}"/>
              </a:ext>
            </a:extLst>
          </p:cNvPr>
          <p:cNvSpPr>
            <a:spLocks noGrp="1"/>
          </p:cNvSpPr>
          <p:nvPr>
            <p:ph type="body" sz="quarter" idx="35" hasCustomPrompt="1"/>
          </p:nvPr>
        </p:nvSpPr>
        <p:spPr>
          <a:xfrm>
            <a:off x="2365641" y="4736592"/>
            <a:ext cx="1737360" cy="347472"/>
          </a:xfrm>
        </p:spPr>
        <p:txBody>
          <a:bodyPr anchor="b"/>
          <a:lstStyle>
            <a:lvl1pPr marL="0" indent="0">
              <a:lnSpc>
                <a:spcPct val="100000"/>
              </a:lnSpc>
              <a:buNone/>
              <a:defRPr sz="3200" b="0" i="0">
                <a:solidFill>
                  <a:schemeClr val="accent2"/>
                </a:solidFill>
                <a:latin typeface="Franklin Gothic Book" panose="020B0503020102020204" pitchFamily="34" charset="0"/>
              </a:defRPr>
            </a:lvl1pPr>
            <a:lvl2pPr marL="239712" indent="0">
              <a:buNone/>
              <a:defRPr sz="1200"/>
            </a:lvl2pPr>
          </a:lstStyle>
          <a:p>
            <a:pPr lvl="0"/>
            <a:r>
              <a:rPr lang="en-US"/>
              <a:t>#</a:t>
            </a:r>
          </a:p>
        </p:txBody>
      </p:sp>
      <p:cxnSp>
        <p:nvCxnSpPr>
          <p:cNvPr id="71" name="Straight Connector 70">
            <a:extLst>
              <a:ext uri="{FF2B5EF4-FFF2-40B4-BE49-F238E27FC236}">
                <a16:creationId xmlns:a16="http://schemas.microsoft.com/office/drawing/2014/main" id="{DAD2D07C-E2E4-969C-8788-3E3FF722EFBA}"/>
              </a:ext>
            </a:extLst>
          </p:cNvPr>
          <p:cNvCxnSpPr>
            <a:cxnSpLocks/>
          </p:cNvCxnSpPr>
          <p:nvPr userDrawn="1"/>
        </p:nvCxnSpPr>
        <p:spPr>
          <a:xfrm>
            <a:off x="2362458" y="4572000"/>
            <a:ext cx="1737360"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72" name="Text Placeholder 47">
            <a:extLst>
              <a:ext uri="{FF2B5EF4-FFF2-40B4-BE49-F238E27FC236}">
                <a16:creationId xmlns:a16="http://schemas.microsoft.com/office/drawing/2014/main" id="{37DA81C9-3BC7-84A9-DDDE-9C46258D6E97}"/>
              </a:ext>
            </a:extLst>
          </p:cNvPr>
          <p:cNvSpPr>
            <a:spLocks noGrp="1"/>
          </p:cNvSpPr>
          <p:nvPr>
            <p:ph type="body" sz="quarter" idx="36" hasCustomPrompt="1"/>
          </p:nvPr>
        </p:nvSpPr>
        <p:spPr>
          <a:xfrm>
            <a:off x="4277257" y="4736592"/>
            <a:ext cx="1737360" cy="347472"/>
          </a:xfrm>
        </p:spPr>
        <p:txBody>
          <a:bodyPr anchor="b"/>
          <a:lstStyle>
            <a:lvl1pPr marL="0" indent="0">
              <a:lnSpc>
                <a:spcPct val="100000"/>
              </a:lnSpc>
              <a:buNone/>
              <a:defRPr sz="3200" b="0" i="0">
                <a:solidFill>
                  <a:schemeClr val="accent2"/>
                </a:solidFill>
                <a:latin typeface="Franklin Gothic Book" panose="020B0503020102020204" pitchFamily="34" charset="0"/>
              </a:defRPr>
            </a:lvl1pPr>
            <a:lvl2pPr marL="239712" indent="0">
              <a:buNone/>
              <a:defRPr sz="1200"/>
            </a:lvl2pPr>
          </a:lstStyle>
          <a:p>
            <a:pPr lvl="0"/>
            <a:r>
              <a:rPr lang="en-US"/>
              <a:t>#</a:t>
            </a:r>
          </a:p>
        </p:txBody>
      </p:sp>
      <p:cxnSp>
        <p:nvCxnSpPr>
          <p:cNvPr id="73" name="Straight Connector 72">
            <a:extLst>
              <a:ext uri="{FF2B5EF4-FFF2-40B4-BE49-F238E27FC236}">
                <a16:creationId xmlns:a16="http://schemas.microsoft.com/office/drawing/2014/main" id="{5316139C-991E-2F8A-38FE-5C470DC1DF8D}"/>
              </a:ext>
            </a:extLst>
          </p:cNvPr>
          <p:cNvCxnSpPr>
            <a:cxnSpLocks/>
          </p:cNvCxnSpPr>
          <p:nvPr userDrawn="1"/>
        </p:nvCxnSpPr>
        <p:spPr>
          <a:xfrm>
            <a:off x="4274869" y="4572000"/>
            <a:ext cx="1737360"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74" name="Text Placeholder 47">
            <a:extLst>
              <a:ext uri="{FF2B5EF4-FFF2-40B4-BE49-F238E27FC236}">
                <a16:creationId xmlns:a16="http://schemas.microsoft.com/office/drawing/2014/main" id="{1BEB3EFE-0FC0-9E5C-69D3-D462C28D5704}"/>
              </a:ext>
            </a:extLst>
          </p:cNvPr>
          <p:cNvSpPr>
            <a:spLocks noGrp="1"/>
          </p:cNvSpPr>
          <p:nvPr>
            <p:ph type="body" sz="quarter" idx="37" hasCustomPrompt="1"/>
          </p:nvPr>
        </p:nvSpPr>
        <p:spPr>
          <a:xfrm>
            <a:off x="6188873" y="4736592"/>
            <a:ext cx="1737360" cy="347472"/>
          </a:xfrm>
        </p:spPr>
        <p:txBody>
          <a:bodyPr anchor="b"/>
          <a:lstStyle>
            <a:lvl1pPr marL="0" indent="0">
              <a:lnSpc>
                <a:spcPct val="100000"/>
              </a:lnSpc>
              <a:buNone/>
              <a:defRPr sz="3200" b="0" i="0">
                <a:solidFill>
                  <a:schemeClr val="accent2"/>
                </a:solidFill>
                <a:latin typeface="Franklin Gothic Book" panose="020B0503020102020204" pitchFamily="34" charset="0"/>
              </a:defRPr>
            </a:lvl1pPr>
            <a:lvl2pPr marL="239712" indent="0">
              <a:buNone/>
              <a:defRPr sz="1200"/>
            </a:lvl2pPr>
          </a:lstStyle>
          <a:p>
            <a:pPr lvl="0"/>
            <a:r>
              <a:rPr lang="en-US"/>
              <a:t>#</a:t>
            </a:r>
          </a:p>
        </p:txBody>
      </p:sp>
      <p:cxnSp>
        <p:nvCxnSpPr>
          <p:cNvPr id="75" name="Straight Connector 74">
            <a:extLst>
              <a:ext uri="{FF2B5EF4-FFF2-40B4-BE49-F238E27FC236}">
                <a16:creationId xmlns:a16="http://schemas.microsoft.com/office/drawing/2014/main" id="{8A66B3A1-CF66-D857-6266-D2C27886D3D7}"/>
              </a:ext>
            </a:extLst>
          </p:cNvPr>
          <p:cNvCxnSpPr>
            <a:cxnSpLocks/>
          </p:cNvCxnSpPr>
          <p:nvPr userDrawn="1"/>
        </p:nvCxnSpPr>
        <p:spPr>
          <a:xfrm>
            <a:off x="6187280" y="4572000"/>
            <a:ext cx="1737360"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76" name="Text Placeholder 47">
            <a:extLst>
              <a:ext uri="{FF2B5EF4-FFF2-40B4-BE49-F238E27FC236}">
                <a16:creationId xmlns:a16="http://schemas.microsoft.com/office/drawing/2014/main" id="{59ABA37D-4CE7-A30A-3DE3-0E4CAF97C9D5}"/>
              </a:ext>
            </a:extLst>
          </p:cNvPr>
          <p:cNvSpPr>
            <a:spLocks noGrp="1"/>
          </p:cNvSpPr>
          <p:nvPr>
            <p:ph type="body" sz="quarter" idx="38" hasCustomPrompt="1"/>
          </p:nvPr>
        </p:nvSpPr>
        <p:spPr>
          <a:xfrm>
            <a:off x="10012104" y="4736592"/>
            <a:ext cx="1737360" cy="347472"/>
          </a:xfrm>
        </p:spPr>
        <p:txBody>
          <a:bodyPr anchor="b"/>
          <a:lstStyle>
            <a:lvl1pPr marL="0" indent="0">
              <a:lnSpc>
                <a:spcPct val="100000"/>
              </a:lnSpc>
              <a:buNone/>
              <a:defRPr sz="3200" b="0" i="0">
                <a:solidFill>
                  <a:schemeClr val="accent2"/>
                </a:solidFill>
                <a:latin typeface="Franklin Gothic Book" panose="020B0503020102020204" pitchFamily="34" charset="0"/>
              </a:defRPr>
            </a:lvl1pPr>
            <a:lvl2pPr marL="239712" indent="0">
              <a:buNone/>
              <a:defRPr sz="1200"/>
            </a:lvl2pPr>
          </a:lstStyle>
          <a:p>
            <a:pPr lvl="0"/>
            <a:r>
              <a:rPr lang="en-US"/>
              <a:t>#</a:t>
            </a:r>
          </a:p>
        </p:txBody>
      </p:sp>
      <p:cxnSp>
        <p:nvCxnSpPr>
          <p:cNvPr id="77" name="Straight Connector 76">
            <a:extLst>
              <a:ext uri="{FF2B5EF4-FFF2-40B4-BE49-F238E27FC236}">
                <a16:creationId xmlns:a16="http://schemas.microsoft.com/office/drawing/2014/main" id="{58000490-376A-E725-B89A-5E18510C06E5}"/>
              </a:ext>
            </a:extLst>
          </p:cNvPr>
          <p:cNvCxnSpPr>
            <a:cxnSpLocks/>
          </p:cNvCxnSpPr>
          <p:nvPr userDrawn="1"/>
        </p:nvCxnSpPr>
        <p:spPr>
          <a:xfrm>
            <a:off x="10012104" y="4572000"/>
            <a:ext cx="1737360"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78" name="Text Placeholder 47">
            <a:extLst>
              <a:ext uri="{FF2B5EF4-FFF2-40B4-BE49-F238E27FC236}">
                <a16:creationId xmlns:a16="http://schemas.microsoft.com/office/drawing/2014/main" id="{C3ECA2BD-5234-0C0A-C5A7-94F35E49D93D}"/>
              </a:ext>
            </a:extLst>
          </p:cNvPr>
          <p:cNvSpPr>
            <a:spLocks noGrp="1"/>
          </p:cNvSpPr>
          <p:nvPr>
            <p:ph type="body" sz="quarter" idx="39" hasCustomPrompt="1"/>
          </p:nvPr>
        </p:nvSpPr>
        <p:spPr>
          <a:xfrm>
            <a:off x="454025" y="5188042"/>
            <a:ext cx="1737360"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79" name="Text Placeholder 47">
            <a:extLst>
              <a:ext uri="{FF2B5EF4-FFF2-40B4-BE49-F238E27FC236}">
                <a16:creationId xmlns:a16="http://schemas.microsoft.com/office/drawing/2014/main" id="{8D85C570-E674-3766-494B-6CCAC42305FD}"/>
              </a:ext>
            </a:extLst>
          </p:cNvPr>
          <p:cNvSpPr>
            <a:spLocks noGrp="1"/>
          </p:cNvSpPr>
          <p:nvPr>
            <p:ph type="body" sz="quarter" idx="40" hasCustomPrompt="1"/>
          </p:nvPr>
        </p:nvSpPr>
        <p:spPr>
          <a:xfrm>
            <a:off x="2365641" y="5188042"/>
            <a:ext cx="1737360"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82" name="Text Placeholder 47">
            <a:extLst>
              <a:ext uri="{FF2B5EF4-FFF2-40B4-BE49-F238E27FC236}">
                <a16:creationId xmlns:a16="http://schemas.microsoft.com/office/drawing/2014/main" id="{4D97850D-5858-4E2F-0F54-1D8E108E58D2}"/>
              </a:ext>
            </a:extLst>
          </p:cNvPr>
          <p:cNvSpPr>
            <a:spLocks noGrp="1"/>
          </p:cNvSpPr>
          <p:nvPr>
            <p:ph type="body" sz="quarter" idx="41" hasCustomPrompt="1"/>
          </p:nvPr>
        </p:nvSpPr>
        <p:spPr>
          <a:xfrm>
            <a:off x="4277257" y="5188042"/>
            <a:ext cx="1737360"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85" name="Text Placeholder 47">
            <a:extLst>
              <a:ext uri="{FF2B5EF4-FFF2-40B4-BE49-F238E27FC236}">
                <a16:creationId xmlns:a16="http://schemas.microsoft.com/office/drawing/2014/main" id="{03D0AA13-AE70-298E-4DD4-2201730C50FD}"/>
              </a:ext>
            </a:extLst>
          </p:cNvPr>
          <p:cNvSpPr>
            <a:spLocks noGrp="1"/>
          </p:cNvSpPr>
          <p:nvPr>
            <p:ph type="body" sz="quarter" idx="42" hasCustomPrompt="1"/>
          </p:nvPr>
        </p:nvSpPr>
        <p:spPr>
          <a:xfrm>
            <a:off x="6188873" y="5188042"/>
            <a:ext cx="1737360"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88" name="Text Placeholder 47">
            <a:extLst>
              <a:ext uri="{FF2B5EF4-FFF2-40B4-BE49-F238E27FC236}">
                <a16:creationId xmlns:a16="http://schemas.microsoft.com/office/drawing/2014/main" id="{7A5A6286-274A-59C4-9552-3B4BC9D486FC}"/>
              </a:ext>
            </a:extLst>
          </p:cNvPr>
          <p:cNvSpPr>
            <a:spLocks noGrp="1"/>
          </p:cNvSpPr>
          <p:nvPr>
            <p:ph type="body" sz="quarter" idx="43" hasCustomPrompt="1"/>
          </p:nvPr>
        </p:nvSpPr>
        <p:spPr>
          <a:xfrm>
            <a:off x="10012104" y="5188042"/>
            <a:ext cx="1737360"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91" name="Text Placeholder 47">
            <a:extLst>
              <a:ext uri="{FF2B5EF4-FFF2-40B4-BE49-F238E27FC236}">
                <a16:creationId xmlns:a16="http://schemas.microsoft.com/office/drawing/2014/main" id="{04C8390B-36EA-AAE6-FDD0-14F954C67CD1}"/>
              </a:ext>
            </a:extLst>
          </p:cNvPr>
          <p:cNvSpPr>
            <a:spLocks noGrp="1"/>
          </p:cNvSpPr>
          <p:nvPr>
            <p:ph type="body" sz="quarter" idx="44" hasCustomPrompt="1"/>
          </p:nvPr>
        </p:nvSpPr>
        <p:spPr>
          <a:xfrm>
            <a:off x="8100489" y="3170148"/>
            <a:ext cx="1737360"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92" name="Text Placeholder 47">
            <a:extLst>
              <a:ext uri="{FF2B5EF4-FFF2-40B4-BE49-F238E27FC236}">
                <a16:creationId xmlns:a16="http://schemas.microsoft.com/office/drawing/2014/main" id="{C78BB892-E673-9D50-4F09-E632EA08FDEE}"/>
              </a:ext>
            </a:extLst>
          </p:cNvPr>
          <p:cNvSpPr>
            <a:spLocks noGrp="1"/>
          </p:cNvSpPr>
          <p:nvPr>
            <p:ph type="body" sz="quarter" idx="45" hasCustomPrompt="1"/>
          </p:nvPr>
        </p:nvSpPr>
        <p:spPr>
          <a:xfrm>
            <a:off x="8100489" y="2756244"/>
            <a:ext cx="1737360"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93" name="Text Placeholder 47">
            <a:extLst>
              <a:ext uri="{FF2B5EF4-FFF2-40B4-BE49-F238E27FC236}">
                <a16:creationId xmlns:a16="http://schemas.microsoft.com/office/drawing/2014/main" id="{B5DA56F8-68CA-AF5A-F7A2-D774BDFE412F}"/>
              </a:ext>
            </a:extLst>
          </p:cNvPr>
          <p:cNvSpPr>
            <a:spLocks noGrp="1"/>
          </p:cNvSpPr>
          <p:nvPr>
            <p:ph type="body" sz="quarter" idx="46" hasCustomPrompt="1"/>
          </p:nvPr>
        </p:nvSpPr>
        <p:spPr>
          <a:xfrm>
            <a:off x="8100489" y="4736592"/>
            <a:ext cx="1737360" cy="347472"/>
          </a:xfrm>
        </p:spPr>
        <p:txBody>
          <a:bodyPr anchor="b"/>
          <a:lstStyle>
            <a:lvl1pPr marL="0" indent="0">
              <a:lnSpc>
                <a:spcPct val="100000"/>
              </a:lnSpc>
              <a:buNone/>
              <a:defRPr sz="3200" b="0" i="0">
                <a:solidFill>
                  <a:schemeClr val="accent2"/>
                </a:solidFill>
                <a:latin typeface="Franklin Gothic Book" panose="020B0503020102020204" pitchFamily="34" charset="0"/>
              </a:defRPr>
            </a:lvl1pPr>
            <a:lvl2pPr marL="239712" indent="0">
              <a:buNone/>
              <a:defRPr sz="1200"/>
            </a:lvl2pPr>
          </a:lstStyle>
          <a:p>
            <a:pPr lvl="0"/>
            <a:r>
              <a:rPr lang="en-US"/>
              <a:t>#</a:t>
            </a:r>
          </a:p>
        </p:txBody>
      </p:sp>
      <p:cxnSp>
        <p:nvCxnSpPr>
          <p:cNvPr id="94" name="Straight Connector 93">
            <a:extLst>
              <a:ext uri="{FF2B5EF4-FFF2-40B4-BE49-F238E27FC236}">
                <a16:creationId xmlns:a16="http://schemas.microsoft.com/office/drawing/2014/main" id="{B780C00B-6BB0-5D47-57C1-F9202B9E0C55}"/>
              </a:ext>
            </a:extLst>
          </p:cNvPr>
          <p:cNvCxnSpPr>
            <a:cxnSpLocks/>
          </p:cNvCxnSpPr>
          <p:nvPr userDrawn="1"/>
        </p:nvCxnSpPr>
        <p:spPr>
          <a:xfrm>
            <a:off x="8099691" y="4572000"/>
            <a:ext cx="1737360"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5" name="Text Placeholder 47">
            <a:extLst>
              <a:ext uri="{FF2B5EF4-FFF2-40B4-BE49-F238E27FC236}">
                <a16:creationId xmlns:a16="http://schemas.microsoft.com/office/drawing/2014/main" id="{46753789-ED39-0848-E314-80DC73AF2C95}"/>
              </a:ext>
            </a:extLst>
          </p:cNvPr>
          <p:cNvSpPr>
            <a:spLocks noGrp="1"/>
          </p:cNvSpPr>
          <p:nvPr>
            <p:ph type="body" sz="quarter" idx="47" hasCustomPrompt="1"/>
          </p:nvPr>
        </p:nvSpPr>
        <p:spPr>
          <a:xfrm>
            <a:off x="8100489" y="5188042"/>
            <a:ext cx="1737360"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Tree>
    <p:extLst>
      <p:ext uri="{BB962C8B-B14F-4D97-AF65-F5344CB8AC3E}">
        <p14:creationId xmlns:p14="http://schemas.microsoft.com/office/powerpoint/2010/main" val="100284164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4 Section Icons">
    <p:bg>
      <p:bgPr>
        <a:solidFill>
          <a:schemeClr val="bg1"/>
        </a:solidFill>
        <a:effectLst/>
      </p:bgPr>
    </p:bg>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4808"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cxnSp>
        <p:nvCxnSpPr>
          <p:cNvPr id="39" name="Straight Connector 38">
            <a:extLst>
              <a:ext uri="{FF2B5EF4-FFF2-40B4-BE49-F238E27FC236}">
                <a16:creationId xmlns:a16="http://schemas.microsoft.com/office/drawing/2014/main" id="{5C0C652A-48A4-090B-D673-56428A1576D3}"/>
              </a:ext>
            </a:extLst>
          </p:cNvPr>
          <p:cNvCxnSpPr>
            <a:cxnSpLocks/>
          </p:cNvCxnSpPr>
          <p:nvPr userDrawn="1"/>
        </p:nvCxnSpPr>
        <p:spPr>
          <a:xfrm>
            <a:off x="6095936" y="1454150"/>
            <a:ext cx="0" cy="450215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829C95DA-6D2F-088A-E659-E0012C88089B}"/>
              </a:ext>
            </a:extLst>
          </p:cNvPr>
          <p:cNvSpPr/>
          <p:nvPr userDrawn="1"/>
        </p:nvSpPr>
        <p:spPr>
          <a:xfrm>
            <a:off x="452582" y="1450110"/>
            <a:ext cx="5421745" cy="9421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08E33AF4-8395-34D5-509F-452D4243DEE7}"/>
              </a:ext>
            </a:extLst>
          </p:cNvPr>
          <p:cNvSpPr/>
          <p:nvPr userDrawn="1"/>
        </p:nvSpPr>
        <p:spPr>
          <a:xfrm>
            <a:off x="6315364" y="1450110"/>
            <a:ext cx="5421745" cy="9421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72EBE849-FE9E-11AE-F97A-D10C5187E84A}"/>
              </a:ext>
            </a:extLst>
          </p:cNvPr>
          <p:cNvSpPr/>
          <p:nvPr userDrawn="1"/>
        </p:nvSpPr>
        <p:spPr>
          <a:xfrm>
            <a:off x="452582" y="4038600"/>
            <a:ext cx="5421745" cy="942108"/>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13413C3A-EC8E-6928-B727-7908B2ABB308}"/>
              </a:ext>
            </a:extLst>
          </p:cNvPr>
          <p:cNvSpPr/>
          <p:nvPr userDrawn="1"/>
        </p:nvSpPr>
        <p:spPr>
          <a:xfrm>
            <a:off x="6315364" y="4038600"/>
            <a:ext cx="5421745" cy="94210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5EF7BFE4-A8F6-5E6A-CAF9-FF500749EE52}"/>
              </a:ext>
            </a:extLst>
          </p:cNvPr>
          <p:cNvGrpSpPr/>
          <p:nvPr userDrawn="1"/>
        </p:nvGrpSpPr>
        <p:grpSpPr>
          <a:xfrm>
            <a:off x="1173735" y="1900046"/>
            <a:ext cx="3979438" cy="969736"/>
            <a:chOff x="1181298" y="1881574"/>
            <a:chExt cx="3979438" cy="969736"/>
          </a:xfrm>
        </p:grpSpPr>
        <p:sp>
          <p:nvSpPr>
            <p:cNvPr id="33" name="Rounded Rectangle 32">
              <a:extLst>
                <a:ext uri="{FF2B5EF4-FFF2-40B4-BE49-F238E27FC236}">
                  <a16:creationId xmlns:a16="http://schemas.microsoft.com/office/drawing/2014/main" id="{7D3F72EC-4D14-BFE7-9582-715E022E2171}"/>
                </a:ext>
              </a:extLst>
            </p:cNvPr>
            <p:cNvSpPr/>
            <p:nvPr userDrawn="1"/>
          </p:nvSpPr>
          <p:spPr>
            <a:xfrm>
              <a:off x="1181298" y="188157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Rounded Rectangle 35">
              <a:extLst>
                <a:ext uri="{FF2B5EF4-FFF2-40B4-BE49-F238E27FC236}">
                  <a16:creationId xmlns:a16="http://schemas.microsoft.com/office/drawing/2014/main" id="{EFB15C83-41D0-854F-661D-2B95F9095280}"/>
                </a:ext>
              </a:extLst>
            </p:cNvPr>
            <p:cNvSpPr/>
            <p:nvPr userDrawn="1"/>
          </p:nvSpPr>
          <p:spPr>
            <a:xfrm>
              <a:off x="2686149" y="188157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Rounded Rectangle 46">
              <a:extLst>
                <a:ext uri="{FF2B5EF4-FFF2-40B4-BE49-F238E27FC236}">
                  <a16:creationId xmlns:a16="http://schemas.microsoft.com/office/drawing/2014/main" id="{0FFDA20D-EAE8-91A1-754D-1E4CBA88157D}"/>
                </a:ext>
              </a:extLst>
            </p:cNvPr>
            <p:cNvSpPr/>
            <p:nvPr userDrawn="1"/>
          </p:nvSpPr>
          <p:spPr>
            <a:xfrm>
              <a:off x="4191000" y="188157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8" name="Group 47">
            <a:extLst>
              <a:ext uri="{FF2B5EF4-FFF2-40B4-BE49-F238E27FC236}">
                <a16:creationId xmlns:a16="http://schemas.microsoft.com/office/drawing/2014/main" id="{B5F10930-BD2F-933C-F8B4-5242A49F4A13}"/>
              </a:ext>
            </a:extLst>
          </p:cNvPr>
          <p:cNvGrpSpPr/>
          <p:nvPr userDrawn="1"/>
        </p:nvGrpSpPr>
        <p:grpSpPr>
          <a:xfrm>
            <a:off x="7036517" y="1900046"/>
            <a:ext cx="3979438" cy="969736"/>
            <a:chOff x="1181298" y="1881574"/>
            <a:chExt cx="3979438" cy="969736"/>
          </a:xfrm>
        </p:grpSpPr>
        <p:sp>
          <p:nvSpPr>
            <p:cNvPr id="49" name="Rounded Rectangle 48">
              <a:extLst>
                <a:ext uri="{FF2B5EF4-FFF2-40B4-BE49-F238E27FC236}">
                  <a16:creationId xmlns:a16="http://schemas.microsoft.com/office/drawing/2014/main" id="{DFDD1143-55D2-DA60-057D-9839174E0B91}"/>
                </a:ext>
              </a:extLst>
            </p:cNvPr>
            <p:cNvSpPr/>
            <p:nvPr userDrawn="1"/>
          </p:nvSpPr>
          <p:spPr>
            <a:xfrm>
              <a:off x="1181298" y="188157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Rounded Rectangle 49">
              <a:extLst>
                <a:ext uri="{FF2B5EF4-FFF2-40B4-BE49-F238E27FC236}">
                  <a16:creationId xmlns:a16="http://schemas.microsoft.com/office/drawing/2014/main" id="{695F0687-D46F-19CF-EEFC-57FCA2D4F2EB}"/>
                </a:ext>
              </a:extLst>
            </p:cNvPr>
            <p:cNvSpPr/>
            <p:nvPr userDrawn="1"/>
          </p:nvSpPr>
          <p:spPr>
            <a:xfrm>
              <a:off x="2686149" y="188157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ounded Rectangle 50">
              <a:extLst>
                <a:ext uri="{FF2B5EF4-FFF2-40B4-BE49-F238E27FC236}">
                  <a16:creationId xmlns:a16="http://schemas.microsoft.com/office/drawing/2014/main" id="{5DC3B8E6-FFCB-2242-1264-A698BBBC6832}"/>
                </a:ext>
              </a:extLst>
            </p:cNvPr>
            <p:cNvSpPr/>
            <p:nvPr userDrawn="1"/>
          </p:nvSpPr>
          <p:spPr>
            <a:xfrm>
              <a:off x="4191000" y="188157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3" name="Group 52">
            <a:extLst>
              <a:ext uri="{FF2B5EF4-FFF2-40B4-BE49-F238E27FC236}">
                <a16:creationId xmlns:a16="http://schemas.microsoft.com/office/drawing/2014/main" id="{141CC35A-007F-113F-A2BE-8754BF86B112}"/>
              </a:ext>
            </a:extLst>
          </p:cNvPr>
          <p:cNvGrpSpPr/>
          <p:nvPr userDrawn="1"/>
        </p:nvGrpSpPr>
        <p:grpSpPr>
          <a:xfrm>
            <a:off x="1173735" y="4488536"/>
            <a:ext cx="3979438" cy="969736"/>
            <a:chOff x="1181298" y="1881574"/>
            <a:chExt cx="3979438" cy="969736"/>
          </a:xfrm>
        </p:grpSpPr>
        <p:sp>
          <p:nvSpPr>
            <p:cNvPr id="54" name="Rounded Rectangle 53">
              <a:extLst>
                <a:ext uri="{FF2B5EF4-FFF2-40B4-BE49-F238E27FC236}">
                  <a16:creationId xmlns:a16="http://schemas.microsoft.com/office/drawing/2014/main" id="{0B688187-5F19-DA2D-E9A3-5776F18A4835}"/>
                </a:ext>
              </a:extLst>
            </p:cNvPr>
            <p:cNvSpPr/>
            <p:nvPr userDrawn="1"/>
          </p:nvSpPr>
          <p:spPr>
            <a:xfrm>
              <a:off x="1181298" y="188157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Rounded Rectangle 54">
              <a:extLst>
                <a:ext uri="{FF2B5EF4-FFF2-40B4-BE49-F238E27FC236}">
                  <a16:creationId xmlns:a16="http://schemas.microsoft.com/office/drawing/2014/main" id="{2AAF3578-BF0D-4CFC-2383-B003C7AD65ED}"/>
                </a:ext>
              </a:extLst>
            </p:cNvPr>
            <p:cNvSpPr/>
            <p:nvPr userDrawn="1"/>
          </p:nvSpPr>
          <p:spPr>
            <a:xfrm>
              <a:off x="2686149" y="188157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Rounded Rectangle 55">
              <a:extLst>
                <a:ext uri="{FF2B5EF4-FFF2-40B4-BE49-F238E27FC236}">
                  <a16:creationId xmlns:a16="http://schemas.microsoft.com/office/drawing/2014/main" id="{B03DFD6A-351F-F03A-9C7E-CCFCF881C7D5}"/>
                </a:ext>
              </a:extLst>
            </p:cNvPr>
            <p:cNvSpPr/>
            <p:nvPr userDrawn="1"/>
          </p:nvSpPr>
          <p:spPr>
            <a:xfrm>
              <a:off x="4191000" y="188157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7" name="Group 56">
            <a:extLst>
              <a:ext uri="{FF2B5EF4-FFF2-40B4-BE49-F238E27FC236}">
                <a16:creationId xmlns:a16="http://schemas.microsoft.com/office/drawing/2014/main" id="{B76899D2-74A5-633D-D0CC-DE47FED8084D}"/>
              </a:ext>
            </a:extLst>
          </p:cNvPr>
          <p:cNvGrpSpPr/>
          <p:nvPr userDrawn="1"/>
        </p:nvGrpSpPr>
        <p:grpSpPr>
          <a:xfrm>
            <a:off x="7036517" y="4488536"/>
            <a:ext cx="3979438" cy="969736"/>
            <a:chOff x="1181298" y="1881574"/>
            <a:chExt cx="3979438" cy="969736"/>
          </a:xfrm>
        </p:grpSpPr>
        <p:sp>
          <p:nvSpPr>
            <p:cNvPr id="58" name="Rounded Rectangle 57">
              <a:extLst>
                <a:ext uri="{FF2B5EF4-FFF2-40B4-BE49-F238E27FC236}">
                  <a16:creationId xmlns:a16="http://schemas.microsoft.com/office/drawing/2014/main" id="{895DE74B-17F4-504B-08C1-89774782BB13}"/>
                </a:ext>
              </a:extLst>
            </p:cNvPr>
            <p:cNvSpPr/>
            <p:nvPr userDrawn="1"/>
          </p:nvSpPr>
          <p:spPr>
            <a:xfrm>
              <a:off x="1181298" y="188157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Rounded Rectangle 58">
              <a:extLst>
                <a:ext uri="{FF2B5EF4-FFF2-40B4-BE49-F238E27FC236}">
                  <a16:creationId xmlns:a16="http://schemas.microsoft.com/office/drawing/2014/main" id="{4ED71690-0980-8F06-7F9B-AF674F59953B}"/>
                </a:ext>
              </a:extLst>
            </p:cNvPr>
            <p:cNvSpPr/>
            <p:nvPr userDrawn="1"/>
          </p:nvSpPr>
          <p:spPr>
            <a:xfrm>
              <a:off x="2686149" y="188157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Rounded Rectangle 59">
              <a:extLst>
                <a:ext uri="{FF2B5EF4-FFF2-40B4-BE49-F238E27FC236}">
                  <a16:creationId xmlns:a16="http://schemas.microsoft.com/office/drawing/2014/main" id="{4B9FF4FC-85A7-B4BE-3438-AF04F8862F4A}"/>
                </a:ext>
              </a:extLst>
            </p:cNvPr>
            <p:cNvSpPr/>
            <p:nvPr userDrawn="1"/>
          </p:nvSpPr>
          <p:spPr>
            <a:xfrm>
              <a:off x="4191000" y="188157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61" name="Text Placeholder 47">
            <a:extLst>
              <a:ext uri="{FF2B5EF4-FFF2-40B4-BE49-F238E27FC236}">
                <a16:creationId xmlns:a16="http://schemas.microsoft.com/office/drawing/2014/main" id="{1291A37F-B1C9-E988-0429-04B301FAE502}"/>
              </a:ext>
            </a:extLst>
          </p:cNvPr>
          <p:cNvSpPr>
            <a:spLocks noGrp="1"/>
          </p:cNvSpPr>
          <p:nvPr>
            <p:ph type="body" sz="quarter" idx="25" hasCustomPrompt="1"/>
          </p:nvPr>
        </p:nvSpPr>
        <p:spPr>
          <a:xfrm>
            <a:off x="984092" y="3043670"/>
            <a:ext cx="1305305" cy="585216"/>
          </a:xfrm>
        </p:spPr>
        <p:txBody>
          <a:bodyPr/>
          <a:lstStyle>
            <a:lvl1pPr marL="171450" indent="-171450" algn="ctr">
              <a:lnSpc>
                <a:spcPct val="100000"/>
              </a:lnSpc>
              <a:buFont typeface="Wingdings" pitchFamily="2" charset="2"/>
              <a:buChar char="§"/>
              <a:defRPr sz="1200" b="0" i="0">
                <a:solidFill>
                  <a:schemeClr val="accent1"/>
                </a:solidFill>
                <a:latin typeface="+mn-lt"/>
              </a:defRPr>
            </a:lvl1pPr>
            <a:lvl2pPr marL="239712" indent="0">
              <a:buNone/>
              <a:defRPr sz="1200"/>
            </a:lvl2pPr>
          </a:lstStyle>
          <a:p>
            <a:pPr lvl="0"/>
            <a:r>
              <a:rPr lang="en-US"/>
              <a:t>Title Here</a:t>
            </a:r>
          </a:p>
        </p:txBody>
      </p:sp>
      <p:sp>
        <p:nvSpPr>
          <p:cNvPr id="62" name="Text Placeholder 47">
            <a:extLst>
              <a:ext uri="{FF2B5EF4-FFF2-40B4-BE49-F238E27FC236}">
                <a16:creationId xmlns:a16="http://schemas.microsoft.com/office/drawing/2014/main" id="{055AE0B4-BF0B-B8F1-987C-CF7D7BB90555}"/>
              </a:ext>
            </a:extLst>
          </p:cNvPr>
          <p:cNvSpPr>
            <a:spLocks noGrp="1"/>
          </p:cNvSpPr>
          <p:nvPr>
            <p:ph type="body" sz="quarter" idx="26" hasCustomPrompt="1"/>
          </p:nvPr>
        </p:nvSpPr>
        <p:spPr>
          <a:xfrm>
            <a:off x="2506728" y="3043670"/>
            <a:ext cx="1305305" cy="585216"/>
          </a:xfrm>
        </p:spPr>
        <p:txBody>
          <a:bodyPr/>
          <a:lstStyle>
            <a:lvl1pPr marL="171450" indent="-171450" algn="ctr">
              <a:lnSpc>
                <a:spcPct val="100000"/>
              </a:lnSpc>
              <a:buFont typeface="Wingdings" pitchFamily="2" charset="2"/>
              <a:buChar char="§"/>
              <a:defRPr sz="1200" b="0" i="0">
                <a:solidFill>
                  <a:schemeClr val="accent1"/>
                </a:solidFill>
                <a:latin typeface="+mn-lt"/>
              </a:defRPr>
            </a:lvl1pPr>
            <a:lvl2pPr marL="239712" indent="0">
              <a:buNone/>
              <a:defRPr sz="1200"/>
            </a:lvl2pPr>
          </a:lstStyle>
          <a:p>
            <a:pPr lvl="0"/>
            <a:r>
              <a:rPr lang="en-US"/>
              <a:t>Title Here</a:t>
            </a:r>
          </a:p>
        </p:txBody>
      </p:sp>
      <p:sp>
        <p:nvSpPr>
          <p:cNvPr id="63" name="Text Placeholder 47">
            <a:extLst>
              <a:ext uri="{FF2B5EF4-FFF2-40B4-BE49-F238E27FC236}">
                <a16:creationId xmlns:a16="http://schemas.microsoft.com/office/drawing/2014/main" id="{9D414C50-C232-0C0A-5108-4EA197CA0E9E}"/>
              </a:ext>
            </a:extLst>
          </p:cNvPr>
          <p:cNvSpPr>
            <a:spLocks noGrp="1"/>
          </p:cNvSpPr>
          <p:nvPr>
            <p:ph type="body" sz="quarter" idx="27" hasCustomPrompt="1"/>
          </p:nvPr>
        </p:nvSpPr>
        <p:spPr>
          <a:xfrm>
            <a:off x="4029364" y="3043670"/>
            <a:ext cx="1305305" cy="585216"/>
          </a:xfrm>
        </p:spPr>
        <p:txBody>
          <a:bodyPr/>
          <a:lstStyle>
            <a:lvl1pPr marL="171450" indent="-171450" algn="ctr">
              <a:lnSpc>
                <a:spcPct val="100000"/>
              </a:lnSpc>
              <a:buFont typeface="Wingdings" pitchFamily="2" charset="2"/>
              <a:buChar char="§"/>
              <a:defRPr sz="1200" b="0" i="0">
                <a:solidFill>
                  <a:schemeClr val="accent1"/>
                </a:solidFill>
                <a:latin typeface="+mn-lt"/>
              </a:defRPr>
            </a:lvl1pPr>
            <a:lvl2pPr marL="239712" indent="0">
              <a:buNone/>
              <a:defRPr sz="1200"/>
            </a:lvl2pPr>
          </a:lstStyle>
          <a:p>
            <a:pPr lvl="0"/>
            <a:r>
              <a:rPr lang="en-US"/>
              <a:t>Title Here</a:t>
            </a:r>
          </a:p>
        </p:txBody>
      </p:sp>
      <p:sp>
        <p:nvSpPr>
          <p:cNvPr id="64" name="Text Placeholder 47">
            <a:extLst>
              <a:ext uri="{FF2B5EF4-FFF2-40B4-BE49-F238E27FC236}">
                <a16:creationId xmlns:a16="http://schemas.microsoft.com/office/drawing/2014/main" id="{A81737DE-97B0-B2C2-A419-91EBE7D8226E}"/>
              </a:ext>
            </a:extLst>
          </p:cNvPr>
          <p:cNvSpPr>
            <a:spLocks noGrp="1"/>
          </p:cNvSpPr>
          <p:nvPr>
            <p:ph type="body" sz="quarter" idx="28" hasCustomPrompt="1"/>
          </p:nvPr>
        </p:nvSpPr>
        <p:spPr>
          <a:xfrm>
            <a:off x="984092" y="5638800"/>
            <a:ext cx="1305305" cy="577273"/>
          </a:xfrm>
        </p:spPr>
        <p:txBody>
          <a:bodyPr/>
          <a:lstStyle>
            <a:lvl1pPr marL="171450" indent="-171450" algn="ctr">
              <a:lnSpc>
                <a:spcPct val="100000"/>
              </a:lnSpc>
              <a:buFont typeface="Wingdings" pitchFamily="2" charset="2"/>
              <a:buChar char="§"/>
              <a:defRPr sz="1200" b="0" i="0">
                <a:solidFill>
                  <a:schemeClr val="accent1"/>
                </a:solidFill>
                <a:latin typeface="+mn-lt"/>
              </a:defRPr>
            </a:lvl1pPr>
            <a:lvl2pPr marL="239712" indent="0">
              <a:buNone/>
              <a:defRPr sz="1200"/>
            </a:lvl2pPr>
          </a:lstStyle>
          <a:p>
            <a:pPr lvl="0"/>
            <a:r>
              <a:rPr lang="en-US"/>
              <a:t>Title Here</a:t>
            </a:r>
          </a:p>
        </p:txBody>
      </p:sp>
      <p:sp>
        <p:nvSpPr>
          <p:cNvPr id="65" name="Text Placeholder 47">
            <a:extLst>
              <a:ext uri="{FF2B5EF4-FFF2-40B4-BE49-F238E27FC236}">
                <a16:creationId xmlns:a16="http://schemas.microsoft.com/office/drawing/2014/main" id="{4366AA90-6795-DEE3-1569-C5E511B8B6BD}"/>
              </a:ext>
            </a:extLst>
          </p:cNvPr>
          <p:cNvSpPr>
            <a:spLocks noGrp="1"/>
          </p:cNvSpPr>
          <p:nvPr>
            <p:ph type="body" sz="quarter" idx="29" hasCustomPrompt="1"/>
          </p:nvPr>
        </p:nvSpPr>
        <p:spPr>
          <a:xfrm>
            <a:off x="2506728" y="5638800"/>
            <a:ext cx="1305305" cy="577273"/>
          </a:xfrm>
        </p:spPr>
        <p:txBody>
          <a:bodyPr/>
          <a:lstStyle>
            <a:lvl1pPr marL="171450" indent="-171450" algn="ctr">
              <a:lnSpc>
                <a:spcPct val="100000"/>
              </a:lnSpc>
              <a:buFont typeface="Wingdings" pitchFamily="2" charset="2"/>
              <a:buChar char="§"/>
              <a:defRPr sz="1200" b="0" i="0">
                <a:solidFill>
                  <a:schemeClr val="accent1"/>
                </a:solidFill>
                <a:latin typeface="+mn-lt"/>
              </a:defRPr>
            </a:lvl1pPr>
            <a:lvl2pPr marL="239712" indent="0">
              <a:buNone/>
              <a:defRPr sz="1200"/>
            </a:lvl2pPr>
          </a:lstStyle>
          <a:p>
            <a:pPr lvl="0"/>
            <a:r>
              <a:rPr lang="en-US"/>
              <a:t>Title Here</a:t>
            </a:r>
          </a:p>
        </p:txBody>
      </p:sp>
      <p:sp>
        <p:nvSpPr>
          <p:cNvPr id="66" name="Text Placeholder 47">
            <a:extLst>
              <a:ext uri="{FF2B5EF4-FFF2-40B4-BE49-F238E27FC236}">
                <a16:creationId xmlns:a16="http://schemas.microsoft.com/office/drawing/2014/main" id="{6D26B3A5-2F90-0727-078A-50A1114C17EE}"/>
              </a:ext>
            </a:extLst>
          </p:cNvPr>
          <p:cNvSpPr>
            <a:spLocks noGrp="1"/>
          </p:cNvSpPr>
          <p:nvPr>
            <p:ph type="body" sz="quarter" idx="30" hasCustomPrompt="1"/>
          </p:nvPr>
        </p:nvSpPr>
        <p:spPr>
          <a:xfrm>
            <a:off x="4029364" y="5638800"/>
            <a:ext cx="1305305" cy="577273"/>
          </a:xfrm>
        </p:spPr>
        <p:txBody>
          <a:bodyPr/>
          <a:lstStyle>
            <a:lvl1pPr marL="171450" indent="-171450" algn="ctr">
              <a:lnSpc>
                <a:spcPct val="100000"/>
              </a:lnSpc>
              <a:buFont typeface="Wingdings" pitchFamily="2" charset="2"/>
              <a:buChar char="§"/>
              <a:defRPr sz="1200" b="0" i="0">
                <a:solidFill>
                  <a:schemeClr val="accent1"/>
                </a:solidFill>
                <a:latin typeface="+mn-lt"/>
              </a:defRPr>
            </a:lvl1pPr>
            <a:lvl2pPr marL="239712" indent="0">
              <a:buNone/>
              <a:defRPr sz="1200"/>
            </a:lvl2pPr>
          </a:lstStyle>
          <a:p>
            <a:pPr lvl="0"/>
            <a:r>
              <a:rPr lang="en-US"/>
              <a:t>Title Here</a:t>
            </a:r>
          </a:p>
        </p:txBody>
      </p:sp>
      <p:sp>
        <p:nvSpPr>
          <p:cNvPr id="67" name="Text Placeholder 47">
            <a:extLst>
              <a:ext uri="{FF2B5EF4-FFF2-40B4-BE49-F238E27FC236}">
                <a16:creationId xmlns:a16="http://schemas.microsoft.com/office/drawing/2014/main" id="{DFB23C7F-A71D-104D-1937-246091888BBE}"/>
              </a:ext>
            </a:extLst>
          </p:cNvPr>
          <p:cNvSpPr>
            <a:spLocks noGrp="1"/>
          </p:cNvSpPr>
          <p:nvPr>
            <p:ph type="body" sz="quarter" idx="31" hasCustomPrompt="1"/>
          </p:nvPr>
        </p:nvSpPr>
        <p:spPr>
          <a:xfrm>
            <a:off x="6851492" y="3043670"/>
            <a:ext cx="1305305" cy="585216"/>
          </a:xfrm>
        </p:spPr>
        <p:txBody>
          <a:bodyPr/>
          <a:lstStyle>
            <a:lvl1pPr marL="171450" indent="-171450" algn="ctr">
              <a:lnSpc>
                <a:spcPct val="100000"/>
              </a:lnSpc>
              <a:buFont typeface="Wingdings" pitchFamily="2" charset="2"/>
              <a:buChar char="§"/>
              <a:defRPr sz="1200" b="0" i="0">
                <a:solidFill>
                  <a:schemeClr val="accent1"/>
                </a:solidFill>
                <a:latin typeface="+mn-lt"/>
              </a:defRPr>
            </a:lvl1pPr>
            <a:lvl2pPr marL="239712" indent="0">
              <a:buNone/>
              <a:defRPr sz="1200"/>
            </a:lvl2pPr>
          </a:lstStyle>
          <a:p>
            <a:pPr lvl="0"/>
            <a:r>
              <a:rPr lang="en-US"/>
              <a:t>Title Here</a:t>
            </a:r>
          </a:p>
        </p:txBody>
      </p:sp>
      <p:sp>
        <p:nvSpPr>
          <p:cNvPr id="68" name="Text Placeholder 47">
            <a:extLst>
              <a:ext uri="{FF2B5EF4-FFF2-40B4-BE49-F238E27FC236}">
                <a16:creationId xmlns:a16="http://schemas.microsoft.com/office/drawing/2014/main" id="{CAA3A87C-364C-F74B-82F6-1AE88BFC4937}"/>
              </a:ext>
            </a:extLst>
          </p:cNvPr>
          <p:cNvSpPr>
            <a:spLocks noGrp="1"/>
          </p:cNvSpPr>
          <p:nvPr>
            <p:ph type="body" sz="quarter" idx="32" hasCustomPrompt="1"/>
          </p:nvPr>
        </p:nvSpPr>
        <p:spPr>
          <a:xfrm>
            <a:off x="8374128" y="3043670"/>
            <a:ext cx="1305305" cy="585216"/>
          </a:xfrm>
        </p:spPr>
        <p:txBody>
          <a:bodyPr/>
          <a:lstStyle>
            <a:lvl1pPr marL="171450" indent="-171450" algn="ctr">
              <a:lnSpc>
                <a:spcPct val="100000"/>
              </a:lnSpc>
              <a:buFont typeface="Wingdings" pitchFamily="2" charset="2"/>
              <a:buChar char="§"/>
              <a:defRPr sz="1200" b="0" i="0">
                <a:solidFill>
                  <a:schemeClr val="accent1"/>
                </a:solidFill>
                <a:latin typeface="+mn-lt"/>
              </a:defRPr>
            </a:lvl1pPr>
            <a:lvl2pPr marL="239712" indent="0">
              <a:buNone/>
              <a:defRPr sz="1200"/>
            </a:lvl2pPr>
          </a:lstStyle>
          <a:p>
            <a:pPr lvl="0"/>
            <a:r>
              <a:rPr lang="en-US"/>
              <a:t>Title Here</a:t>
            </a:r>
          </a:p>
        </p:txBody>
      </p:sp>
      <p:sp>
        <p:nvSpPr>
          <p:cNvPr id="69" name="Text Placeholder 47">
            <a:extLst>
              <a:ext uri="{FF2B5EF4-FFF2-40B4-BE49-F238E27FC236}">
                <a16:creationId xmlns:a16="http://schemas.microsoft.com/office/drawing/2014/main" id="{F1D18461-B937-FB69-39A2-3DC6BE0BE5F8}"/>
              </a:ext>
            </a:extLst>
          </p:cNvPr>
          <p:cNvSpPr>
            <a:spLocks noGrp="1"/>
          </p:cNvSpPr>
          <p:nvPr>
            <p:ph type="body" sz="quarter" idx="33" hasCustomPrompt="1"/>
          </p:nvPr>
        </p:nvSpPr>
        <p:spPr>
          <a:xfrm>
            <a:off x="9896764" y="3043670"/>
            <a:ext cx="1305305" cy="585216"/>
          </a:xfrm>
        </p:spPr>
        <p:txBody>
          <a:bodyPr/>
          <a:lstStyle>
            <a:lvl1pPr marL="171450" indent="-171450" algn="ctr">
              <a:lnSpc>
                <a:spcPct val="100000"/>
              </a:lnSpc>
              <a:buFont typeface="Wingdings" pitchFamily="2" charset="2"/>
              <a:buChar char="§"/>
              <a:defRPr sz="1200" b="0" i="0">
                <a:solidFill>
                  <a:schemeClr val="accent1"/>
                </a:solidFill>
                <a:latin typeface="+mn-lt"/>
              </a:defRPr>
            </a:lvl1pPr>
            <a:lvl2pPr marL="239712" indent="0">
              <a:buNone/>
              <a:defRPr sz="1200"/>
            </a:lvl2pPr>
          </a:lstStyle>
          <a:p>
            <a:pPr lvl="0"/>
            <a:r>
              <a:rPr lang="en-US"/>
              <a:t>Title Here</a:t>
            </a:r>
          </a:p>
        </p:txBody>
      </p:sp>
      <p:sp>
        <p:nvSpPr>
          <p:cNvPr id="70" name="Text Placeholder 47">
            <a:extLst>
              <a:ext uri="{FF2B5EF4-FFF2-40B4-BE49-F238E27FC236}">
                <a16:creationId xmlns:a16="http://schemas.microsoft.com/office/drawing/2014/main" id="{EBD656C6-7CEB-2B0A-E374-38C80068ED9E}"/>
              </a:ext>
            </a:extLst>
          </p:cNvPr>
          <p:cNvSpPr>
            <a:spLocks noGrp="1"/>
          </p:cNvSpPr>
          <p:nvPr>
            <p:ph type="body" sz="quarter" idx="34" hasCustomPrompt="1"/>
          </p:nvPr>
        </p:nvSpPr>
        <p:spPr>
          <a:xfrm>
            <a:off x="6851492" y="5638800"/>
            <a:ext cx="1305305" cy="577273"/>
          </a:xfrm>
        </p:spPr>
        <p:txBody>
          <a:bodyPr/>
          <a:lstStyle>
            <a:lvl1pPr marL="171450" indent="-171450" algn="ctr">
              <a:lnSpc>
                <a:spcPct val="100000"/>
              </a:lnSpc>
              <a:buFont typeface="Wingdings" pitchFamily="2" charset="2"/>
              <a:buChar char="§"/>
              <a:defRPr sz="1200" b="0" i="0">
                <a:solidFill>
                  <a:schemeClr val="accent1"/>
                </a:solidFill>
                <a:latin typeface="+mn-lt"/>
              </a:defRPr>
            </a:lvl1pPr>
            <a:lvl2pPr marL="239712" indent="0">
              <a:buNone/>
              <a:defRPr sz="1200"/>
            </a:lvl2pPr>
          </a:lstStyle>
          <a:p>
            <a:pPr lvl="0"/>
            <a:r>
              <a:rPr lang="en-US"/>
              <a:t>Title Here</a:t>
            </a:r>
          </a:p>
        </p:txBody>
      </p:sp>
      <p:sp>
        <p:nvSpPr>
          <p:cNvPr id="71" name="Text Placeholder 47">
            <a:extLst>
              <a:ext uri="{FF2B5EF4-FFF2-40B4-BE49-F238E27FC236}">
                <a16:creationId xmlns:a16="http://schemas.microsoft.com/office/drawing/2014/main" id="{8348C0DD-7EC9-9A7D-B722-1D0B49AEBA81}"/>
              </a:ext>
            </a:extLst>
          </p:cNvPr>
          <p:cNvSpPr>
            <a:spLocks noGrp="1"/>
          </p:cNvSpPr>
          <p:nvPr>
            <p:ph type="body" sz="quarter" idx="35" hasCustomPrompt="1"/>
          </p:nvPr>
        </p:nvSpPr>
        <p:spPr>
          <a:xfrm>
            <a:off x="8374128" y="5638800"/>
            <a:ext cx="1305305" cy="577273"/>
          </a:xfrm>
        </p:spPr>
        <p:txBody>
          <a:bodyPr/>
          <a:lstStyle>
            <a:lvl1pPr marL="171450" indent="-171450" algn="ctr">
              <a:lnSpc>
                <a:spcPct val="100000"/>
              </a:lnSpc>
              <a:buFont typeface="Wingdings" pitchFamily="2" charset="2"/>
              <a:buChar char="§"/>
              <a:defRPr sz="1200" b="0" i="0">
                <a:solidFill>
                  <a:schemeClr val="accent1"/>
                </a:solidFill>
                <a:latin typeface="+mn-lt"/>
              </a:defRPr>
            </a:lvl1pPr>
            <a:lvl2pPr marL="239712" indent="0">
              <a:buNone/>
              <a:defRPr sz="1200"/>
            </a:lvl2pPr>
          </a:lstStyle>
          <a:p>
            <a:pPr lvl="0"/>
            <a:r>
              <a:rPr lang="en-US"/>
              <a:t>Title Here</a:t>
            </a:r>
          </a:p>
        </p:txBody>
      </p:sp>
      <p:sp>
        <p:nvSpPr>
          <p:cNvPr id="72" name="Text Placeholder 47">
            <a:extLst>
              <a:ext uri="{FF2B5EF4-FFF2-40B4-BE49-F238E27FC236}">
                <a16:creationId xmlns:a16="http://schemas.microsoft.com/office/drawing/2014/main" id="{A09086DD-9B86-7C7E-E761-C7DAD49FEDE5}"/>
              </a:ext>
            </a:extLst>
          </p:cNvPr>
          <p:cNvSpPr>
            <a:spLocks noGrp="1"/>
          </p:cNvSpPr>
          <p:nvPr>
            <p:ph type="body" sz="quarter" idx="36" hasCustomPrompt="1"/>
          </p:nvPr>
        </p:nvSpPr>
        <p:spPr>
          <a:xfrm>
            <a:off x="9896764" y="5638800"/>
            <a:ext cx="1305305" cy="577273"/>
          </a:xfrm>
        </p:spPr>
        <p:txBody>
          <a:bodyPr/>
          <a:lstStyle>
            <a:lvl1pPr marL="171450" indent="-171450" algn="ctr">
              <a:lnSpc>
                <a:spcPct val="100000"/>
              </a:lnSpc>
              <a:buFont typeface="Wingdings" pitchFamily="2" charset="2"/>
              <a:buChar char="§"/>
              <a:defRPr sz="1200" b="0" i="0">
                <a:solidFill>
                  <a:schemeClr val="accent1"/>
                </a:solidFill>
                <a:latin typeface="+mn-lt"/>
              </a:defRPr>
            </a:lvl1pPr>
            <a:lvl2pPr marL="239712" indent="0">
              <a:buNone/>
              <a:defRPr sz="1200"/>
            </a:lvl2pPr>
          </a:lstStyle>
          <a:p>
            <a:pPr lvl="0"/>
            <a:r>
              <a:rPr lang="en-US"/>
              <a:t>Title Here</a:t>
            </a:r>
          </a:p>
        </p:txBody>
      </p:sp>
      <p:cxnSp>
        <p:nvCxnSpPr>
          <p:cNvPr id="52" name="Straight Connector 51">
            <a:extLst>
              <a:ext uri="{FF2B5EF4-FFF2-40B4-BE49-F238E27FC236}">
                <a16:creationId xmlns:a16="http://schemas.microsoft.com/office/drawing/2014/main" id="{4A59914B-319C-7674-C290-50747FD074B7}"/>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73" name="Rounded Rectangle 72">
            <a:extLst>
              <a:ext uri="{FF2B5EF4-FFF2-40B4-BE49-F238E27FC236}">
                <a16:creationId xmlns:a16="http://schemas.microsoft.com/office/drawing/2014/main" id="{9C109D29-E6BD-99CE-B932-BF9207263CA7}"/>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81" name="Graphic 62">
            <a:extLst>
              <a:ext uri="{FF2B5EF4-FFF2-40B4-BE49-F238E27FC236}">
                <a16:creationId xmlns:a16="http://schemas.microsoft.com/office/drawing/2014/main" id="{1EC79FF0-4551-BDB5-3156-C499F4812DB4}"/>
              </a:ext>
            </a:extLst>
          </p:cNvPr>
          <p:cNvGrpSpPr/>
          <p:nvPr userDrawn="1"/>
        </p:nvGrpSpPr>
        <p:grpSpPr>
          <a:xfrm>
            <a:off x="11389259" y="459884"/>
            <a:ext cx="352694" cy="349203"/>
            <a:chOff x="10767269" y="208371"/>
            <a:chExt cx="182844" cy="181034"/>
          </a:xfrm>
        </p:grpSpPr>
        <p:sp>
          <p:nvSpPr>
            <p:cNvPr id="82" name="Freeform 81">
              <a:extLst>
                <a:ext uri="{FF2B5EF4-FFF2-40B4-BE49-F238E27FC236}">
                  <a16:creationId xmlns:a16="http://schemas.microsoft.com/office/drawing/2014/main" id="{4A884087-4B5E-60A2-65F8-B2E7865D577E}"/>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83" name="Freeform 82">
              <a:extLst>
                <a:ext uri="{FF2B5EF4-FFF2-40B4-BE49-F238E27FC236}">
                  <a16:creationId xmlns:a16="http://schemas.microsoft.com/office/drawing/2014/main" id="{D8B7DABB-B630-FBCD-3D00-54CC30B8A1D1}"/>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84" name="Freeform 83">
              <a:extLst>
                <a:ext uri="{FF2B5EF4-FFF2-40B4-BE49-F238E27FC236}">
                  <a16:creationId xmlns:a16="http://schemas.microsoft.com/office/drawing/2014/main" id="{06F15D6F-7193-B0E4-38E1-3BE7EB437F31}"/>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85" name="Freeform 84">
              <a:extLst>
                <a:ext uri="{FF2B5EF4-FFF2-40B4-BE49-F238E27FC236}">
                  <a16:creationId xmlns:a16="http://schemas.microsoft.com/office/drawing/2014/main" id="{6B677A8A-1E5D-8AD9-8876-A56085A50197}"/>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86" name="Freeform 85">
              <a:extLst>
                <a:ext uri="{FF2B5EF4-FFF2-40B4-BE49-F238E27FC236}">
                  <a16:creationId xmlns:a16="http://schemas.microsoft.com/office/drawing/2014/main" id="{C57C0746-B15E-05C1-3C47-12F65022D787}"/>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76" name="Slide Number Placeholder 5">
            <a:extLst>
              <a:ext uri="{FF2B5EF4-FFF2-40B4-BE49-F238E27FC236}">
                <a16:creationId xmlns:a16="http://schemas.microsoft.com/office/drawing/2014/main" id="{A308D49B-1DC1-CEDA-888D-C5575652F6DA}"/>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86882799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3 Subject_2 Columns">
    <p:bg>
      <p:bgPr>
        <a:solidFill>
          <a:schemeClr val="bg1"/>
        </a:solidFill>
        <a:effectLst/>
      </p:bgPr>
    </p:bg>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8699"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cxnSp>
        <p:nvCxnSpPr>
          <p:cNvPr id="29" name="Straight Connector 28">
            <a:extLst>
              <a:ext uri="{FF2B5EF4-FFF2-40B4-BE49-F238E27FC236}">
                <a16:creationId xmlns:a16="http://schemas.microsoft.com/office/drawing/2014/main" id="{725CABC6-B70A-1CCD-3E9B-C6A9B29B3399}"/>
              </a:ext>
            </a:extLst>
          </p:cNvPr>
          <p:cNvCxnSpPr>
            <a:cxnSpLocks/>
          </p:cNvCxnSpPr>
          <p:nvPr userDrawn="1"/>
        </p:nvCxnSpPr>
        <p:spPr>
          <a:xfrm>
            <a:off x="7402284" y="1952580"/>
            <a:ext cx="0" cy="4184148"/>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E64591D-EA91-FDE2-ACA8-B721589A33D1}"/>
              </a:ext>
            </a:extLst>
          </p:cNvPr>
          <p:cNvCxnSpPr>
            <a:cxnSpLocks/>
          </p:cNvCxnSpPr>
          <p:nvPr userDrawn="1"/>
        </p:nvCxnSpPr>
        <p:spPr>
          <a:xfrm>
            <a:off x="454025" y="4715432"/>
            <a:ext cx="6766560" cy="0"/>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71343363-B34A-5380-F039-A69DF0D3EFF1}"/>
              </a:ext>
            </a:extLst>
          </p:cNvPr>
          <p:cNvGrpSpPr/>
          <p:nvPr userDrawn="1"/>
        </p:nvGrpSpPr>
        <p:grpSpPr>
          <a:xfrm>
            <a:off x="7576456" y="3318432"/>
            <a:ext cx="4164693" cy="1397000"/>
            <a:chOff x="6235700" y="3413432"/>
            <a:chExt cx="5505450" cy="1397000"/>
          </a:xfrm>
        </p:grpSpPr>
        <p:cxnSp>
          <p:nvCxnSpPr>
            <p:cNvPr id="32" name="Straight Connector 31">
              <a:extLst>
                <a:ext uri="{FF2B5EF4-FFF2-40B4-BE49-F238E27FC236}">
                  <a16:creationId xmlns:a16="http://schemas.microsoft.com/office/drawing/2014/main" id="{C7ACB552-005E-8733-D6E4-A2D353836469}"/>
                </a:ext>
              </a:extLst>
            </p:cNvPr>
            <p:cNvCxnSpPr>
              <a:cxnSpLocks/>
            </p:cNvCxnSpPr>
            <p:nvPr userDrawn="1"/>
          </p:nvCxnSpPr>
          <p:spPr>
            <a:xfrm>
              <a:off x="6235700" y="3413432"/>
              <a:ext cx="5505450" cy="0"/>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FD4A826-F74E-0756-73EC-0253EE3B2B18}"/>
                </a:ext>
              </a:extLst>
            </p:cNvPr>
            <p:cNvCxnSpPr>
              <a:cxnSpLocks/>
            </p:cNvCxnSpPr>
            <p:nvPr userDrawn="1"/>
          </p:nvCxnSpPr>
          <p:spPr>
            <a:xfrm>
              <a:off x="6235700" y="4810432"/>
              <a:ext cx="5505450" cy="0"/>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grpSp>
      <p:sp>
        <p:nvSpPr>
          <p:cNvPr id="68" name="TextBox 67">
            <a:extLst>
              <a:ext uri="{FF2B5EF4-FFF2-40B4-BE49-F238E27FC236}">
                <a16:creationId xmlns:a16="http://schemas.microsoft.com/office/drawing/2014/main" id="{B13043A8-F438-57C7-144F-63CCFCE26FF8}"/>
              </a:ext>
            </a:extLst>
          </p:cNvPr>
          <p:cNvSpPr txBox="1"/>
          <p:nvPr userDrawn="1"/>
        </p:nvSpPr>
        <p:spPr>
          <a:xfrm>
            <a:off x="17944881" y="2258815"/>
            <a:ext cx="3717982" cy="369332"/>
          </a:xfrm>
          <a:prstGeom prst="rect">
            <a:avLst/>
          </a:prstGeom>
          <a:noFill/>
        </p:spPr>
        <p:txBody>
          <a:bodyPr wrap="square" lIns="0" tIns="0" rIns="0" bIns="0" rtlCol="0">
            <a:noAutofit/>
          </a:bodyPr>
          <a:lstStyle/>
          <a:p>
            <a:r>
              <a:rPr lang="en-US">
                <a:solidFill>
                  <a:schemeClr val="accent1"/>
                </a:solidFill>
                <a:latin typeface="+mj-lt"/>
              </a:rPr>
              <a:t>Title Here</a:t>
            </a:r>
          </a:p>
        </p:txBody>
      </p:sp>
      <p:sp>
        <p:nvSpPr>
          <p:cNvPr id="69" name="TextBox 68">
            <a:extLst>
              <a:ext uri="{FF2B5EF4-FFF2-40B4-BE49-F238E27FC236}">
                <a16:creationId xmlns:a16="http://schemas.microsoft.com/office/drawing/2014/main" id="{EE920E44-46CE-3126-CB31-0F9B6F53882D}"/>
              </a:ext>
            </a:extLst>
          </p:cNvPr>
          <p:cNvSpPr txBox="1"/>
          <p:nvPr userDrawn="1"/>
        </p:nvSpPr>
        <p:spPr>
          <a:xfrm>
            <a:off x="17944881" y="2616622"/>
            <a:ext cx="4533900" cy="583387"/>
          </a:xfrm>
          <a:prstGeom prst="rect">
            <a:avLst/>
          </a:prstGeom>
          <a:noFill/>
        </p:spPr>
        <p:txBody>
          <a:bodyPr wrap="square" lIns="0" tIns="0" rIns="0" bIns="0" rtlCol="0">
            <a:noAutofit/>
          </a:bodyPr>
          <a:lstStyle/>
          <a:p>
            <a:pPr>
              <a:lnSpc>
                <a:spcPts val="1400"/>
              </a:lnSpc>
            </a:pPr>
            <a:r>
              <a:rPr lang="en-US" sz="1200">
                <a:solidFill>
                  <a:schemeClr val="tx2"/>
                </a:solidFill>
              </a:rPr>
              <a:t>Lorem ipsum dolor sit amet, consectetur adipiscing elit. Fusce elit diam, maximus a condimentum eget, lobortis in erat. Mauris efficitur, erat a sagittis vestibulum, dui.</a:t>
            </a:r>
          </a:p>
        </p:txBody>
      </p:sp>
      <p:sp>
        <p:nvSpPr>
          <p:cNvPr id="70" name="TextBox 69">
            <a:extLst>
              <a:ext uri="{FF2B5EF4-FFF2-40B4-BE49-F238E27FC236}">
                <a16:creationId xmlns:a16="http://schemas.microsoft.com/office/drawing/2014/main" id="{FCC56459-1BEA-BF2C-ECEC-4D00155F558F}"/>
              </a:ext>
            </a:extLst>
          </p:cNvPr>
          <p:cNvSpPr txBox="1"/>
          <p:nvPr userDrawn="1"/>
        </p:nvSpPr>
        <p:spPr>
          <a:xfrm>
            <a:off x="17944881" y="3633539"/>
            <a:ext cx="3717982" cy="369332"/>
          </a:xfrm>
          <a:prstGeom prst="rect">
            <a:avLst/>
          </a:prstGeom>
          <a:noFill/>
        </p:spPr>
        <p:txBody>
          <a:bodyPr wrap="square" lIns="0" tIns="0" rIns="0" bIns="0" rtlCol="0">
            <a:noAutofit/>
          </a:bodyPr>
          <a:lstStyle/>
          <a:p>
            <a:r>
              <a:rPr lang="en-US">
                <a:solidFill>
                  <a:schemeClr val="accent1"/>
                </a:solidFill>
                <a:latin typeface="+mj-lt"/>
              </a:rPr>
              <a:t>Title Here</a:t>
            </a:r>
          </a:p>
        </p:txBody>
      </p:sp>
      <p:sp>
        <p:nvSpPr>
          <p:cNvPr id="71" name="TextBox 70">
            <a:extLst>
              <a:ext uri="{FF2B5EF4-FFF2-40B4-BE49-F238E27FC236}">
                <a16:creationId xmlns:a16="http://schemas.microsoft.com/office/drawing/2014/main" id="{DF8FE10A-95EB-F607-98B9-71B1F567DB73}"/>
              </a:ext>
            </a:extLst>
          </p:cNvPr>
          <p:cNvSpPr txBox="1"/>
          <p:nvPr userDrawn="1"/>
        </p:nvSpPr>
        <p:spPr>
          <a:xfrm>
            <a:off x="17944881" y="3991346"/>
            <a:ext cx="4533900" cy="583387"/>
          </a:xfrm>
          <a:prstGeom prst="rect">
            <a:avLst/>
          </a:prstGeom>
          <a:noFill/>
        </p:spPr>
        <p:txBody>
          <a:bodyPr wrap="square" lIns="0" tIns="0" rIns="0" bIns="0" rtlCol="0">
            <a:noAutofit/>
          </a:bodyPr>
          <a:lstStyle/>
          <a:p>
            <a:pPr>
              <a:lnSpc>
                <a:spcPts val="1400"/>
              </a:lnSpc>
            </a:pPr>
            <a:r>
              <a:rPr lang="en-US" sz="1200">
                <a:solidFill>
                  <a:schemeClr val="tx2"/>
                </a:solidFill>
              </a:rPr>
              <a:t>Lorem ipsum dolor sit amet, consectetur adipiscing elit. Fusce elit diam, maximus a condimentum eget, lobortis in erat. Mauris efficitur, erat a sagittis vestibulum, dui.</a:t>
            </a:r>
          </a:p>
        </p:txBody>
      </p:sp>
      <p:sp>
        <p:nvSpPr>
          <p:cNvPr id="72" name="TextBox 71">
            <a:extLst>
              <a:ext uri="{FF2B5EF4-FFF2-40B4-BE49-F238E27FC236}">
                <a16:creationId xmlns:a16="http://schemas.microsoft.com/office/drawing/2014/main" id="{B585E651-C2E7-9E93-B1B3-1B75184078F6}"/>
              </a:ext>
            </a:extLst>
          </p:cNvPr>
          <p:cNvSpPr txBox="1"/>
          <p:nvPr userDrawn="1"/>
        </p:nvSpPr>
        <p:spPr>
          <a:xfrm>
            <a:off x="17944881" y="4999023"/>
            <a:ext cx="3717982" cy="369332"/>
          </a:xfrm>
          <a:prstGeom prst="rect">
            <a:avLst/>
          </a:prstGeom>
          <a:noFill/>
        </p:spPr>
        <p:txBody>
          <a:bodyPr wrap="square" lIns="0" tIns="0" rIns="0" bIns="0" rtlCol="0">
            <a:noAutofit/>
          </a:bodyPr>
          <a:lstStyle/>
          <a:p>
            <a:r>
              <a:rPr lang="en-US">
                <a:solidFill>
                  <a:schemeClr val="accent1"/>
                </a:solidFill>
                <a:latin typeface="+mj-lt"/>
              </a:rPr>
              <a:t>Title Here</a:t>
            </a:r>
          </a:p>
        </p:txBody>
      </p:sp>
      <p:sp>
        <p:nvSpPr>
          <p:cNvPr id="73" name="TextBox 72">
            <a:extLst>
              <a:ext uri="{FF2B5EF4-FFF2-40B4-BE49-F238E27FC236}">
                <a16:creationId xmlns:a16="http://schemas.microsoft.com/office/drawing/2014/main" id="{070B0F16-2326-29E8-8F75-C293E56A2FBD}"/>
              </a:ext>
            </a:extLst>
          </p:cNvPr>
          <p:cNvSpPr txBox="1"/>
          <p:nvPr userDrawn="1"/>
        </p:nvSpPr>
        <p:spPr>
          <a:xfrm>
            <a:off x="17944881" y="5356830"/>
            <a:ext cx="4533900" cy="583387"/>
          </a:xfrm>
          <a:prstGeom prst="rect">
            <a:avLst/>
          </a:prstGeom>
          <a:noFill/>
        </p:spPr>
        <p:txBody>
          <a:bodyPr wrap="square" lIns="0" tIns="0" rIns="0" bIns="0" rtlCol="0">
            <a:noAutofit/>
          </a:bodyPr>
          <a:lstStyle/>
          <a:p>
            <a:pPr>
              <a:lnSpc>
                <a:spcPts val="1400"/>
              </a:lnSpc>
            </a:pPr>
            <a:r>
              <a:rPr lang="en-US" sz="1200">
                <a:solidFill>
                  <a:schemeClr val="tx2"/>
                </a:solidFill>
              </a:rPr>
              <a:t>Lorem ipsum dolor sit amet, consectetur adipiscing elit. Fusce elit diam, maximus a condimentum eget, lobortis in erat. Mauris efficitur, erat a sagittis vestibulum, dui.</a:t>
            </a:r>
          </a:p>
        </p:txBody>
      </p:sp>
      <p:cxnSp>
        <p:nvCxnSpPr>
          <p:cNvPr id="101" name="Straight Connector 100">
            <a:extLst>
              <a:ext uri="{FF2B5EF4-FFF2-40B4-BE49-F238E27FC236}">
                <a16:creationId xmlns:a16="http://schemas.microsoft.com/office/drawing/2014/main" id="{0D39690D-8DF4-6C00-03E0-75796658154A}"/>
              </a:ext>
            </a:extLst>
          </p:cNvPr>
          <p:cNvCxnSpPr>
            <a:cxnSpLocks/>
          </p:cNvCxnSpPr>
          <p:nvPr userDrawn="1"/>
        </p:nvCxnSpPr>
        <p:spPr>
          <a:xfrm>
            <a:off x="454025" y="3318432"/>
            <a:ext cx="6766560" cy="0"/>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4" name="Subtitle 2">
            <a:extLst>
              <a:ext uri="{FF2B5EF4-FFF2-40B4-BE49-F238E27FC236}">
                <a16:creationId xmlns:a16="http://schemas.microsoft.com/office/drawing/2014/main" id="{9535EF7B-A8C0-FF4E-DDC0-C4A958AB421A}"/>
              </a:ext>
            </a:extLst>
          </p:cNvPr>
          <p:cNvSpPr>
            <a:spLocks noGrp="1"/>
          </p:cNvSpPr>
          <p:nvPr>
            <p:ph type="subTitle" idx="1" hasCustomPrompt="1"/>
          </p:nvPr>
        </p:nvSpPr>
        <p:spPr>
          <a:xfrm>
            <a:off x="454025" y="1155700"/>
            <a:ext cx="550468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2" name="Text Placeholder 47">
            <a:extLst>
              <a:ext uri="{FF2B5EF4-FFF2-40B4-BE49-F238E27FC236}">
                <a16:creationId xmlns:a16="http://schemas.microsoft.com/office/drawing/2014/main" id="{53C3144B-AA66-7D75-841C-88A9FA185B10}"/>
              </a:ext>
            </a:extLst>
          </p:cNvPr>
          <p:cNvSpPr>
            <a:spLocks noGrp="1"/>
          </p:cNvSpPr>
          <p:nvPr>
            <p:ph type="body" sz="quarter" idx="38" hasCustomPrompt="1"/>
          </p:nvPr>
        </p:nvSpPr>
        <p:spPr>
          <a:xfrm>
            <a:off x="7600207" y="2310244"/>
            <a:ext cx="4120737" cy="706091"/>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47" name="Text Placeholder 47">
            <a:extLst>
              <a:ext uri="{FF2B5EF4-FFF2-40B4-BE49-F238E27FC236}">
                <a16:creationId xmlns:a16="http://schemas.microsoft.com/office/drawing/2014/main" id="{979C5601-AAE1-5A10-9EF2-27DB560C4C9B}"/>
              </a:ext>
            </a:extLst>
          </p:cNvPr>
          <p:cNvSpPr>
            <a:spLocks noGrp="1"/>
          </p:cNvSpPr>
          <p:nvPr>
            <p:ph type="body" sz="quarter" idx="40" hasCustomPrompt="1"/>
          </p:nvPr>
        </p:nvSpPr>
        <p:spPr>
          <a:xfrm>
            <a:off x="7600207" y="3555675"/>
            <a:ext cx="4120737" cy="706091"/>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48" name="Text Placeholder 47">
            <a:extLst>
              <a:ext uri="{FF2B5EF4-FFF2-40B4-BE49-F238E27FC236}">
                <a16:creationId xmlns:a16="http://schemas.microsoft.com/office/drawing/2014/main" id="{7B27357F-0EC3-F5D5-CEF0-342BA821F800}"/>
              </a:ext>
            </a:extLst>
          </p:cNvPr>
          <p:cNvSpPr>
            <a:spLocks noGrp="1"/>
          </p:cNvSpPr>
          <p:nvPr>
            <p:ph type="body" sz="quarter" idx="41" hasCustomPrompt="1"/>
          </p:nvPr>
        </p:nvSpPr>
        <p:spPr>
          <a:xfrm>
            <a:off x="7600207" y="4934200"/>
            <a:ext cx="4120737" cy="706091"/>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49" name="Text Placeholder 47">
            <a:extLst>
              <a:ext uri="{FF2B5EF4-FFF2-40B4-BE49-F238E27FC236}">
                <a16:creationId xmlns:a16="http://schemas.microsoft.com/office/drawing/2014/main" id="{73A7F993-3AF8-CEB8-3DB3-F2C3E332771E}"/>
              </a:ext>
            </a:extLst>
          </p:cNvPr>
          <p:cNvSpPr>
            <a:spLocks noGrp="1"/>
          </p:cNvSpPr>
          <p:nvPr>
            <p:ph type="body" sz="quarter" idx="42" hasCustomPrompt="1"/>
          </p:nvPr>
        </p:nvSpPr>
        <p:spPr>
          <a:xfrm>
            <a:off x="3088575" y="2310244"/>
            <a:ext cx="4120737" cy="706091"/>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1" name="Text Placeholder 47">
            <a:extLst>
              <a:ext uri="{FF2B5EF4-FFF2-40B4-BE49-F238E27FC236}">
                <a16:creationId xmlns:a16="http://schemas.microsoft.com/office/drawing/2014/main" id="{C3A94785-DD49-7977-E2E0-94075C7C1703}"/>
              </a:ext>
            </a:extLst>
          </p:cNvPr>
          <p:cNvSpPr>
            <a:spLocks noGrp="1"/>
          </p:cNvSpPr>
          <p:nvPr>
            <p:ph type="body" sz="quarter" idx="44" hasCustomPrompt="1"/>
          </p:nvPr>
        </p:nvSpPr>
        <p:spPr>
          <a:xfrm>
            <a:off x="3088575" y="3555675"/>
            <a:ext cx="4120737" cy="706091"/>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2" name="Text Placeholder 47">
            <a:extLst>
              <a:ext uri="{FF2B5EF4-FFF2-40B4-BE49-F238E27FC236}">
                <a16:creationId xmlns:a16="http://schemas.microsoft.com/office/drawing/2014/main" id="{93B8E0BA-CA6C-22CA-F636-EF00AFBB35D0}"/>
              </a:ext>
            </a:extLst>
          </p:cNvPr>
          <p:cNvSpPr>
            <a:spLocks noGrp="1"/>
          </p:cNvSpPr>
          <p:nvPr>
            <p:ph type="body" sz="quarter" idx="45" hasCustomPrompt="1"/>
          </p:nvPr>
        </p:nvSpPr>
        <p:spPr>
          <a:xfrm>
            <a:off x="3088575" y="4934200"/>
            <a:ext cx="4120737" cy="706091"/>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3" name="Content Placeholder 5">
            <a:extLst>
              <a:ext uri="{FF2B5EF4-FFF2-40B4-BE49-F238E27FC236}">
                <a16:creationId xmlns:a16="http://schemas.microsoft.com/office/drawing/2014/main" id="{3CE74447-B630-2A68-6F8A-11F1039A4CE8}"/>
              </a:ext>
            </a:extLst>
          </p:cNvPr>
          <p:cNvSpPr>
            <a:spLocks noGrp="1"/>
          </p:cNvSpPr>
          <p:nvPr>
            <p:ph sz="quarter" idx="10"/>
          </p:nvPr>
        </p:nvSpPr>
        <p:spPr>
          <a:xfrm>
            <a:off x="454025" y="2258608"/>
            <a:ext cx="2336675" cy="699025"/>
          </a:xfrm>
          <a:prstGeom prst="roundRect">
            <a:avLst/>
          </a:prstGeom>
          <a:solidFill>
            <a:schemeClr val="accent1"/>
          </a:solidFill>
        </p:spPr>
        <p:txBody>
          <a:bodyPr lIns="182880" anchor="ctr"/>
          <a:lstStyle>
            <a:lvl1pPr marL="0" indent="0" algn="l">
              <a:buNone/>
              <a:defRPr sz="1800">
                <a:solidFill>
                  <a:schemeClr val="bg1"/>
                </a:solidFill>
                <a:latin typeface="+mj-lt"/>
              </a:defRPr>
            </a:lvl1pPr>
          </a:lstStyle>
          <a:p>
            <a:pPr lvl="0"/>
            <a:endParaRPr lang="en-US"/>
          </a:p>
        </p:txBody>
      </p:sp>
      <p:sp>
        <p:nvSpPr>
          <p:cNvPr id="54" name="Content Placeholder 5">
            <a:extLst>
              <a:ext uri="{FF2B5EF4-FFF2-40B4-BE49-F238E27FC236}">
                <a16:creationId xmlns:a16="http://schemas.microsoft.com/office/drawing/2014/main" id="{F83F6D76-07AA-3F4F-2375-1E76BE641C40}"/>
              </a:ext>
            </a:extLst>
          </p:cNvPr>
          <p:cNvSpPr>
            <a:spLocks noGrp="1"/>
          </p:cNvSpPr>
          <p:nvPr>
            <p:ph sz="quarter" idx="46"/>
          </p:nvPr>
        </p:nvSpPr>
        <p:spPr>
          <a:xfrm>
            <a:off x="454025" y="3573801"/>
            <a:ext cx="2336675" cy="699025"/>
          </a:xfrm>
          <a:prstGeom prst="roundRect">
            <a:avLst/>
          </a:prstGeom>
          <a:solidFill>
            <a:schemeClr val="accent2"/>
          </a:solidFill>
        </p:spPr>
        <p:txBody>
          <a:bodyPr lIns="182880" anchor="ctr"/>
          <a:lstStyle>
            <a:lvl1pPr marL="0" indent="0" algn="l">
              <a:buNone/>
              <a:defRPr sz="1800">
                <a:solidFill>
                  <a:schemeClr val="bg1"/>
                </a:solidFill>
                <a:latin typeface="+mj-lt"/>
              </a:defRPr>
            </a:lvl1pPr>
          </a:lstStyle>
          <a:p>
            <a:pPr lvl="0"/>
            <a:endParaRPr lang="en-US"/>
          </a:p>
        </p:txBody>
      </p:sp>
      <p:sp>
        <p:nvSpPr>
          <p:cNvPr id="55" name="Content Placeholder 5">
            <a:extLst>
              <a:ext uri="{FF2B5EF4-FFF2-40B4-BE49-F238E27FC236}">
                <a16:creationId xmlns:a16="http://schemas.microsoft.com/office/drawing/2014/main" id="{8A189AE0-C344-0805-0CE4-0E6C3E8014CB}"/>
              </a:ext>
            </a:extLst>
          </p:cNvPr>
          <p:cNvSpPr>
            <a:spLocks noGrp="1"/>
          </p:cNvSpPr>
          <p:nvPr>
            <p:ph sz="quarter" idx="47"/>
          </p:nvPr>
        </p:nvSpPr>
        <p:spPr>
          <a:xfrm>
            <a:off x="454025" y="4916701"/>
            <a:ext cx="2336675" cy="699025"/>
          </a:xfrm>
          <a:prstGeom prst="roundRect">
            <a:avLst/>
          </a:prstGeom>
          <a:solidFill>
            <a:schemeClr val="accent3">
              <a:lumMod val="90000"/>
            </a:schemeClr>
          </a:solidFill>
        </p:spPr>
        <p:txBody>
          <a:bodyPr lIns="182880" anchor="ctr"/>
          <a:lstStyle>
            <a:lvl1pPr marL="0" indent="0" algn="l">
              <a:buNone/>
              <a:defRPr sz="1800">
                <a:solidFill>
                  <a:schemeClr val="bg1"/>
                </a:solidFill>
                <a:latin typeface="+mj-lt"/>
              </a:defRPr>
            </a:lvl1pPr>
          </a:lstStyle>
          <a:p>
            <a:pPr lvl="0"/>
            <a:endParaRPr lang="en-US"/>
          </a:p>
        </p:txBody>
      </p:sp>
      <p:cxnSp>
        <p:nvCxnSpPr>
          <p:cNvPr id="56" name="Straight Connector 55">
            <a:extLst>
              <a:ext uri="{FF2B5EF4-FFF2-40B4-BE49-F238E27FC236}">
                <a16:creationId xmlns:a16="http://schemas.microsoft.com/office/drawing/2014/main" id="{8669DFE8-ED58-9FBC-B593-6E740EA0190B}"/>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57" name="Rounded Rectangle 56">
            <a:extLst>
              <a:ext uri="{FF2B5EF4-FFF2-40B4-BE49-F238E27FC236}">
                <a16:creationId xmlns:a16="http://schemas.microsoft.com/office/drawing/2014/main" id="{E144A2FD-F01C-958C-FDE6-A4D5B6DB0C3A}"/>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2" name="Graphic 62">
            <a:extLst>
              <a:ext uri="{FF2B5EF4-FFF2-40B4-BE49-F238E27FC236}">
                <a16:creationId xmlns:a16="http://schemas.microsoft.com/office/drawing/2014/main" id="{C8823CD0-E621-A352-B41A-E2263B9D131F}"/>
              </a:ext>
            </a:extLst>
          </p:cNvPr>
          <p:cNvGrpSpPr/>
          <p:nvPr userDrawn="1"/>
        </p:nvGrpSpPr>
        <p:grpSpPr>
          <a:xfrm>
            <a:off x="11389259" y="459884"/>
            <a:ext cx="352694" cy="349203"/>
            <a:chOff x="10767269" y="208371"/>
            <a:chExt cx="182844" cy="181034"/>
          </a:xfrm>
        </p:grpSpPr>
        <p:sp>
          <p:nvSpPr>
            <p:cNvPr id="63" name="Freeform 62">
              <a:extLst>
                <a:ext uri="{FF2B5EF4-FFF2-40B4-BE49-F238E27FC236}">
                  <a16:creationId xmlns:a16="http://schemas.microsoft.com/office/drawing/2014/main" id="{151085E5-093B-9008-0A02-50B8F58EA78B}"/>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64" name="Freeform 63">
              <a:extLst>
                <a:ext uri="{FF2B5EF4-FFF2-40B4-BE49-F238E27FC236}">
                  <a16:creationId xmlns:a16="http://schemas.microsoft.com/office/drawing/2014/main" id="{26C3A35F-DE91-1C0C-AB95-89DD01EA3C37}"/>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65" name="Freeform 64">
              <a:extLst>
                <a:ext uri="{FF2B5EF4-FFF2-40B4-BE49-F238E27FC236}">
                  <a16:creationId xmlns:a16="http://schemas.microsoft.com/office/drawing/2014/main" id="{5BE2DF28-9F05-6B31-48E1-4F757B65CF77}"/>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66" name="Freeform 65">
              <a:extLst>
                <a:ext uri="{FF2B5EF4-FFF2-40B4-BE49-F238E27FC236}">
                  <a16:creationId xmlns:a16="http://schemas.microsoft.com/office/drawing/2014/main" id="{5ED8DEB0-5590-CF2F-66AC-1FA78F0012C6}"/>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67" name="Freeform 66">
              <a:extLst>
                <a:ext uri="{FF2B5EF4-FFF2-40B4-BE49-F238E27FC236}">
                  <a16:creationId xmlns:a16="http://schemas.microsoft.com/office/drawing/2014/main" id="{446A2350-F6A5-697E-4780-A398A53E58F7}"/>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46" name="Slide Number Placeholder 5">
            <a:extLst>
              <a:ext uri="{FF2B5EF4-FFF2-40B4-BE49-F238E27FC236}">
                <a16:creationId xmlns:a16="http://schemas.microsoft.com/office/drawing/2014/main" id="{E14CF06B-3CD6-F38D-7BB2-3F9808919CC4}"/>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
        <p:nvSpPr>
          <p:cNvPr id="44" name="Text Placeholder 47">
            <a:extLst>
              <a:ext uri="{FF2B5EF4-FFF2-40B4-BE49-F238E27FC236}">
                <a16:creationId xmlns:a16="http://schemas.microsoft.com/office/drawing/2014/main" id="{BD4E8EE7-B1A8-DA6E-F10D-BAEFE7195A52}"/>
              </a:ext>
            </a:extLst>
          </p:cNvPr>
          <p:cNvSpPr>
            <a:spLocks noGrp="1"/>
          </p:cNvSpPr>
          <p:nvPr>
            <p:ph type="body" sz="quarter" idx="39" hasCustomPrompt="1"/>
          </p:nvPr>
        </p:nvSpPr>
        <p:spPr>
          <a:xfrm>
            <a:off x="7600207" y="1955334"/>
            <a:ext cx="4120737" cy="348906"/>
          </a:xfrm>
        </p:spPr>
        <p:txBody>
          <a:bodyPr/>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45" name="Text Placeholder 47">
            <a:extLst>
              <a:ext uri="{FF2B5EF4-FFF2-40B4-BE49-F238E27FC236}">
                <a16:creationId xmlns:a16="http://schemas.microsoft.com/office/drawing/2014/main" id="{DCCF77D9-02A6-646B-2B6A-028FBD47A79B}"/>
              </a:ext>
            </a:extLst>
          </p:cNvPr>
          <p:cNvSpPr>
            <a:spLocks noGrp="1"/>
          </p:cNvSpPr>
          <p:nvPr>
            <p:ph type="body" sz="quarter" idx="43" hasCustomPrompt="1"/>
          </p:nvPr>
        </p:nvSpPr>
        <p:spPr>
          <a:xfrm>
            <a:off x="3088575" y="1955334"/>
            <a:ext cx="4120737" cy="348906"/>
          </a:xfrm>
        </p:spPr>
        <p:txBody>
          <a:bodyPr/>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Tree>
    <p:extLst>
      <p:ext uri="{BB962C8B-B14F-4D97-AF65-F5344CB8AC3E}">
        <p14:creationId xmlns:p14="http://schemas.microsoft.com/office/powerpoint/2010/main" val="2907425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Break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8AAE182-A903-7A40-9F39-53612B495C7E}"/>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7">
            <a:extLst>
              <a:ext uri="{FF2B5EF4-FFF2-40B4-BE49-F238E27FC236}">
                <a16:creationId xmlns:a16="http://schemas.microsoft.com/office/drawing/2014/main" id="{D42DEBBC-106B-AD4C-B838-42D7F7EB23BC}"/>
              </a:ext>
            </a:extLst>
          </p:cNvPr>
          <p:cNvSpPr>
            <a:spLocks noGrp="1"/>
          </p:cNvSpPr>
          <p:nvPr>
            <p:ph type="title" hasCustomPrompt="1"/>
          </p:nvPr>
        </p:nvSpPr>
        <p:spPr>
          <a:xfrm>
            <a:off x="6238875" y="3600450"/>
            <a:ext cx="4505326" cy="546100"/>
          </a:xfrm>
        </p:spPr>
        <p:txBody>
          <a:bodyPr/>
          <a:lstStyle>
            <a:lvl1pPr>
              <a:lnSpc>
                <a:spcPts val="3800"/>
              </a:lnSpc>
              <a:defRPr sz="3200">
                <a:solidFill>
                  <a:schemeClr val="accent3"/>
                </a:solidFill>
              </a:defRPr>
            </a:lvl1pPr>
          </a:lstStyle>
          <a:p>
            <a:r>
              <a:rPr lang="en-US"/>
              <a:t>Click To Edit Master Title</a:t>
            </a:r>
            <a:endParaRPr lang="en-GB"/>
          </a:p>
        </p:txBody>
      </p:sp>
      <p:pic>
        <p:nvPicPr>
          <p:cNvPr id="39" name="Image Container">
            <a:extLst>
              <a:ext uri="{FF2B5EF4-FFF2-40B4-BE49-F238E27FC236}">
                <a16:creationId xmlns:a16="http://schemas.microsoft.com/office/drawing/2014/main" id="{994C64B0-6844-F14C-9A96-84F575FFD2F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4" name="Picture Placeholder 3">
            <a:extLst>
              <a:ext uri="{FF2B5EF4-FFF2-40B4-BE49-F238E27FC236}">
                <a16:creationId xmlns:a16="http://schemas.microsoft.com/office/drawing/2014/main" id="{50414987-E602-D247-B27C-47B0956233F2}"/>
              </a:ext>
            </a:extLst>
          </p:cNvPr>
          <p:cNvSpPr>
            <a:spLocks noGrp="1"/>
          </p:cNvSpPr>
          <p:nvPr>
            <p:ph type="pic" sz="quarter" idx="10"/>
          </p:nvPr>
        </p:nvSpPr>
        <p:spPr>
          <a:xfrm>
            <a:off x="714637" y="1552526"/>
            <a:ext cx="4945415" cy="4663464"/>
          </a:xfrm>
          <a:prstGeom prst="roundRect">
            <a:avLst>
              <a:gd name="adj" fmla="val 12153"/>
            </a:avLst>
          </a:prstGeom>
          <a:solidFill>
            <a:schemeClr val="bg1">
              <a:lumMod val="95000"/>
            </a:schemeClr>
          </a:solidFill>
          <a:effectLst>
            <a:outerShdw blurRad="63500" dist="38100" dir="2700000" algn="tl" rotWithShape="0">
              <a:schemeClr val="accent5">
                <a:alpha val="20000"/>
              </a:schemeClr>
            </a:outerShdw>
          </a:effectLst>
        </p:spPr>
        <p:txBody>
          <a:bodyPr/>
          <a:lstStyle>
            <a:lvl1pPr marL="0" indent="0">
              <a:buNone/>
              <a:defRPr/>
            </a:lvl1pPr>
          </a:lstStyle>
          <a:p>
            <a:endParaRPr lang="en-GB"/>
          </a:p>
        </p:txBody>
      </p:sp>
      <p:sp>
        <p:nvSpPr>
          <p:cNvPr id="14" name="Text Placeholder 13">
            <a:extLst>
              <a:ext uri="{FF2B5EF4-FFF2-40B4-BE49-F238E27FC236}">
                <a16:creationId xmlns:a16="http://schemas.microsoft.com/office/drawing/2014/main" id="{C5BDD823-5E5B-4B4F-A79C-C865BBB7067F}"/>
              </a:ext>
            </a:extLst>
          </p:cNvPr>
          <p:cNvSpPr>
            <a:spLocks noGrp="1"/>
          </p:cNvSpPr>
          <p:nvPr>
            <p:ph type="body" sz="quarter" idx="11" hasCustomPrompt="1"/>
          </p:nvPr>
        </p:nvSpPr>
        <p:spPr>
          <a:xfrm>
            <a:off x="6238874" y="2551113"/>
            <a:ext cx="1365251" cy="676946"/>
          </a:xfrm>
        </p:spPr>
        <p:txBody>
          <a:bodyPr rIns="0"/>
          <a:lstStyle>
            <a:lvl1pPr marL="0" indent="0" algn="l">
              <a:lnSpc>
                <a:spcPts val="6500"/>
              </a:lnSpc>
              <a:spcAft>
                <a:spcPts val="0"/>
              </a:spcAft>
              <a:buNone/>
              <a:defRPr sz="60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a:t>01</a:t>
            </a:r>
            <a:endParaRPr lang="en-GB"/>
          </a:p>
        </p:txBody>
      </p:sp>
      <p:sp>
        <p:nvSpPr>
          <p:cNvPr id="7" name="Freeform 6" hidden="1">
            <a:extLst>
              <a:ext uri="{FF2B5EF4-FFF2-40B4-BE49-F238E27FC236}">
                <a16:creationId xmlns:a16="http://schemas.microsoft.com/office/drawing/2014/main" id="{FE1DE52E-C178-CF49-B344-9BCB30285796}"/>
              </a:ext>
            </a:extLst>
          </p:cNvPr>
          <p:cNvSpPr/>
          <p:nvPr userDrawn="1"/>
        </p:nvSpPr>
        <p:spPr>
          <a:xfrm>
            <a:off x="-2310661" y="-1997419"/>
            <a:ext cx="11298503" cy="11298503"/>
          </a:xfrm>
          <a:custGeom>
            <a:avLst/>
            <a:gdLst>
              <a:gd name="connsiteX0" fmla="*/ 11805098 w 11805098"/>
              <a:gd name="connsiteY0" fmla="*/ 0 h 11805098"/>
              <a:gd name="connsiteX1" fmla="*/ 8451268 w 11805098"/>
              <a:gd name="connsiteY1" fmla="*/ 3353831 h 11805098"/>
              <a:gd name="connsiteX2" fmla="*/ 8229846 w 11805098"/>
              <a:gd name="connsiteY2" fmla="*/ 3888116 h 11805098"/>
              <a:gd name="connsiteX3" fmla="*/ 8229846 w 11805098"/>
              <a:gd name="connsiteY3" fmla="*/ 7638127 h 11805098"/>
              <a:gd name="connsiteX4" fmla="*/ 7474138 w 11805098"/>
              <a:gd name="connsiteY4" fmla="*/ 8393834 h 11805098"/>
              <a:gd name="connsiteX5" fmla="*/ 3724128 w 11805098"/>
              <a:gd name="connsiteY5" fmla="*/ 8393834 h 11805098"/>
              <a:gd name="connsiteX6" fmla="*/ 3189842 w 11805098"/>
              <a:gd name="connsiteY6" fmla="*/ 8615256 h 11805098"/>
              <a:gd name="connsiteX7" fmla="*/ 0 w 11805098"/>
              <a:gd name="connsiteY7" fmla="*/ 11805098 h 11805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05098" h="11805098">
                <a:moveTo>
                  <a:pt x="11805098" y="0"/>
                </a:moveTo>
                <a:lnTo>
                  <a:pt x="8451268" y="3353831"/>
                </a:lnTo>
                <a:cubicBezTo>
                  <a:pt x="8309573" y="3495526"/>
                  <a:pt x="8229846" y="3687854"/>
                  <a:pt x="8229846" y="3888116"/>
                </a:cubicBezTo>
                <a:lnTo>
                  <a:pt x="8229846" y="7638127"/>
                </a:lnTo>
                <a:cubicBezTo>
                  <a:pt x="8229846" y="8055467"/>
                  <a:pt x="7891478" y="8393834"/>
                  <a:pt x="7474138" y="8393834"/>
                </a:cubicBezTo>
                <a:lnTo>
                  <a:pt x="3724128" y="8393834"/>
                </a:lnTo>
                <a:cubicBezTo>
                  <a:pt x="3523676" y="8393834"/>
                  <a:pt x="3331538" y="8473373"/>
                  <a:pt x="3189842" y="8615256"/>
                </a:cubicBezTo>
                <a:lnTo>
                  <a:pt x="0" y="11805098"/>
                </a:lnTo>
              </a:path>
            </a:pathLst>
          </a:custGeom>
          <a:noFill/>
          <a:ln w="25400" cap="flat">
            <a:solidFill>
              <a:schemeClr val="accent3"/>
            </a:solidFill>
            <a:prstDash val="solid"/>
            <a:miter/>
          </a:ln>
        </p:spPr>
        <p:txBody>
          <a:bodyPr rtlCol="0" anchor="ctr"/>
          <a:lstStyle/>
          <a:p>
            <a:endParaRPr lang="en-GB"/>
          </a:p>
        </p:txBody>
      </p:sp>
      <p:sp>
        <p:nvSpPr>
          <p:cNvPr id="9" name="Freeform 8" hidden="1">
            <a:extLst>
              <a:ext uri="{FF2B5EF4-FFF2-40B4-BE49-F238E27FC236}">
                <a16:creationId xmlns:a16="http://schemas.microsoft.com/office/drawing/2014/main" id="{F0CDCEE9-1721-CD48-B897-0F61D4F51E26}"/>
              </a:ext>
            </a:extLst>
          </p:cNvPr>
          <p:cNvSpPr/>
          <p:nvPr userDrawn="1"/>
        </p:nvSpPr>
        <p:spPr>
          <a:xfrm>
            <a:off x="-2998678" y="-2449286"/>
            <a:ext cx="11298503" cy="11298683"/>
          </a:xfrm>
          <a:custGeom>
            <a:avLst/>
            <a:gdLst>
              <a:gd name="connsiteX0" fmla="*/ 0 w 11805098"/>
              <a:gd name="connsiteY0" fmla="*/ 11805288 h 11805287"/>
              <a:gd name="connsiteX1" fmla="*/ 3190787 w 11805098"/>
              <a:gd name="connsiteY1" fmla="*/ 8614501 h 11805287"/>
              <a:gd name="connsiteX2" fmla="*/ 3412209 w 11805098"/>
              <a:gd name="connsiteY2" fmla="*/ 8080216 h 11805287"/>
              <a:gd name="connsiteX3" fmla="*/ 3412209 w 11805098"/>
              <a:gd name="connsiteY3" fmla="*/ 4332095 h 11805287"/>
              <a:gd name="connsiteX4" fmla="*/ 4167917 w 11805098"/>
              <a:gd name="connsiteY4" fmla="*/ 3576387 h 11805287"/>
              <a:gd name="connsiteX5" fmla="*/ 7915660 w 11805098"/>
              <a:gd name="connsiteY5" fmla="*/ 3576387 h 11805287"/>
              <a:gd name="connsiteX6" fmla="*/ 8449945 w 11805098"/>
              <a:gd name="connsiteY6" fmla="*/ 3354965 h 11805287"/>
              <a:gd name="connsiteX7" fmla="*/ 11805099 w 11805098"/>
              <a:gd name="connsiteY7" fmla="*/ 0 h 11805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05098" h="11805287">
                <a:moveTo>
                  <a:pt x="0" y="11805288"/>
                </a:moveTo>
                <a:lnTo>
                  <a:pt x="3190787" y="8614501"/>
                </a:lnTo>
                <a:cubicBezTo>
                  <a:pt x="3332482" y="8472805"/>
                  <a:pt x="3412209" y="8280478"/>
                  <a:pt x="3412209" y="8080216"/>
                </a:cubicBezTo>
                <a:lnTo>
                  <a:pt x="3412209" y="4332095"/>
                </a:lnTo>
                <a:cubicBezTo>
                  <a:pt x="3412209" y="3914755"/>
                  <a:pt x="3750577" y="3576387"/>
                  <a:pt x="4167917" y="3576387"/>
                </a:cubicBezTo>
                <a:lnTo>
                  <a:pt x="7915660" y="3576387"/>
                </a:lnTo>
                <a:cubicBezTo>
                  <a:pt x="8116112" y="3576387"/>
                  <a:pt x="8308251" y="3496849"/>
                  <a:pt x="8449945" y="3354965"/>
                </a:cubicBezTo>
                <a:lnTo>
                  <a:pt x="11805099" y="0"/>
                </a:lnTo>
              </a:path>
            </a:pathLst>
          </a:custGeom>
          <a:noFill/>
          <a:ln w="25400" cap="flat">
            <a:solidFill>
              <a:schemeClr val="accent3"/>
            </a:solidFill>
            <a:prstDash val="solid"/>
            <a:miter/>
          </a:ln>
        </p:spPr>
        <p:txBody>
          <a:bodyPr rtlCol="0" anchor="ctr"/>
          <a:lstStyle/>
          <a:p>
            <a:endParaRPr lang="en-GB"/>
          </a:p>
        </p:txBody>
      </p:sp>
      <p:cxnSp>
        <p:nvCxnSpPr>
          <p:cNvPr id="41" name="Straight Connector 40">
            <a:extLst>
              <a:ext uri="{FF2B5EF4-FFF2-40B4-BE49-F238E27FC236}">
                <a16:creationId xmlns:a16="http://schemas.microsoft.com/office/drawing/2014/main" id="{321001C7-D53E-3F4D-9420-9829990BC098}"/>
              </a:ext>
            </a:extLst>
          </p:cNvPr>
          <p:cNvCxnSpPr>
            <a:cxnSpLocks/>
          </p:cNvCxnSpPr>
          <p:nvPr userDrawn="1"/>
        </p:nvCxnSpPr>
        <p:spPr>
          <a:xfrm>
            <a:off x="11634435" y="6400800"/>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42" name="Rounded Rectangle 41">
            <a:extLst>
              <a:ext uri="{FF2B5EF4-FFF2-40B4-BE49-F238E27FC236}">
                <a16:creationId xmlns:a16="http://schemas.microsoft.com/office/drawing/2014/main" id="{21A7CCF3-D189-DA4D-9943-86FF2A6C1051}"/>
              </a:ext>
            </a:extLst>
          </p:cNvPr>
          <p:cNvSpPr>
            <a:spLocks noChangeAspect="1"/>
          </p:cNvSpPr>
          <p:nvPr userDrawn="1"/>
        </p:nvSpPr>
        <p:spPr>
          <a:xfrm rot="2700000">
            <a:off x="11576386" y="6332218"/>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Slide Number Placeholder 5">
            <a:extLst>
              <a:ext uri="{FF2B5EF4-FFF2-40B4-BE49-F238E27FC236}">
                <a16:creationId xmlns:a16="http://schemas.microsoft.com/office/drawing/2014/main" id="{E1329AC4-6902-154A-8790-5D60AF160FEB}"/>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bg1"/>
                </a:solidFill>
              </a:defRPr>
            </a:lvl1pPr>
          </a:lstStyle>
          <a:p>
            <a:fld id="{A2C81908-5748-4B49-BD68-6D330C2291A9}" type="slidenum">
              <a:rPr lang="en-GB" smtClean="0"/>
              <a:pPr/>
              <a:t>‹#›</a:t>
            </a:fld>
            <a:endParaRPr lang="en-GB"/>
          </a:p>
        </p:txBody>
      </p:sp>
      <p:sp>
        <p:nvSpPr>
          <p:cNvPr id="12" name="TextBox 11">
            <a:extLst>
              <a:ext uri="{FF2B5EF4-FFF2-40B4-BE49-F238E27FC236}">
                <a16:creationId xmlns:a16="http://schemas.microsoft.com/office/drawing/2014/main" id="{931F644F-3A84-59B4-AEA2-8EA329D33DC4}"/>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bg1"/>
                </a:solidFill>
                <a:latin typeface="+mj-lt"/>
              </a:rPr>
              <a:t>Confidential</a:t>
            </a:r>
          </a:p>
        </p:txBody>
      </p:sp>
      <p:pic>
        <p:nvPicPr>
          <p:cNvPr id="13" name="Graphic 12">
            <a:extLst>
              <a:ext uri="{FF2B5EF4-FFF2-40B4-BE49-F238E27FC236}">
                <a16:creationId xmlns:a16="http://schemas.microsoft.com/office/drawing/2014/main" id="{8792B437-03D9-4ADB-247E-E56A9F54A89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468280" y="454025"/>
            <a:ext cx="1644683" cy="326325"/>
          </a:xfrm>
          <a:prstGeom prst="rect">
            <a:avLst/>
          </a:prstGeom>
        </p:spPr>
      </p:pic>
    </p:spTree>
    <p:extLst>
      <p:ext uri="{BB962C8B-B14F-4D97-AF65-F5344CB8AC3E}">
        <p14:creationId xmlns:p14="http://schemas.microsoft.com/office/powerpoint/2010/main" val="369473206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Left Image_Orange_3 Column_2 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17C0726-6DEC-4843-B326-3719B61FD1A7}"/>
              </a:ext>
            </a:extLst>
          </p:cNvPr>
          <p:cNvSpPr/>
          <p:nvPr userDrawn="1"/>
        </p:nvSpPr>
        <p:spPr>
          <a:xfrm>
            <a:off x="0" y="0"/>
            <a:ext cx="3079115"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Title 36">
            <a:extLst>
              <a:ext uri="{FF2B5EF4-FFF2-40B4-BE49-F238E27FC236}">
                <a16:creationId xmlns:a16="http://schemas.microsoft.com/office/drawing/2014/main" id="{2B815858-6749-124E-8F97-9A207DE23607}"/>
              </a:ext>
            </a:extLst>
          </p:cNvPr>
          <p:cNvSpPr>
            <a:spLocks noGrp="1"/>
          </p:cNvSpPr>
          <p:nvPr>
            <p:ph type="title"/>
          </p:nvPr>
        </p:nvSpPr>
        <p:spPr>
          <a:xfrm>
            <a:off x="4305300" y="447392"/>
            <a:ext cx="6468699" cy="695608"/>
          </a:xfrm>
        </p:spPr>
        <p:txBody>
          <a:bodyPr/>
          <a:lstStyle/>
          <a:p>
            <a:r>
              <a:rPr lang="en-US"/>
              <a:t>Click to edit Master title style</a:t>
            </a:r>
            <a:endParaRPr lang="en-GB"/>
          </a:p>
        </p:txBody>
      </p:sp>
      <p:sp>
        <p:nvSpPr>
          <p:cNvPr id="48" name="Text Placeholder 47">
            <a:extLst>
              <a:ext uri="{FF2B5EF4-FFF2-40B4-BE49-F238E27FC236}">
                <a16:creationId xmlns:a16="http://schemas.microsoft.com/office/drawing/2014/main" id="{FFCCB661-53E0-5448-AF21-F8198A7FB0F6}"/>
              </a:ext>
            </a:extLst>
          </p:cNvPr>
          <p:cNvSpPr>
            <a:spLocks noGrp="1"/>
          </p:cNvSpPr>
          <p:nvPr>
            <p:ph type="body" sz="quarter" idx="22" hasCustomPrompt="1"/>
          </p:nvPr>
        </p:nvSpPr>
        <p:spPr>
          <a:xfrm>
            <a:off x="4305300" y="3606456"/>
            <a:ext cx="1654175" cy="2093913"/>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1" name="Text Placeholder 47">
            <a:extLst>
              <a:ext uri="{FF2B5EF4-FFF2-40B4-BE49-F238E27FC236}">
                <a16:creationId xmlns:a16="http://schemas.microsoft.com/office/drawing/2014/main" id="{3EFF5B94-4910-6F41-B041-EEF3B7D1AB09}"/>
              </a:ext>
            </a:extLst>
          </p:cNvPr>
          <p:cNvSpPr>
            <a:spLocks noGrp="1"/>
          </p:cNvSpPr>
          <p:nvPr>
            <p:ph type="body" sz="quarter" idx="23" hasCustomPrompt="1"/>
          </p:nvPr>
        </p:nvSpPr>
        <p:spPr>
          <a:xfrm>
            <a:off x="7216666" y="3606456"/>
            <a:ext cx="1654175" cy="2093913"/>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2" name="Text Placeholder 47">
            <a:extLst>
              <a:ext uri="{FF2B5EF4-FFF2-40B4-BE49-F238E27FC236}">
                <a16:creationId xmlns:a16="http://schemas.microsoft.com/office/drawing/2014/main" id="{C8629CD3-0722-5B4C-876F-885C68B57077}"/>
              </a:ext>
            </a:extLst>
          </p:cNvPr>
          <p:cNvSpPr>
            <a:spLocks noGrp="1"/>
          </p:cNvSpPr>
          <p:nvPr>
            <p:ph type="body" sz="quarter" idx="24" hasCustomPrompt="1"/>
          </p:nvPr>
        </p:nvSpPr>
        <p:spPr>
          <a:xfrm>
            <a:off x="10097026" y="3606456"/>
            <a:ext cx="1654175" cy="2093913"/>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7" name="Text Placeholder 47">
            <a:extLst>
              <a:ext uri="{FF2B5EF4-FFF2-40B4-BE49-F238E27FC236}">
                <a16:creationId xmlns:a16="http://schemas.microsoft.com/office/drawing/2014/main" id="{19400723-BC54-8349-8A95-23946DB2C51A}"/>
              </a:ext>
            </a:extLst>
          </p:cNvPr>
          <p:cNvSpPr>
            <a:spLocks noGrp="1"/>
          </p:cNvSpPr>
          <p:nvPr>
            <p:ph type="body" sz="quarter" idx="25" hasCustomPrompt="1"/>
          </p:nvPr>
        </p:nvSpPr>
        <p:spPr>
          <a:xfrm>
            <a:off x="4305300" y="3251544"/>
            <a:ext cx="1654175" cy="251560"/>
          </a:xfrm>
        </p:spPr>
        <p:txBody>
          <a:bodyPr/>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58" name="Text Placeholder 47">
            <a:extLst>
              <a:ext uri="{FF2B5EF4-FFF2-40B4-BE49-F238E27FC236}">
                <a16:creationId xmlns:a16="http://schemas.microsoft.com/office/drawing/2014/main" id="{160331BC-2FA0-A84D-9B22-05C462BF8E80}"/>
              </a:ext>
            </a:extLst>
          </p:cNvPr>
          <p:cNvSpPr>
            <a:spLocks noGrp="1"/>
          </p:cNvSpPr>
          <p:nvPr>
            <p:ph type="body" sz="quarter" idx="26" hasCustomPrompt="1"/>
          </p:nvPr>
        </p:nvSpPr>
        <p:spPr>
          <a:xfrm>
            <a:off x="7216666" y="3251545"/>
            <a:ext cx="1654175" cy="348906"/>
          </a:xfrm>
        </p:spPr>
        <p:txBody>
          <a:bodyPr/>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59" name="Text Placeholder 47">
            <a:extLst>
              <a:ext uri="{FF2B5EF4-FFF2-40B4-BE49-F238E27FC236}">
                <a16:creationId xmlns:a16="http://schemas.microsoft.com/office/drawing/2014/main" id="{A5BF66A1-22BE-EC48-A8C3-BB0C75D9CD15}"/>
              </a:ext>
            </a:extLst>
          </p:cNvPr>
          <p:cNvSpPr>
            <a:spLocks noGrp="1"/>
          </p:cNvSpPr>
          <p:nvPr>
            <p:ph type="body" sz="quarter" idx="27" hasCustomPrompt="1"/>
          </p:nvPr>
        </p:nvSpPr>
        <p:spPr>
          <a:xfrm>
            <a:off x="10097026" y="3251545"/>
            <a:ext cx="1654175" cy="348906"/>
          </a:xfrm>
        </p:spPr>
        <p:txBody>
          <a:bodyPr/>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28" name="TextBox 27">
            <a:extLst>
              <a:ext uri="{FF2B5EF4-FFF2-40B4-BE49-F238E27FC236}">
                <a16:creationId xmlns:a16="http://schemas.microsoft.com/office/drawing/2014/main" id="{1CCEC628-F7E2-CAC2-AC29-F1F7AE97CC17}"/>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accent1"/>
                </a:solidFill>
                <a:latin typeface="+mj-lt"/>
              </a:rPr>
              <a:t>Confidential</a:t>
            </a:r>
          </a:p>
        </p:txBody>
      </p:sp>
      <p:cxnSp>
        <p:nvCxnSpPr>
          <p:cNvPr id="31" name="Straight Connector 30">
            <a:extLst>
              <a:ext uri="{FF2B5EF4-FFF2-40B4-BE49-F238E27FC236}">
                <a16:creationId xmlns:a16="http://schemas.microsoft.com/office/drawing/2014/main" id="{AAED6A2F-36B5-EF5B-F313-3065989C6904}"/>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2" name="Rounded Rectangle 31">
            <a:extLst>
              <a:ext uri="{FF2B5EF4-FFF2-40B4-BE49-F238E27FC236}">
                <a16:creationId xmlns:a16="http://schemas.microsoft.com/office/drawing/2014/main" id="{071A19EC-E4D0-4941-EB4C-1B09249B06F7}"/>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Slide Number Placeholder 5">
            <a:extLst>
              <a:ext uri="{FF2B5EF4-FFF2-40B4-BE49-F238E27FC236}">
                <a16:creationId xmlns:a16="http://schemas.microsoft.com/office/drawing/2014/main" id="{37B5B028-FAA5-E942-B2B9-964541023C79}"/>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91614779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Bullets_Blue Panel with Icons">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68798C3-AB86-E64F-84CC-2A7184E366CF}"/>
              </a:ext>
            </a:extLst>
          </p:cNvPr>
          <p:cNvSpPr/>
          <p:nvPr userDrawn="1"/>
        </p:nvSpPr>
        <p:spPr>
          <a:xfrm>
            <a:off x="8153990" y="0"/>
            <a:ext cx="4035425" cy="6858000"/>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Text Placeholder 13">
            <a:extLst>
              <a:ext uri="{FF2B5EF4-FFF2-40B4-BE49-F238E27FC236}">
                <a16:creationId xmlns:a16="http://schemas.microsoft.com/office/drawing/2014/main" id="{B581D4F2-85AA-F228-D208-51C310C2A8B9}"/>
              </a:ext>
            </a:extLst>
          </p:cNvPr>
          <p:cNvSpPr>
            <a:spLocks noGrp="1"/>
          </p:cNvSpPr>
          <p:nvPr>
            <p:ph type="body" sz="quarter" idx="17" hasCustomPrompt="1"/>
          </p:nvPr>
        </p:nvSpPr>
        <p:spPr>
          <a:xfrm>
            <a:off x="8894190" y="1507502"/>
            <a:ext cx="2843784" cy="859536"/>
          </a:xfrm>
          <a:noFill/>
        </p:spPr>
        <p:txBody>
          <a:bodyPr rIns="0"/>
          <a:lstStyle>
            <a:lvl1pPr marL="285750" indent="-285750" algn="l">
              <a:lnSpc>
                <a:spcPct val="100000"/>
              </a:lnSpc>
              <a:spcAft>
                <a:spcPts val="600"/>
              </a:spcAft>
              <a:buFont typeface="Wingdings" pitchFamily="2" charset="2"/>
              <a:buChar char="§"/>
              <a:defRPr sz="14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r>
              <a:rPr lang="en-GB" sz="1400">
                <a:solidFill>
                  <a:schemeClr val="accent1"/>
                </a:solidFill>
              </a:rPr>
              <a:t>Lorem ipsum </a:t>
            </a:r>
            <a:r>
              <a:rPr lang="en-GB" sz="1400" err="1">
                <a:solidFill>
                  <a:schemeClr val="accent1"/>
                </a:solidFill>
              </a:rPr>
              <a:t>dolor</a:t>
            </a:r>
            <a:r>
              <a:rPr lang="en-GB" sz="1400">
                <a:solidFill>
                  <a:schemeClr val="accent1"/>
                </a:solidFill>
              </a:rPr>
              <a:t> sit amet, consectetur </a:t>
            </a:r>
            <a:r>
              <a:rPr lang="en-GB" sz="1400" err="1">
                <a:solidFill>
                  <a:schemeClr val="accent1"/>
                </a:solidFill>
              </a:rPr>
              <a:t>adipiscing</a:t>
            </a:r>
            <a:r>
              <a:rPr lang="en-GB" sz="1400">
                <a:solidFill>
                  <a:schemeClr val="accent1"/>
                </a:solidFill>
              </a:rPr>
              <a:t> </a:t>
            </a:r>
            <a:r>
              <a:rPr lang="en-GB" sz="1400" err="1">
                <a:solidFill>
                  <a:schemeClr val="accent1"/>
                </a:solidFill>
              </a:rPr>
              <a:t>elit</a:t>
            </a:r>
            <a:r>
              <a:rPr lang="en-GB" sz="1400">
                <a:solidFill>
                  <a:schemeClr val="accent1"/>
                </a:solidFill>
              </a:rPr>
              <a:t>. </a:t>
            </a:r>
            <a:r>
              <a:rPr lang="en-GB" sz="1400" err="1">
                <a:solidFill>
                  <a:schemeClr val="accent1"/>
                </a:solidFill>
              </a:rPr>
              <a:t>Fusce</a:t>
            </a:r>
            <a:r>
              <a:rPr lang="en-GB" sz="1400">
                <a:solidFill>
                  <a:schemeClr val="accent1"/>
                </a:solidFill>
              </a:rPr>
              <a:t> </a:t>
            </a:r>
            <a:r>
              <a:rPr lang="en-GB" sz="1400" err="1">
                <a:solidFill>
                  <a:schemeClr val="accent1"/>
                </a:solidFill>
              </a:rPr>
              <a:t>elit</a:t>
            </a:r>
            <a:r>
              <a:rPr lang="en-GB" sz="1400">
                <a:solidFill>
                  <a:schemeClr val="accent1"/>
                </a:solidFill>
              </a:rPr>
              <a:t> </a:t>
            </a:r>
            <a:r>
              <a:rPr lang="en-GB" sz="1400" err="1">
                <a:solidFill>
                  <a:schemeClr val="accent1"/>
                </a:solidFill>
              </a:rPr>
              <a:t>diam</a:t>
            </a:r>
            <a:r>
              <a:rPr lang="en-GB" sz="1400">
                <a:solidFill>
                  <a:schemeClr val="accent1"/>
                </a:solidFill>
              </a:rPr>
              <a:t>, maximus a </a:t>
            </a:r>
            <a:r>
              <a:rPr lang="en-GB" sz="1400" err="1">
                <a:solidFill>
                  <a:schemeClr val="accent1"/>
                </a:solidFill>
              </a:rPr>
              <a:t>condimentum</a:t>
            </a:r>
            <a:r>
              <a:rPr lang="en-GB" sz="1400">
                <a:solidFill>
                  <a:schemeClr val="accent1"/>
                </a:solidFill>
              </a:rPr>
              <a:t> </a:t>
            </a:r>
            <a:r>
              <a:rPr lang="en-GB" sz="1400" err="1">
                <a:solidFill>
                  <a:schemeClr val="accent1"/>
                </a:solidFill>
              </a:rPr>
              <a:t>eget</a:t>
            </a:r>
            <a:r>
              <a:rPr lang="en-GB" sz="1400">
                <a:solidFill>
                  <a:schemeClr val="accent1"/>
                </a:solidFill>
              </a:rPr>
              <a:t>, </a:t>
            </a:r>
            <a:r>
              <a:rPr lang="en-GB" sz="1400" err="1">
                <a:solidFill>
                  <a:schemeClr val="accent1"/>
                </a:solidFill>
              </a:rPr>
              <a:t>lobortis</a:t>
            </a:r>
            <a:r>
              <a:rPr lang="en-GB" sz="1400">
                <a:solidFill>
                  <a:schemeClr val="accent1"/>
                </a:solidFill>
              </a:rPr>
              <a:t> in </a:t>
            </a:r>
            <a:r>
              <a:rPr lang="en-GB" sz="1400" err="1">
                <a:solidFill>
                  <a:schemeClr val="accent1"/>
                </a:solidFill>
              </a:rPr>
              <a:t>erat</a:t>
            </a:r>
            <a:r>
              <a:rPr lang="en-GB" sz="1400">
                <a:solidFill>
                  <a:schemeClr val="accent1"/>
                </a:solidFill>
              </a:rPr>
              <a:t>. </a:t>
            </a:r>
            <a:r>
              <a:rPr lang="en-GB" sz="1400" err="1">
                <a:solidFill>
                  <a:schemeClr val="accent1"/>
                </a:solidFill>
              </a:rPr>
              <a:t>Mauris</a:t>
            </a:r>
            <a:r>
              <a:rPr lang="en-GB" sz="1400">
                <a:solidFill>
                  <a:schemeClr val="accent1"/>
                </a:solidFill>
              </a:rPr>
              <a:t> </a:t>
            </a:r>
            <a:r>
              <a:rPr lang="en-GB" sz="1400" err="1">
                <a:solidFill>
                  <a:schemeClr val="accent1"/>
                </a:solidFill>
              </a:rPr>
              <a:t>efficitur</a:t>
            </a:r>
            <a:r>
              <a:rPr lang="en-GB" sz="1400">
                <a:solidFill>
                  <a:schemeClr val="accent1"/>
                </a:solidFill>
              </a:rPr>
              <a:t>, </a:t>
            </a:r>
            <a:r>
              <a:rPr lang="en-GB" sz="1400" err="1">
                <a:solidFill>
                  <a:schemeClr val="accent1"/>
                </a:solidFill>
              </a:rPr>
              <a:t>erat</a:t>
            </a:r>
            <a:r>
              <a:rPr lang="en-GB" sz="1400">
                <a:solidFill>
                  <a:schemeClr val="accent1"/>
                </a:solidFill>
              </a:rPr>
              <a:t>.</a:t>
            </a:r>
          </a:p>
        </p:txBody>
      </p:sp>
      <p:sp>
        <p:nvSpPr>
          <p:cNvPr id="51" name="Text Placeholder 13">
            <a:extLst>
              <a:ext uri="{FF2B5EF4-FFF2-40B4-BE49-F238E27FC236}">
                <a16:creationId xmlns:a16="http://schemas.microsoft.com/office/drawing/2014/main" id="{C79775E2-8320-AE30-A148-9C62BD074F4A}"/>
              </a:ext>
            </a:extLst>
          </p:cNvPr>
          <p:cNvSpPr>
            <a:spLocks noGrp="1"/>
          </p:cNvSpPr>
          <p:nvPr>
            <p:ph type="body" sz="quarter" idx="18" hasCustomPrompt="1"/>
          </p:nvPr>
        </p:nvSpPr>
        <p:spPr>
          <a:xfrm>
            <a:off x="8887074" y="1151902"/>
            <a:ext cx="2660904" cy="274320"/>
          </a:xfrm>
        </p:spPr>
        <p:txBody>
          <a:bodyPr rIns="0"/>
          <a:lstStyle>
            <a:lvl1pPr marL="0" indent="0" algn="l">
              <a:lnSpc>
                <a:spcPts val="2200"/>
              </a:lnSpc>
              <a:spcAft>
                <a:spcPts val="0"/>
              </a:spcAft>
              <a:buFont typeface="Arial" panose="020B0604020202020204" pitchFamily="34" charset="0"/>
              <a:buNone/>
              <a:defRPr sz="18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err="1"/>
              <a:t>Firstname</a:t>
            </a:r>
            <a:r>
              <a:rPr lang="en-US"/>
              <a:t> </a:t>
            </a:r>
            <a:r>
              <a:rPr lang="en-US" err="1"/>
              <a:t>Lastname</a:t>
            </a:r>
            <a:endParaRPr lang="en-US"/>
          </a:p>
        </p:txBody>
      </p:sp>
      <p:sp>
        <p:nvSpPr>
          <p:cNvPr id="16" name="Text Placeholder 13">
            <a:extLst>
              <a:ext uri="{FF2B5EF4-FFF2-40B4-BE49-F238E27FC236}">
                <a16:creationId xmlns:a16="http://schemas.microsoft.com/office/drawing/2014/main" id="{DC64187B-A282-2044-9156-234E2F54228F}"/>
              </a:ext>
            </a:extLst>
          </p:cNvPr>
          <p:cNvSpPr>
            <a:spLocks noGrp="1"/>
          </p:cNvSpPr>
          <p:nvPr>
            <p:ph type="body" sz="quarter" idx="13"/>
          </p:nvPr>
        </p:nvSpPr>
        <p:spPr>
          <a:xfrm>
            <a:off x="457200" y="2011680"/>
            <a:ext cx="4543425" cy="3143250"/>
          </a:xfrm>
        </p:spPr>
        <p:txBody>
          <a:bodyPr rIns="0"/>
          <a:lstStyle>
            <a:lvl1pPr marL="285750" indent="-285750" algn="l">
              <a:lnSpc>
                <a:spcPct val="100000"/>
              </a:lnSpc>
              <a:spcAft>
                <a:spcPts val="500"/>
              </a:spcAft>
              <a:buFont typeface="Wingdings" pitchFamily="2" charset="2"/>
              <a:buChar char="§"/>
              <a:defRPr sz="16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endParaRPr lang="en-US"/>
          </a:p>
        </p:txBody>
      </p:sp>
      <p:grpSp>
        <p:nvGrpSpPr>
          <p:cNvPr id="15" name="Graphic 62" hidden="1">
            <a:extLst>
              <a:ext uri="{FF2B5EF4-FFF2-40B4-BE49-F238E27FC236}">
                <a16:creationId xmlns:a16="http://schemas.microsoft.com/office/drawing/2014/main" id="{948C6D59-25E7-3F49-95B5-507A52B13D58}"/>
              </a:ext>
            </a:extLst>
          </p:cNvPr>
          <p:cNvGrpSpPr/>
          <p:nvPr userDrawn="1"/>
        </p:nvGrpSpPr>
        <p:grpSpPr>
          <a:xfrm>
            <a:off x="11389259" y="6063628"/>
            <a:ext cx="352694" cy="349203"/>
            <a:chOff x="10767269" y="208371"/>
            <a:chExt cx="182844" cy="181034"/>
          </a:xfrm>
        </p:grpSpPr>
        <p:sp>
          <p:nvSpPr>
            <p:cNvPr id="17" name="Freeform 16">
              <a:extLst>
                <a:ext uri="{FF2B5EF4-FFF2-40B4-BE49-F238E27FC236}">
                  <a16:creationId xmlns:a16="http://schemas.microsoft.com/office/drawing/2014/main" id="{4EDFDC05-D06B-6849-AE12-5F347D510309}"/>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62322414-1743-1A47-AFC4-7C3EBFA5E755}"/>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D575E018-FFCB-D245-BB07-77C84F1394D1}"/>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60B54936-3681-5349-A116-139E9BF3B95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1A89DB89-B0E0-D249-9AD7-5F89967696CD}"/>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0" name="Rounded Rectangle 29">
            <a:extLst>
              <a:ext uri="{FF2B5EF4-FFF2-40B4-BE49-F238E27FC236}">
                <a16:creationId xmlns:a16="http://schemas.microsoft.com/office/drawing/2014/main" id="{BA7DC0DD-84D0-F241-C460-50A171FAC315}"/>
              </a:ext>
            </a:extLst>
          </p:cNvPr>
          <p:cNvSpPr/>
          <p:nvPr userDrawn="1"/>
        </p:nvSpPr>
        <p:spPr>
          <a:xfrm>
            <a:off x="7661434" y="1151902"/>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Rounded Rectangle 30">
            <a:extLst>
              <a:ext uri="{FF2B5EF4-FFF2-40B4-BE49-F238E27FC236}">
                <a16:creationId xmlns:a16="http://schemas.microsoft.com/office/drawing/2014/main" id="{AEB2E90A-D666-698A-184A-F4227C0C35A0}"/>
              </a:ext>
            </a:extLst>
          </p:cNvPr>
          <p:cNvSpPr/>
          <p:nvPr userDrawn="1"/>
        </p:nvSpPr>
        <p:spPr>
          <a:xfrm>
            <a:off x="7661434" y="4730012"/>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Rounded Rectangle 31">
            <a:extLst>
              <a:ext uri="{FF2B5EF4-FFF2-40B4-BE49-F238E27FC236}">
                <a16:creationId xmlns:a16="http://schemas.microsoft.com/office/drawing/2014/main" id="{8DE7A901-FA30-F321-1AED-B52CF34F2CD0}"/>
              </a:ext>
            </a:extLst>
          </p:cNvPr>
          <p:cNvSpPr/>
          <p:nvPr userDrawn="1"/>
        </p:nvSpPr>
        <p:spPr>
          <a:xfrm>
            <a:off x="7661434" y="2940957"/>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3" name="Straight Connector 42">
            <a:extLst>
              <a:ext uri="{FF2B5EF4-FFF2-40B4-BE49-F238E27FC236}">
                <a16:creationId xmlns:a16="http://schemas.microsoft.com/office/drawing/2014/main" id="{70A92BFE-3FAB-A410-6901-C4C56FF9FCCD}"/>
              </a:ext>
            </a:extLst>
          </p:cNvPr>
          <p:cNvCxnSpPr>
            <a:cxnSpLocks/>
          </p:cNvCxnSpPr>
          <p:nvPr userDrawn="1"/>
        </p:nvCxnSpPr>
        <p:spPr>
          <a:xfrm>
            <a:off x="8889999" y="1085622"/>
            <a:ext cx="262906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0CCC00BC-DFCE-EBAA-70D5-9496120BFC68}"/>
              </a:ext>
            </a:extLst>
          </p:cNvPr>
          <p:cNvCxnSpPr>
            <a:cxnSpLocks/>
          </p:cNvCxnSpPr>
          <p:nvPr userDrawn="1"/>
        </p:nvCxnSpPr>
        <p:spPr>
          <a:xfrm>
            <a:off x="8889999" y="2902065"/>
            <a:ext cx="262906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D7B42AA-8A30-EB05-D320-656BB5471D1A}"/>
              </a:ext>
            </a:extLst>
          </p:cNvPr>
          <p:cNvCxnSpPr>
            <a:cxnSpLocks/>
          </p:cNvCxnSpPr>
          <p:nvPr userDrawn="1"/>
        </p:nvCxnSpPr>
        <p:spPr>
          <a:xfrm>
            <a:off x="8889999" y="4669081"/>
            <a:ext cx="262906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55" name="Text Placeholder 13">
            <a:extLst>
              <a:ext uri="{FF2B5EF4-FFF2-40B4-BE49-F238E27FC236}">
                <a16:creationId xmlns:a16="http://schemas.microsoft.com/office/drawing/2014/main" id="{1A16D3DB-833F-ACFD-6D11-A42FAB7080EC}"/>
              </a:ext>
            </a:extLst>
          </p:cNvPr>
          <p:cNvSpPr>
            <a:spLocks noGrp="1"/>
          </p:cNvSpPr>
          <p:nvPr>
            <p:ph type="body" sz="quarter" idx="19" hasCustomPrompt="1"/>
          </p:nvPr>
        </p:nvSpPr>
        <p:spPr>
          <a:xfrm>
            <a:off x="8894190" y="3310596"/>
            <a:ext cx="2843784" cy="859536"/>
          </a:xfrm>
          <a:noFill/>
        </p:spPr>
        <p:txBody>
          <a:bodyPr rIns="0"/>
          <a:lstStyle>
            <a:lvl1pPr marL="285750" indent="-285750" algn="l">
              <a:lnSpc>
                <a:spcPct val="100000"/>
              </a:lnSpc>
              <a:spcAft>
                <a:spcPts val="600"/>
              </a:spcAft>
              <a:buFont typeface="Wingdings" pitchFamily="2" charset="2"/>
              <a:buChar char="§"/>
              <a:defRPr sz="14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r>
              <a:rPr lang="en-GB" sz="1400">
                <a:solidFill>
                  <a:schemeClr val="accent1"/>
                </a:solidFill>
              </a:rPr>
              <a:t>Lorem ipsum </a:t>
            </a:r>
            <a:r>
              <a:rPr lang="en-GB" sz="1400" err="1">
                <a:solidFill>
                  <a:schemeClr val="accent1"/>
                </a:solidFill>
              </a:rPr>
              <a:t>dolor</a:t>
            </a:r>
            <a:r>
              <a:rPr lang="en-GB" sz="1400">
                <a:solidFill>
                  <a:schemeClr val="accent1"/>
                </a:solidFill>
              </a:rPr>
              <a:t> sit amet, consectetur </a:t>
            </a:r>
            <a:r>
              <a:rPr lang="en-GB" sz="1400" err="1">
                <a:solidFill>
                  <a:schemeClr val="accent1"/>
                </a:solidFill>
              </a:rPr>
              <a:t>adipiscing</a:t>
            </a:r>
            <a:r>
              <a:rPr lang="en-GB" sz="1400">
                <a:solidFill>
                  <a:schemeClr val="accent1"/>
                </a:solidFill>
              </a:rPr>
              <a:t> </a:t>
            </a:r>
            <a:r>
              <a:rPr lang="en-GB" sz="1400" err="1">
                <a:solidFill>
                  <a:schemeClr val="accent1"/>
                </a:solidFill>
              </a:rPr>
              <a:t>elit</a:t>
            </a:r>
            <a:r>
              <a:rPr lang="en-GB" sz="1400">
                <a:solidFill>
                  <a:schemeClr val="accent1"/>
                </a:solidFill>
              </a:rPr>
              <a:t>. </a:t>
            </a:r>
            <a:r>
              <a:rPr lang="en-GB" sz="1400" err="1">
                <a:solidFill>
                  <a:schemeClr val="accent1"/>
                </a:solidFill>
              </a:rPr>
              <a:t>Fusce</a:t>
            </a:r>
            <a:r>
              <a:rPr lang="en-GB" sz="1400">
                <a:solidFill>
                  <a:schemeClr val="accent1"/>
                </a:solidFill>
              </a:rPr>
              <a:t> </a:t>
            </a:r>
            <a:r>
              <a:rPr lang="en-GB" sz="1400" err="1">
                <a:solidFill>
                  <a:schemeClr val="accent1"/>
                </a:solidFill>
              </a:rPr>
              <a:t>elit</a:t>
            </a:r>
            <a:r>
              <a:rPr lang="en-GB" sz="1400">
                <a:solidFill>
                  <a:schemeClr val="accent1"/>
                </a:solidFill>
              </a:rPr>
              <a:t> </a:t>
            </a:r>
            <a:r>
              <a:rPr lang="en-GB" sz="1400" err="1">
                <a:solidFill>
                  <a:schemeClr val="accent1"/>
                </a:solidFill>
              </a:rPr>
              <a:t>diam</a:t>
            </a:r>
            <a:r>
              <a:rPr lang="en-GB" sz="1400">
                <a:solidFill>
                  <a:schemeClr val="accent1"/>
                </a:solidFill>
              </a:rPr>
              <a:t>, maximus a </a:t>
            </a:r>
            <a:r>
              <a:rPr lang="en-GB" sz="1400" err="1">
                <a:solidFill>
                  <a:schemeClr val="accent1"/>
                </a:solidFill>
              </a:rPr>
              <a:t>condimentum</a:t>
            </a:r>
            <a:r>
              <a:rPr lang="en-GB" sz="1400">
                <a:solidFill>
                  <a:schemeClr val="accent1"/>
                </a:solidFill>
              </a:rPr>
              <a:t> </a:t>
            </a:r>
            <a:r>
              <a:rPr lang="en-GB" sz="1400" err="1">
                <a:solidFill>
                  <a:schemeClr val="accent1"/>
                </a:solidFill>
              </a:rPr>
              <a:t>eget</a:t>
            </a:r>
            <a:r>
              <a:rPr lang="en-GB" sz="1400">
                <a:solidFill>
                  <a:schemeClr val="accent1"/>
                </a:solidFill>
              </a:rPr>
              <a:t>, </a:t>
            </a:r>
            <a:r>
              <a:rPr lang="en-GB" sz="1400" err="1">
                <a:solidFill>
                  <a:schemeClr val="accent1"/>
                </a:solidFill>
              </a:rPr>
              <a:t>lobortis</a:t>
            </a:r>
            <a:r>
              <a:rPr lang="en-GB" sz="1400">
                <a:solidFill>
                  <a:schemeClr val="accent1"/>
                </a:solidFill>
              </a:rPr>
              <a:t> in </a:t>
            </a:r>
            <a:r>
              <a:rPr lang="en-GB" sz="1400" err="1">
                <a:solidFill>
                  <a:schemeClr val="accent1"/>
                </a:solidFill>
              </a:rPr>
              <a:t>erat</a:t>
            </a:r>
            <a:r>
              <a:rPr lang="en-GB" sz="1400">
                <a:solidFill>
                  <a:schemeClr val="accent1"/>
                </a:solidFill>
              </a:rPr>
              <a:t>. </a:t>
            </a:r>
            <a:r>
              <a:rPr lang="en-GB" sz="1400" err="1">
                <a:solidFill>
                  <a:schemeClr val="accent1"/>
                </a:solidFill>
              </a:rPr>
              <a:t>Mauris</a:t>
            </a:r>
            <a:r>
              <a:rPr lang="en-GB" sz="1400">
                <a:solidFill>
                  <a:schemeClr val="accent1"/>
                </a:solidFill>
              </a:rPr>
              <a:t> </a:t>
            </a:r>
            <a:r>
              <a:rPr lang="en-GB" sz="1400" err="1">
                <a:solidFill>
                  <a:schemeClr val="accent1"/>
                </a:solidFill>
              </a:rPr>
              <a:t>efficitur</a:t>
            </a:r>
            <a:r>
              <a:rPr lang="en-GB" sz="1400">
                <a:solidFill>
                  <a:schemeClr val="accent1"/>
                </a:solidFill>
              </a:rPr>
              <a:t>, </a:t>
            </a:r>
            <a:r>
              <a:rPr lang="en-GB" sz="1400" err="1">
                <a:solidFill>
                  <a:schemeClr val="accent1"/>
                </a:solidFill>
              </a:rPr>
              <a:t>erat</a:t>
            </a:r>
            <a:r>
              <a:rPr lang="en-GB" sz="1400">
                <a:solidFill>
                  <a:schemeClr val="accent1"/>
                </a:solidFill>
              </a:rPr>
              <a:t>.</a:t>
            </a:r>
          </a:p>
        </p:txBody>
      </p:sp>
      <p:sp>
        <p:nvSpPr>
          <p:cNvPr id="56" name="Text Placeholder 13">
            <a:extLst>
              <a:ext uri="{FF2B5EF4-FFF2-40B4-BE49-F238E27FC236}">
                <a16:creationId xmlns:a16="http://schemas.microsoft.com/office/drawing/2014/main" id="{C87B0BF4-4187-5450-E7BA-7CFAC0C7BFAE}"/>
              </a:ext>
            </a:extLst>
          </p:cNvPr>
          <p:cNvSpPr>
            <a:spLocks noGrp="1"/>
          </p:cNvSpPr>
          <p:nvPr>
            <p:ph type="body" sz="quarter" idx="20" hasCustomPrompt="1"/>
          </p:nvPr>
        </p:nvSpPr>
        <p:spPr>
          <a:xfrm>
            <a:off x="8887074" y="2954996"/>
            <a:ext cx="2660904" cy="274320"/>
          </a:xfrm>
        </p:spPr>
        <p:txBody>
          <a:bodyPr rIns="0"/>
          <a:lstStyle>
            <a:lvl1pPr marL="0" indent="0" algn="l">
              <a:lnSpc>
                <a:spcPts val="2200"/>
              </a:lnSpc>
              <a:spcAft>
                <a:spcPts val="0"/>
              </a:spcAft>
              <a:buFont typeface="Arial" panose="020B0604020202020204" pitchFamily="34" charset="0"/>
              <a:buNone/>
              <a:defRPr sz="18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err="1"/>
              <a:t>Firstname</a:t>
            </a:r>
            <a:r>
              <a:rPr lang="en-US"/>
              <a:t> </a:t>
            </a:r>
            <a:r>
              <a:rPr lang="en-US" err="1"/>
              <a:t>Lastname</a:t>
            </a:r>
            <a:endParaRPr lang="en-US"/>
          </a:p>
        </p:txBody>
      </p:sp>
      <p:sp>
        <p:nvSpPr>
          <p:cNvPr id="59" name="Text Placeholder 13">
            <a:extLst>
              <a:ext uri="{FF2B5EF4-FFF2-40B4-BE49-F238E27FC236}">
                <a16:creationId xmlns:a16="http://schemas.microsoft.com/office/drawing/2014/main" id="{7E09C724-C851-6605-7927-33C10D8A483F}"/>
              </a:ext>
            </a:extLst>
          </p:cNvPr>
          <p:cNvSpPr>
            <a:spLocks noGrp="1"/>
          </p:cNvSpPr>
          <p:nvPr>
            <p:ph type="body" sz="quarter" idx="21" hasCustomPrompt="1"/>
          </p:nvPr>
        </p:nvSpPr>
        <p:spPr>
          <a:xfrm>
            <a:off x="8894190" y="5077264"/>
            <a:ext cx="2843784" cy="859536"/>
          </a:xfrm>
          <a:noFill/>
        </p:spPr>
        <p:txBody>
          <a:bodyPr rIns="0"/>
          <a:lstStyle>
            <a:lvl1pPr marL="285750" indent="-285750" algn="l">
              <a:lnSpc>
                <a:spcPct val="100000"/>
              </a:lnSpc>
              <a:spcAft>
                <a:spcPts val="600"/>
              </a:spcAft>
              <a:buFont typeface="Wingdings" pitchFamily="2" charset="2"/>
              <a:buChar char="§"/>
              <a:defRPr sz="14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r>
              <a:rPr lang="en-GB" sz="1400">
                <a:solidFill>
                  <a:schemeClr val="accent1"/>
                </a:solidFill>
              </a:rPr>
              <a:t>Lorem ipsum </a:t>
            </a:r>
            <a:r>
              <a:rPr lang="en-GB" sz="1400" err="1">
                <a:solidFill>
                  <a:schemeClr val="accent1"/>
                </a:solidFill>
              </a:rPr>
              <a:t>dolor</a:t>
            </a:r>
            <a:r>
              <a:rPr lang="en-GB" sz="1400">
                <a:solidFill>
                  <a:schemeClr val="accent1"/>
                </a:solidFill>
              </a:rPr>
              <a:t> sit amet, consectetur </a:t>
            </a:r>
            <a:r>
              <a:rPr lang="en-GB" sz="1400" err="1">
                <a:solidFill>
                  <a:schemeClr val="accent1"/>
                </a:solidFill>
              </a:rPr>
              <a:t>adipiscing</a:t>
            </a:r>
            <a:r>
              <a:rPr lang="en-GB" sz="1400">
                <a:solidFill>
                  <a:schemeClr val="accent1"/>
                </a:solidFill>
              </a:rPr>
              <a:t> </a:t>
            </a:r>
            <a:r>
              <a:rPr lang="en-GB" sz="1400" err="1">
                <a:solidFill>
                  <a:schemeClr val="accent1"/>
                </a:solidFill>
              </a:rPr>
              <a:t>elit</a:t>
            </a:r>
            <a:r>
              <a:rPr lang="en-GB" sz="1400">
                <a:solidFill>
                  <a:schemeClr val="accent1"/>
                </a:solidFill>
              </a:rPr>
              <a:t>. </a:t>
            </a:r>
            <a:r>
              <a:rPr lang="en-GB" sz="1400" err="1">
                <a:solidFill>
                  <a:schemeClr val="accent1"/>
                </a:solidFill>
              </a:rPr>
              <a:t>Fusce</a:t>
            </a:r>
            <a:r>
              <a:rPr lang="en-GB" sz="1400">
                <a:solidFill>
                  <a:schemeClr val="accent1"/>
                </a:solidFill>
              </a:rPr>
              <a:t> </a:t>
            </a:r>
            <a:r>
              <a:rPr lang="en-GB" sz="1400" err="1">
                <a:solidFill>
                  <a:schemeClr val="accent1"/>
                </a:solidFill>
              </a:rPr>
              <a:t>elit</a:t>
            </a:r>
            <a:r>
              <a:rPr lang="en-GB" sz="1400">
                <a:solidFill>
                  <a:schemeClr val="accent1"/>
                </a:solidFill>
              </a:rPr>
              <a:t> </a:t>
            </a:r>
            <a:r>
              <a:rPr lang="en-GB" sz="1400" err="1">
                <a:solidFill>
                  <a:schemeClr val="accent1"/>
                </a:solidFill>
              </a:rPr>
              <a:t>diam</a:t>
            </a:r>
            <a:r>
              <a:rPr lang="en-GB" sz="1400">
                <a:solidFill>
                  <a:schemeClr val="accent1"/>
                </a:solidFill>
              </a:rPr>
              <a:t>, maximus a </a:t>
            </a:r>
            <a:r>
              <a:rPr lang="en-GB" sz="1400" err="1">
                <a:solidFill>
                  <a:schemeClr val="accent1"/>
                </a:solidFill>
              </a:rPr>
              <a:t>condimentum</a:t>
            </a:r>
            <a:r>
              <a:rPr lang="en-GB" sz="1400">
                <a:solidFill>
                  <a:schemeClr val="accent1"/>
                </a:solidFill>
              </a:rPr>
              <a:t> </a:t>
            </a:r>
            <a:r>
              <a:rPr lang="en-GB" sz="1400" err="1">
                <a:solidFill>
                  <a:schemeClr val="accent1"/>
                </a:solidFill>
              </a:rPr>
              <a:t>eget</a:t>
            </a:r>
            <a:r>
              <a:rPr lang="en-GB" sz="1400">
                <a:solidFill>
                  <a:schemeClr val="accent1"/>
                </a:solidFill>
              </a:rPr>
              <a:t>, </a:t>
            </a:r>
            <a:r>
              <a:rPr lang="en-GB" sz="1400" err="1">
                <a:solidFill>
                  <a:schemeClr val="accent1"/>
                </a:solidFill>
              </a:rPr>
              <a:t>lobortis</a:t>
            </a:r>
            <a:r>
              <a:rPr lang="en-GB" sz="1400">
                <a:solidFill>
                  <a:schemeClr val="accent1"/>
                </a:solidFill>
              </a:rPr>
              <a:t> in </a:t>
            </a:r>
            <a:r>
              <a:rPr lang="en-GB" sz="1400" err="1">
                <a:solidFill>
                  <a:schemeClr val="accent1"/>
                </a:solidFill>
              </a:rPr>
              <a:t>erat</a:t>
            </a:r>
            <a:r>
              <a:rPr lang="en-GB" sz="1400">
                <a:solidFill>
                  <a:schemeClr val="accent1"/>
                </a:solidFill>
              </a:rPr>
              <a:t>. </a:t>
            </a:r>
            <a:r>
              <a:rPr lang="en-GB" sz="1400" err="1">
                <a:solidFill>
                  <a:schemeClr val="accent1"/>
                </a:solidFill>
              </a:rPr>
              <a:t>Mauris</a:t>
            </a:r>
            <a:r>
              <a:rPr lang="en-GB" sz="1400">
                <a:solidFill>
                  <a:schemeClr val="accent1"/>
                </a:solidFill>
              </a:rPr>
              <a:t> </a:t>
            </a:r>
            <a:r>
              <a:rPr lang="en-GB" sz="1400" err="1">
                <a:solidFill>
                  <a:schemeClr val="accent1"/>
                </a:solidFill>
              </a:rPr>
              <a:t>efficitur</a:t>
            </a:r>
            <a:r>
              <a:rPr lang="en-GB" sz="1400">
                <a:solidFill>
                  <a:schemeClr val="accent1"/>
                </a:solidFill>
              </a:rPr>
              <a:t>, </a:t>
            </a:r>
            <a:r>
              <a:rPr lang="en-GB" sz="1400" err="1">
                <a:solidFill>
                  <a:schemeClr val="accent1"/>
                </a:solidFill>
              </a:rPr>
              <a:t>erat</a:t>
            </a:r>
            <a:r>
              <a:rPr lang="en-GB" sz="1400">
                <a:solidFill>
                  <a:schemeClr val="accent1"/>
                </a:solidFill>
              </a:rPr>
              <a:t>.</a:t>
            </a:r>
          </a:p>
        </p:txBody>
      </p:sp>
      <p:sp>
        <p:nvSpPr>
          <p:cNvPr id="60" name="Text Placeholder 13">
            <a:extLst>
              <a:ext uri="{FF2B5EF4-FFF2-40B4-BE49-F238E27FC236}">
                <a16:creationId xmlns:a16="http://schemas.microsoft.com/office/drawing/2014/main" id="{DDF2B709-0915-EE64-F6E8-641D4A57FE03}"/>
              </a:ext>
            </a:extLst>
          </p:cNvPr>
          <p:cNvSpPr>
            <a:spLocks noGrp="1"/>
          </p:cNvSpPr>
          <p:nvPr>
            <p:ph type="body" sz="quarter" idx="22" hasCustomPrompt="1"/>
          </p:nvPr>
        </p:nvSpPr>
        <p:spPr>
          <a:xfrm>
            <a:off x="8887074" y="4721664"/>
            <a:ext cx="2660904" cy="274320"/>
          </a:xfrm>
        </p:spPr>
        <p:txBody>
          <a:bodyPr rIns="0"/>
          <a:lstStyle>
            <a:lvl1pPr marL="0" indent="0" algn="l">
              <a:lnSpc>
                <a:spcPts val="2200"/>
              </a:lnSpc>
              <a:spcAft>
                <a:spcPts val="0"/>
              </a:spcAft>
              <a:buFont typeface="Arial" panose="020B0604020202020204" pitchFamily="34" charset="0"/>
              <a:buNone/>
              <a:defRPr sz="18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err="1"/>
              <a:t>Firstname</a:t>
            </a:r>
            <a:r>
              <a:rPr lang="en-US"/>
              <a:t> </a:t>
            </a:r>
            <a:r>
              <a:rPr lang="en-US" err="1"/>
              <a:t>Lastname</a:t>
            </a:r>
            <a:endParaRPr lang="en-US"/>
          </a:p>
        </p:txBody>
      </p:sp>
      <p:sp>
        <p:nvSpPr>
          <p:cNvPr id="61" name="Title 36">
            <a:extLst>
              <a:ext uri="{FF2B5EF4-FFF2-40B4-BE49-F238E27FC236}">
                <a16:creationId xmlns:a16="http://schemas.microsoft.com/office/drawing/2014/main" id="{25C82455-F01E-1BE9-CAD4-F182BB271205}"/>
              </a:ext>
            </a:extLst>
          </p:cNvPr>
          <p:cNvSpPr>
            <a:spLocks noGrp="1"/>
          </p:cNvSpPr>
          <p:nvPr>
            <p:ph type="title" hasCustomPrompt="1"/>
          </p:nvPr>
        </p:nvSpPr>
        <p:spPr>
          <a:xfrm>
            <a:off x="454026" y="447392"/>
            <a:ext cx="5505450" cy="695608"/>
          </a:xfrm>
        </p:spPr>
        <p:txBody>
          <a:bodyPr/>
          <a:lstStyle/>
          <a:p>
            <a:r>
              <a:rPr lang="en-US"/>
              <a:t>Click To Edit Master Title Style</a:t>
            </a:r>
            <a:endParaRPr lang="en-GB"/>
          </a:p>
        </p:txBody>
      </p:sp>
      <p:sp>
        <p:nvSpPr>
          <p:cNvPr id="62" name="Subtitle 2">
            <a:extLst>
              <a:ext uri="{FF2B5EF4-FFF2-40B4-BE49-F238E27FC236}">
                <a16:creationId xmlns:a16="http://schemas.microsoft.com/office/drawing/2014/main" id="{4F5972DB-2B7F-13E6-3931-73AE28DAFF71}"/>
              </a:ext>
            </a:extLst>
          </p:cNvPr>
          <p:cNvSpPr>
            <a:spLocks noGrp="1"/>
          </p:cNvSpPr>
          <p:nvPr>
            <p:ph type="subTitle" idx="1" hasCustomPrompt="1"/>
          </p:nvPr>
        </p:nvSpPr>
        <p:spPr>
          <a:xfrm>
            <a:off x="454025" y="1155700"/>
            <a:ext cx="4543426"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cxnSp>
        <p:nvCxnSpPr>
          <p:cNvPr id="33" name="Straight Connector 32">
            <a:extLst>
              <a:ext uri="{FF2B5EF4-FFF2-40B4-BE49-F238E27FC236}">
                <a16:creationId xmlns:a16="http://schemas.microsoft.com/office/drawing/2014/main" id="{2632122A-1F78-1F5C-9B6C-0FCD22D20439}"/>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4" name="Rounded Rectangle 33">
            <a:extLst>
              <a:ext uri="{FF2B5EF4-FFF2-40B4-BE49-F238E27FC236}">
                <a16:creationId xmlns:a16="http://schemas.microsoft.com/office/drawing/2014/main" id="{DF27D3F4-D6D8-8656-3151-5C1BCF53BD5C}"/>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Slide Number Placeholder 5">
            <a:extLst>
              <a:ext uri="{FF2B5EF4-FFF2-40B4-BE49-F238E27FC236}">
                <a16:creationId xmlns:a16="http://schemas.microsoft.com/office/drawing/2014/main" id="{611C7E6D-96A3-0621-D76D-A1538421AEB8}"/>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384187362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Sub-Section Divider">
    <p:bg>
      <p:bgRef idx="1001">
        <a:schemeClr val="bg1"/>
      </p:bgRef>
    </p:bg>
    <p:spTree>
      <p:nvGrpSpPr>
        <p:cNvPr id="1" name=""/>
        <p:cNvGrpSpPr/>
        <p:nvPr/>
      </p:nvGrpSpPr>
      <p:grpSpPr>
        <a:xfrm>
          <a:off x="0" y="0"/>
          <a:ext cx="0" cy="0"/>
          <a:chOff x="0" y="0"/>
          <a:chExt cx="0" cy="0"/>
        </a:xfrm>
      </p:grpSpPr>
      <p:cxnSp>
        <p:nvCxnSpPr>
          <p:cNvPr id="45" name="Straight Connector 44">
            <a:extLst>
              <a:ext uri="{FF2B5EF4-FFF2-40B4-BE49-F238E27FC236}">
                <a16:creationId xmlns:a16="http://schemas.microsoft.com/office/drawing/2014/main" id="{95A14D9D-82E3-F349-BE52-63BC561FEE14}"/>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46" name="Rounded Rectangle 45">
            <a:extLst>
              <a:ext uri="{FF2B5EF4-FFF2-40B4-BE49-F238E27FC236}">
                <a16:creationId xmlns:a16="http://schemas.microsoft.com/office/drawing/2014/main" id="{C6AE864F-189C-0B40-B760-21DF2F3E173C}"/>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AD92F158-10E5-5049-9BBD-B5FAB9634BF1}"/>
              </a:ext>
            </a:extLst>
          </p:cNvPr>
          <p:cNvSpPr/>
          <p:nvPr userDrawn="1"/>
        </p:nvSpPr>
        <p:spPr>
          <a:xfrm>
            <a:off x="0" y="884903"/>
            <a:ext cx="11428121" cy="5973097"/>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2" name="Graphic 21">
            <a:extLst>
              <a:ext uri="{FF2B5EF4-FFF2-40B4-BE49-F238E27FC236}">
                <a16:creationId xmlns:a16="http://schemas.microsoft.com/office/drawing/2014/main" id="{FA9BFBAA-411A-064C-9D83-C00A82963D8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9146" t="16412" r="6718" b="19722"/>
          <a:stretch/>
        </p:blipFill>
        <p:spPr>
          <a:xfrm>
            <a:off x="-2835" y="884903"/>
            <a:ext cx="11430956" cy="5973097"/>
          </a:xfrm>
          <a:prstGeom prst="rect">
            <a:avLst/>
          </a:prstGeom>
        </p:spPr>
      </p:pic>
      <p:cxnSp>
        <p:nvCxnSpPr>
          <p:cNvPr id="24" name="Straight Connector 23">
            <a:extLst>
              <a:ext uri="{FF2B5EF4-FFF2-40B4-BE49-F238E27FC236}">
                <a16:creationId xmlns:a16="http://schemas.microsoft.com/office/drawing/2014/main" id="{C888D6BB-AA3E-AB4C-A89D-8A6CD64D868C}"/>
              </a:ext>
            </a:extLst>
          </p:cNvPr>
          <p:cNvCxnSpPr>
            <a:cxnSpLocks/>
          </p:cNvCxnSpPr>
          <p:nvPr userDrawn="1"/>
        </p:nvCxnSpPr>
        <p:spPr>
          <a:xfrm>
            <a:off x="1273175" y="3314738"/>
            <a:ext cx="0" cy="852256"/>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9" name="Subtitle 2">
            <a:extLst>
              <a:ext uri="{FF2B5EF4-FFF2-40B4-BE49-F238E27FC236}">
                <a16:creationId xmlns:a16="http://schemas.microsoft.com/office/drawing/2014/main" id="{8226063C-9D21-E24E-8D6D-C2A9DEC924C9}"/>
              </a:ext>
            </a:extLst>
          </p:cNvPr>
          <p:cNvSpPr>
            <a:spLocks noGrp="1"/>
          </p:cNvSpPr>
          <p:nvPr>
            <p:ph type="subTitle" idx="1" hasCustomPrompt="1"/>
          </p:nvPr>
        </p:nvSpPr>
        <p:spPr>
          <a:xfrm>
            <a:off x="1453211" y="3263606"/>
            <a:ext cx="6467475" cy="361950"/>
          </a:xfrm>
        </p:spPr>
        <p:txBody>
          <a:bodyPr/>
          <a:lstStyle>
            <a:lvl1pPr marL="0" indent="0" algn="l">
              <a:lnSpc>
                <a:spcPts val="2000"/>
              </a:lnSpc>
              <a:spcAft>
                <a:spcPts val="0"/>
              </a:spcAft>
              <a:buNone/>
              <a:defRPr sz="200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1453211" y="3648916"/>
            <a:ext cx="9140141" cy="601479"/>
          </a:xfrm>
        </p:spPr>
        <p:txBody>
          <a:bodyPr/>
          <a:lstStyle>
            <a:lvl1pPr>
              <a:lnSpc>
                <a:spcPts val="4800"/>
              </a:lnSpc>
              <a:defRPr sz="4800"/>
            </a:lvl1pPr>
          </a:lstStyle>
          <a:p>
            <a:r>
              <a:rPr lang="en-US"/>
              <a:t>Click To Edit Master Title Style</a:t>
            </a:r>
            <a:endParaRPr lang="en-GB"/>
          </a:p>
        </p:txBody>
      </p:sp>
      <p:sp>
        <p:nvSpPr>
          <p:cNvPr id="17" name="TextBox 16">
            <a:extLst>
              <a:ext uri="{FF2B5EF4-FFF2-40B4-BE49-F238E27FC236}">
                <a16:creationId xmlns:a16="http://schemas.microsoft.com/office/drawing/2014/main" id="{8209B63F-B2F9-074E-3170-C105B6C8614F}"/>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accent1"/>
                </a:solidFill>
                <a:latin typeface="+mj-lt"/>
              </a:rPr>
              <a:t>Confidential</a:t>
            </a:r>
          </a:p>
        </p:txBody>
      </p:sp>
      <p:sp>
        <p:nvSpPr>
          <p:cNvPr id="19" name="Slide Number Placeholder 5">
            <a:extLst>
              <a:ext uri="{FF2B5EF4-FFF2-40B4-BE49-F238E27FC236}">
                <a16:creationId xmlns:a16="http://schemas.microsoft.com/office/drawing/2014/main" id="{5E797092-1603-830E-7EAF-B1E591D79B27}"/>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3504496257"/>
      </p:ext>
    </p:extLst>
  </p:cSld>
  <p:clrMapOvr>
    <a:overrideClrMapping bg1="lt1" tx1="dk1" bg2="lt2" tx2="dk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Individual Bio">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68798C3-AB86-E64F-84CC-2A7184E366CF}"/>
              </a:ext>
            </a:extLst>
          </p:cNvPr>
          <p:cNvSpPr/>
          <p:nvPr userDrawn="1"/>
        </p:nvSpPr>
        <p:spPr>
          <a:xfrm>
            <a:off x="6562" y="2551114"/>
            <a:ext cx="12182853" cy="4306886"/>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Graphic 2">
            <a:extLst>
              <a:ext uri="{FF2B5EF4-FFF2-40B4-BE49-F238E27FC236}">
                <a16:creationId xmlns:a16="http://schemas.microsoft.com/office/drawing/2014/main" id="{30795210-74D3-0240-95AD-2521B7B99DF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30412" r="-54" b="18244"/>
          <a:stretch/>
        </p:blipFill>
        <p:spPr>
          <a:xfrm>
            <a:off x="0" y="2551112"/>
            <a:ext cx="12192000" cy="4306887"/>
          </a:xfrm>
          <a:prstGeom prst="rect">
            <a:avLst/>
          </a:prstGeom>
        </p:spPr>
      </p:pic>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6" y="447391"/>
            <a:ext cx="5505450" cy="694944"/>
          </a:xfrm>
        </p:spPr>
        <p:txBody>
          <a:bodyPr/>
          <a:lstStyle/>
          <a:p>
            <a:r>
              <a:rPr lang="en-US"/>
              <a:t>Click To Edit Master Title Style</a:t>
            </a:r>
            <a:endParaRPr lang="en-GB"/>
          </a:p>
        </p:txBody>
      </p:sp>
      <p:sp>
        <p:nvSpPr>
          <p:cNvPr id="25" name="Picture Placeholder 3">
            <a:extLst>
              <a:ext uri="{FF2B5EF4-FFF2-40B4-BE49-F238E27FC236}">
                <a16:creationId xmlns:a16="http://schemas.microsoft.com/office/drawing/2014/main" id="{D2BDC104-8279-E04F-B522-675353236A18}"/>
              </a:ext>
            </a:extLst>
          </p:cNvPr>
          <p:cNvSpPr>
            <a:spLocks noGrp="1"/>
          </p:cNvSpPr>
          <p:nvPr>
            <p:ph type="pic" sz="quarter" idx="10"/>
          </p:nvPr>
        </p:nvSpPr>
        <p:spPr>
          <a:xfrm>
            <a:off x="454026" y="1504950"/>
            <a:ext cx="3596209" cy="3838575"/>
          </a:xfrm>
          <a:prstGeom prst="roundRect">
            <a:avLst>
              <a:gd name="adj" fmla="val 5665"/>
            </a:avLst>
          </a:prstGeom>
          <a:solidFill>
            <a:schemeClr val="bg1">
              <a:lumMod val="95000"/>
            </a:schemeClr>
          </a:solidFill>
        </p:spPr>
        <p:txBody>
          <a:bodyPr/>
          <a:lstStyle>
            <a:lvl1pPr marL="0" indent="0">
              <a:buNone/>
              <a:defRPr/>
            </a:lvl1pPr>
          </a:lstStyle>
          <a:p>
            <a:endParaRPr lang="en-GB"/>
          </a:p>
        </p:txBody>
      </p:sp>
      <p:sp>
        <p:nvSpPr>
          <p:cNvPr id="26" name="Text Placeholder 13">
            <a:extLst>
              <a:ext uri="{FF2B5EF4-FFF2-40B4-BE49-F238E27FC236}">
                <a16:creationId xmlns:a16="http://schemas.microsoft.com/office/drawing/2014/main" id="{C17C4E27-7677-D141-99AE-AD14EA5A475F}"/>
              </a:ext>
            </a:extLst>
          </p:cNvPr>
          <p:cNvSpPr>
            <a:spLocks noGrp="1"/>
          </p:cNvSpPr>
          <p:nvPr>
            <p:ph type="body" sz="quarter" idx="17" hasCustomPrompt="1"/>
          </p:nvPr>
        </p:nvSpPr>
        <p:spPr>
          <a:xfrm>
            <a:off x="4497698" y="2781242"/>
            <a:ext cx="6256960" cy="2559956"/>
          </a:xfrm>
          <a:solidFill>
            <a:srgbClr val="F2F6FB"/>
          </a:solidFill>
        </p:spPr>
        <p:txBody>
          <a:bodyPr rIns="0"/>
          <a:lstStyle>
            <a:lvl1pPr marL="285750" indent="-285750" algn="l">
              <a:lnSpc>
                <a:spcPct val="100000"/>
              </a:lnSpc>
              <a:spcAft>
                <a:spcPts val="600"/>
              </a:spcAft>
              <a:buFont typeface="Wingdings" pitchFamily="2" charset="2"/>
              <a:buChar char="§"/>
              <a:defRPr sz="14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Nam vitae </a:t>
            </a:r>
            <a:r>
              <a:rPr lang="en-US" err="1"/>
              <a:t>tortor</a:t>
            </a:r>
            <a:r>
              <a:rPr lang="en-US"/>
              <a:t> </a:t>
            </a:r>
            <a:r>
              <a:rPr lang="en-US" err="1"/>
              <a:t>arcu</a:t>
            </a:r>
            <a:r>
              <a:rPr lang="en-US"/>
              <a:t>. In et nisi </a:t>
            </a:r>
            <a:r>
              <a:rPr lang="en-US" err="1"/>
              <a:t>justo</a:t>
            </a:r>
            <a:r>
              <a:rPr lang="en-US"/>
              <a:t>. Sed </a:t>
            </a:r>
            <a:r>
              <a:rPr lang="en-US" err="1"/>
              <a:t>pellentesque</a:t>
            </a:r>
            <a:r>
              <a:rPr lang="en-US"/>
              <a:t> </a:t>
            </a:r>
            <a:r>
              <a:rPr lang="en-US" err="1"/>
              <a:t>fringilla</a:t>
            </a:r>
            <a:r>
              <a:rPr lang="en-US"/>
              <a:t> </a:t>
            </a:r>
            <a:r>
              <a:rPr lang="en-US" err="1"/>
              <a:t>enim</a:t>
            </a:r>
            <a:r>
              <a:rPr lang="en-US"/>
              <a:t>, et </a:t>
            </a:r>
            <a:r>
              <a:rPr lang="en-US" err="1"/>
              <a:t>mollis</a:t>
            </a:r>
            <a:r>
              <a:rPr lang="en-US"/>
              <a:t> </a:t>
            </a:r>
            <a:r>
              <a:rPr lang="en-US" err="1"/>
              <a:t>lacus</a:t>
            </a:r>
            <a:r>
              <a:rPr lang="en-US"/>
              <a:t> </a:t>
            </a:r>
            <a:r>
              <a:rPr lang="en-US" err="1"/>
              <a:t>commodo</a:t>
            </a:r>
            <a:r>
              <a:rPr lang="en-US"/>
              <a:t> </a:t>
            </a:r>
            <a:r>
              <a:rPr lang="en-US" err="1"/>
              <a:t>laoreet</a:t>
            </a:r>
            <a:r>
              <a:rPr lang="en-US"/>
              <a:t>. </a:t>
            </a:r>
            <a:r>
              <a:rPr lang="en-US" err="1"/>
              <a:t>Vivamus</a:t>
            </a:r>
            <a:r>
              <a:rPr lang="en-US"/>
              <a:t> </a:t>
            </a:r>
            <a:r>
              <a:rPr lang="en-US" err="1"/>
              <a:t>pellentesque</a:t>
            </a:r>
            <a:r>
              <a:rPr lang="en-US"/>
              <a:t>, ipsum vitae </a:t>
            </a:r>
            <a:r>
              <a:rPr lang="en-US" err="1"/>
              <a:t>varius</a:t>
            </a:r>
            <a:r>
              <a:rPr lang="en-US"/>
              <a:t> convallis, </a:t>
            </a:r>
            <a:r>
              <a:rPr lang="en-US" err="1"/>
              <a:t>augue</a:t>
            </a:r>
            <a:r>
              <a:rPr lang="en-US"/>
              <a:t> </a:t>
            </a:r>
            <a:r>
              <a:rPr lang="en-US" err="1"/>
              <a:t>massa</a:t>
            </a:r>
            <a:r>
              <a:rPr lang="en-US"/>
              <a:t> </a:t>
            </a:r>
            <a:r>
              <a:rPr lang="en-US" err="1"/>
              <a:t>porttitor</a:t>
            </a:r>
            <a:r>
              <a:rPr lang="en-US"/>
              <a:t> </a:t>
            </a:r>
            <a:r>
              <a:rPr lang="en-US" err="1"/>
              <a:t>purus</a:t>
            </a:r>
            <a:r>
              <a:rPr lang="en-US"/>
              <a:t>, </a:t>
            </a:r>
            <a:r>
              <a:rPr lang="en-US" err="1"/>
              <a:t>quis</a:t>
            </a:r>
            <a:r>
              <a:rPr lang="en-US"/>
              <a:t> </a:t>
            </a:r>
            <a:r>
              <a:rPr lang="en-US" err="1"/>
              <a:t>aliquet</a:t>
            </a:r>
            <a:r>
              <a:rPr lang="en-US"/>
              <a:t> </a:t>
            </a:r>
            <a:r>
              <a:rPr lang="en-US" err="1"/>
              <a:t>erat</a:t>
            </a:r>
            <a:r>
              <a:rPr lang="en-US"/>
              <a:t> </a:t>
            </a:r>
            <a:r>
              <a:rPr lang="en-US" err="1"/>
              <a:t>sapien</a:t>
            </a:r>
            <a:r>
              <a:rPr lang="en-US"/>
              <a:t> a </a:t>
            </a:r>
            <a:r>
              <a:rPr lang="en-US" err="1"/>
              <a:t>augue</a:t>
            </a:r>
            <a:r>
              <a:rPr lang="en-US"/>
              <a:t>. Morbi </a:t>
            </a:r>
            <a:r>
              <a:rPr lang="en-US" err="1"/>
              <a:t>iaculis</a:t>
            </a:r>
            <a:r>
              <a:rPr lang="en-US"/>
              <a:t>, ante sit </a:t>
            </a:r>
            <a:r>
              <a:rPr lang="en-US" err="1"/>
              <a:t>amet</a:t>
            </a:r>
            <a:r>
              <a:rPr lang="en-US"/>
              <a:t> </a:t>
            </a:r>
            <a:r>
              <a:rPr lang="en-US" err="1"/>
              <a:t>malesuada</a:t>
            </a:r>
            <a:r>
              <a:rPr lang="en-US"/>
              <a:t> </a:t>
            </a:r>
            <a:r>
              <a:rPr lang="en-US" err="1"/>
              <a:t>lobortis</a:t>
            </a:r>
            <a:r>
              <a:rPr lang="en-US"/>
              <a:t>, </a:t>
            </a:r>
            <a:r>
              <a:rPr lang="en-US" err="1"/>
              <a:t>lacus</a:t>
            </a:r>
            <a:r>
              <a:rPr lang="en-US"/>
              <a:t> </a:t>
            </a:r>
            <a:r>
              <a:rPr lang="en-US" err="1"/>
              <a:t>purus</a:t>
            </a:r>
            <a:r>
              <a:rPr lang="en-US"/>
              <a:t> porta </a:t>
            </a:r>
            <a:r>
              <a:rPr lang="en-US" err="1"/>
              <a:t>est</a:t>
            </a:r>
            <a:r>
              <a:rPr lang="en-US"/>
              <a:t>, </a:t>
            </a:r>
            <a:r>
              <a:rPr lang="en-US" err="1"/>
              <a:t>ut</a:t>
            </a:r>
            <a:r>
              <a:rPr lang="en-US"/>
              <a:t> </a:t>
            </a:r>
            <a:r>
              <a:rPr lang="en-US" err="1"/>
              <a:t>sagittis</a:t>
            </a:r>
            <a:r>
              <a:rPr lang="en-US"/>
              <a:t> </a:t>
            </a:r>
            <a:r>
              <a:rPr lang="en-US" err="1"/>
              <a:t>nibh</a:t>
            </a:r>
            <a:r>
              <a:rPr lang="en-US"/>
              <a:t> </a:t>
            </a:r>
            <a:r>
              <a:rPr lang="en-US" err="1"/>
              <a:t>nisl</a:t>
            </a:r>
            <a:r>
              <a:rPr lang="en-US"/>
              <a:t> vitae </a:t>
            </a:r>
            <a:r>
              <a:rPr lang="en-US" err="1"/>
              <a:t>arcu</a:t>
            </a:r>
            <a:r>
              <a:rPr lang="en-US"/>
              <a:t>. </a:t>
            </a:r>
          </a:p>
          <a:p>
            <a:pPr lvl="0"/>
            <a:r>
              <a:rPr lang="en-US" err="1"/>
              <a:t>Vivamus</a:t>
            </a:r>
            <a:r>
              <a:rPr lang="en-US"/>
              <a:t> </a:t>
            </a:r>
            <a:r>
              <a:rPr lang="en-US" err="1"/>
              <a:t>varius</a:t>
            </a:r>
            <a:r>
              <a:rPr lang="en-US"/>
              <a:t> </a:t>
            </a:r>
            <a:r>
              <a:rPr lang="en-US" err="1"/>
              <a:t>purus</a:t>
            </a:r>
            <a:r>
              <a:rPr lang="en-US"/>
              <a:t> vitae </a:t>
            </a:r>
            <a:r>
              <a:rPr lang="en-US" err="1"/>
              <a:t>sagittis</a:t>
            </a:r>
            <a:r>
              <a:rPr lang="en-US"/>
              <a:t> semper. Proin vel ipsum pharetra, </a:t>
            </a:r>
            <a:r>
              <a:rPr lang="en-US" err="1"/>
              <a:t>condimentum</a:t>
            </a:r>
            <a:r>
              <a:rPr lang="en-US"/>
              <a:t> eros </a:t>
            </a:r>
            <a:r>
              <a:rPr lang="en-US" err="1"/>
              <a:t>eget</a:t>
            </a:r>
            <a:r>
              <a:rPr lang="en-US"/>
              <a:t>, </a:t>
            </a:r>
            <a:r>
              <a:rPr lang="en-US" err="1"/>
              <a:t>iaculis</a:t>
            </a:r>
            <a:r>
              <a:rPr lang="en-US"/>
              <a:t> </a:t>
            </a:r>
            <a:r>
              <a:rPr lang="en-US" err="1"/>
              <a:t>nibh</a:t>
            </a:r>
            <a:r>
              <a:rPr lang="en-US"/>
              <a:t>. Integer </a:t>
            </a:r>
            <a:r>
              <a:rPr lang="en-US" err="1"/>
              <a:t>nulla</a:t>
            </a:r>
            <a:r>
              <a:rPr lang="en-US"/>
              <a:t> ligula, semper et ex </a:t>
            </a:r>
            <a:r>
              <a:rPr lang="en-US" err="1"/>
              <a:t>mollis</a:t>
            </a:r>
            <a:r>
              <a:rPr lang="en-US"/>
              <a:t>, </a:t>
            </a:r>
            <a:r>
              <a:rPr lang="en-US" err="1"/>
              <a:t>aliquam</a:t>
            </a:r>
            <a:r>
              <a:rPr lang="en-US"/>
              <a:t> </a:t>
            </a:r>
            <a:r>
              <a:rPr lang="en-US" err="1"/>
              <a:t>luctus</a:t>
            </a:r>
            <a:r>
              <a:rPr lang="en-US"/>
              <a:t> </a:t>
            </a:r>
            <a:r>
              <a:rPr lang="en-US" err="1"/>
              <a:t>sapien</a:t>
            </a:r>
            <a:r>
              <a:rPr lang="en-US"/>
              <a:t>. In </a:t>
            </a:r>
            <a:r>
              <a:rPr lang="en-US" err="1"/>
              <a:t>luctus</a:t>
            </a:r>
            <a:r>
              <a:rPr lang="en-US"/>
              <a:t> lorem </a:t>
            </a:r>
            <a:r>
              <a:rPr lang="en-US" err="1"/>
              <a:t>quis</a:t>
            </a:r>
            <a:r>
              <a:rPr lang="en-US"/>
              <a:t> </a:t>
            </a:r>
            <a:r>
              <a:rPr lang="en-US" err="1"/>
              <a:t>tortor</a:t>
            </a:r>
            <a:r>
              <a:rPr lang="en-US"/>
              <a:t> </a:t>
            </a:r>
            <a:r>
              <a:rPr lang="en-US" err="1"/>
              <a:t>rutrum</a:t>
            </a:r>
            <a:r>
              <a:rPr lang="en-US"/>
              <a:t> </a:t>
            </a:r>
            <a:r>
              <a:rPr lang="en-US" err="1"/>
              <a:t>interdum</a:t>
            </a:r>
            <a:r>
              <a:rPr lang="en-US"/>
              <a:t>. Maecenas </a:t>
            </a:r>
            <a:r>
              <a:rPr lang="en-US" err="1"/>
              <a:t>lectus</a:t>
            </a:r>
            <a:r>
              <a:rPr lang="en-US"/>
              <a:t> </a:t>
            </a:r>
            <a:r>
              <a:rPr lang="en-US" err="1"/>
              <a:t>erat</a:t>
            </a:r>
            <a:r>
              <a:rPr lang="en-US"/>
              <a:t>, </a:t>
            </a:r>
            <a:r>
              <a:rPr lang="en-US" err="1"/>
              <a:t>feugiat</a:t>
            </a:r>
            <a:r>
              <a:rPr lang="en-US"/>
              <a:t> vitae </a:t>
            </a:r>
            <a:r>
              <a:rPr lang="en-US" err="1"/>
              <a:t>dapibus</a:t>
            </a:r>
            <a:r>
              <a:rPr lang="en-US"/>
              <a:t> sit </a:t>
            </a:r>
            <a:r>
              <a:rPr lang="en-US" err="1"/>
              <a:t>amet</a:t>
            </a:r>
            <a:r>
              <a:rPr lang="en-US"/>
              <a:t>, </a:t>
            </a:r>
            <a:r>
              <a:rPr lang="en-US" err="1"/>
              <a:t>elementum</a:t>
            </a:r>
            <a:r>
              <a:rPr lang="en-US"/>
              <a:t> </a:t>
            </a:r>
            <a:r>
              <a:rPr lang="en-US" err="1"/>
              <a:t>eu</a:t>
            </a:r>
            <a:r>
              <a:rPr lang="en-US"/>
              <a:t>. </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Nam vitae </a:t>
            </a:r>
            <a:r>
              <a:rPr lang="en-US" err="1"/>
              <a:t>tortor</a:t>
            </a:r>
            <a:r>
              <a:rPr lang="en-US"/>
              <a:t> </a:t>
            </a:r>
            <a:r>
              <a:rPr lang="en-US" err="1"/>
              <a:t>arcu</a:t>
            </a:r>
            <a:r>
              <a:rPr lang="en-US"/>
              <a:t>. In et nisi </a:t>
            </a:r>
            <a:r>
              <a:rPr lang="en-US" err="1"/>
              <a:t>justo</a:t>
            </a:r>
            <a:r>
              <a:rPr lang="en-US"/>
              <a:t>. Sed </a:t>
            </a:r>
            <a:r>
              <a:rPr lang="en-US" err="1"/>
              <a:t>pellentesque</a:t>
            </a:r>
            <a:r>
              <a:rPr lang="en-US"/>
              <a:t> </a:t>
            </a:r>
            <a:r>
              <a:rPr lang="en-US" err="1"/>
              <a:t>fringilla</a:t>
            </a:r>
            <a:r>
              <a:rPr lang="en-US"/>
              <a:t> </a:t>
            </a:r>
            <a:r>
              <a:rPr lang="en-US" err="1"/>
              <a:t>enim</a:t>
            </a:r>
            <a:r>
              <a:rPr lang="en-US"/>
              <a:t>, et </a:t>
            </a:r>
            <a:r>
              <a:rPr lang="en-US" err="1"/>
              <a:t>mollis</a:t>
            </a:r>
            <a:r>
              <a:rPr lang="en-US"/>
              <a:t> </a:t>
            </a:r>
            <a:r>
              <a:rPr lang="en-US" err="1"/>
              <a:t>lacus</a:t>
            </a:r>
            <a:r>
              <a:rPr lang="en-US"/>
              <a:t> </a:t>
            </a:r>
            <a:r>
              <a:rPr lang="en-US" err="1"/>
              <a:t>commodo</a:t>
            </a:r>
            <a:r>
              <a:rPr lang="en-US"/>
              <a:t> </a:t>
            </a:r>
            <a:r>
              <a:rPr lang="en-US" err="1"/>
              <a:t>laoreet</a:t>
            </a:r>
            <a:r>
              <a:rPr lang="en-US"/>
              <a:t>. </a:t>
            </a:r>
          </a:p>
        </p:txBody>
      </p:sp>
      <p:sp>
        <p:nvSpPr>
          <p:cNvPr id="27" name="Text Placeholder 13">
            <a:extLst>
              <a:ext uri="{FF2B5EF4-FFF2-40B4-BE49-F238E27FC236}">
                <a16:creationId xmlns:a16="http://schemas.microsoft.com/office/drawing/2014/main" id="{8EAE8603-A31E-514E-B8E7-9A6C5D134814}"/>
              </a:ext>
            </a:extLst>
          </p:cNvPr>
          <p:cNvSpPr>
            <a:spLocks noGrp="1"/>
          </p:cNvSpPr>
          <p:nvPr>
            <p:ph type="body" sz="quarter" idx="18" hasCustomPrompt="1"/>
          </p:nvPr>
        </p:nvSpPr>
        <p:spPr>
          <a:xfrm>
            <a:off x="4497698" y="1504950"/>
            <a:ext cx="3385827" cy="241982"/>
          </a:xfrm>
        </p:spPr>
        <p:txBody>
          <a:bodyPr rIns="0"/>
          <a:lstStyle>
            <a:lvl1pPr marL="0" indent="0" algn="l">
              <a:lnSpc>
                <a:spcPts val="2200"/>
              </a:lnSpc>
              <a:spcAft>
                <a:spcPts val="0"/>
              </a:spcAft>
              <a:buFont typeface="Arial" panose="020B0604020202020204" pitchFamily="34" charset="0"/>
              <a:buNone/>
              <a:defRPr sz="24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err="1"/>
              <a:t>Firstname</a:t>
            </a:r>
            <a:r>
              <a:rPr lang="en-US"/>
              <a:t> </a:t>
            </a:r>
            <a:r>
              <a:rPr lang="en-US" err="1"/>
              <a:t>Lastname</a:t>
            </a:r>
            <a:endParaRPr lang="en-US"/>
          </a:p>
        </p:txBody>
      </p:sp>
      <p:sp>
        <p:nvSpPr>
          <p:cNvPr id="28" name="Text Placeholder 13">
            <a:extLst>
              <a:ext uri="{FF2B5EF4-FFF2-40B4-BE49-F238E27FC236}">
                <a16:creationId xmlns:a16="http://schemas.microsoft.com/office/drawing/2014/main" id="{21D8A7EA-DD70-864B-821D-384727880F4B}"/>
              </a:ext>
            </a:extLst>
          </p:cNvPr>
          <p:cNvSpPr>
            <a:spLocks noGrp="1"/>
          </p:cNvSpPr>
          <p:nvPr>
            <p:ph type="body" sz="quarter" idx="19" hasCustomPrompt="1"/>
          </p:nvPr>
        </p:nvSpPr>
        <p:spPr>
          <a:xfrm>
            <a:off x="4497698" y="1852102"/>
            <a:ext cx="3385827" cy="348173"/>
          </a:xfrm>
        </p:spPr>
        <p:txBody>
          <a:bodyPr rIns="0"/>
          <a:lstStyle>
            <a:lvl1pPr marL="0" indent="0" algn="l">
              <a:lnSpc>
                <a:spcPts val="1600"/>
              </a:lnSpc>
              <a:spcAft>
                <a:spcPts val="600"/>
              </a:spcAft>
              <a:buFont typeface="Arial" panose="020B0604020202020204" pitchFamily="34" charset="0"/>
              <a:buNone/>
              <a:defRPr sz="1600" b="0" i="0">
                <a:solidFill>
                  <a:schemeClr val="accent1"/>
                </a:solidFill>
                <a:latin typeface="+mj-lt"/>
              </a:defRPr>
            </a:lvl1pPr>
            <a:lvl2pPr marL="239712" indent="0">
              <a:buNone/>
              <a:defRPr/>
            </a:lvl2pPr>
            <a:lvl3pPr marL="466725" indent="0">
              <a:buNone/>
              <a:defRPr/>
            </a:lvl3pPr>
            <a:lvl4pPr marL="1371600" indent="0">
              <a:buNone/>
              <a:defRPr/>
            </a:lvl4pPr>
            <a:lvl5pPr marL="1828800" indent="0">
              <a:buNone/>
              <a:defRPr/>
            </a:lvl5pPr>
          </a:lstStyle>
          <a:p>
            <a:pPr lvl="0"/>
            <a:r>
              <a:rPr lang="en-US"/>
              <a:t>Title Here</a:t>
            </a:r>
          </a:p>
        </p:txBody>
      </p:sp>
      <p:sp>
        <p:nvSpPr>
          <p:cNvPr id="19" name="TextBox 18">
            <a:extLst>
              <a:ext uri="{FF2B5EF4-FFF2-40B4-BE49-F238E27FC236}">
                <a16:creationId xmlns:a16="http://schemas.microsoft.com/office/drawing/2014/main" id="{19591A96-EDD5-8F0A-F654-1B0F1555406E}"/>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accent1"/>
                </a:solidFill>
                <a:latin typeface="+mj-lt"/>
              </a:rPr>
              <a:t>Confidential</a:t>
            </a:r>
          </a:p>
        </p:txBody>
      </p:sp>
      <p:cxnSp>
        <p:nvCxnSpPr>
          <p:cNvPr id="20" name="Straight Connector 19">
            <a:extLst>
              <a:ext uri="{FF2B5EF4-FFF2-40B4-BE49-F238E27FC236}">
                <a16:creationId xmlns:a16="http://schemas.microsoft.com/office/drawing/2014/main" id="{0D3D3C9C-D0B6-6479-797D-2991B06D7606}"/>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2" name="Rounded Rectangle 21">
            <a:extLst>
              <a:ext uri="{FF2B5EF4-FFF2-40B4-BE49-F238E27FC236}">
                <a16:creationId xmlns:a16="http://schemas.microsoft.com/office/drawing/2014/main" id="{AB5D2C05-62D8-75AB-4AA9-9508EBC7F198}"/>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Slide Number Placeholder 5">
            <a:extLst>
              <a:ext uri="{FF2B5EF4-FFF2-40B4-BE49-F238E27FC236}">
                <a16:creationId xmlns:a16="http://schemas.microsoft.com/office/drawing/2014/main" id="{BCCAEAF3-17C0-7049-4BEA-EDE1F8A28349}"/>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88325714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4 Team Bio">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68798C3-AB86-E64F-84CC-2A7184E366CF}"/>
              </a:ext>
            </a:extLst>
          </p:cNvPr>
          <p:cNvSpPr/>
          <p:nvPr userDrawn="1"/>
        </p:nvSpPr>
        <p:spPr>
          <a:xfrm>
            <a:off x="6562" y="2551114"/>
            <a:ext cx="12182853" cy="4306886"/>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Graphic 2">
            <a:extLst>
              <a:ext uri="{FF2B5EF4-FFF2-40B4-BE49-F238E27FC236}">
                <a16:creationId xmlns:a16="http://schemas.microsoft.com/office/drawing/2014/main" id="{30795210-74D3-0240-95AD-2521B7B99DF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30412" r="-54" b="18244"/>
          <a:stretch/>
        </p:blipFill>
        <p:spPr>
          <a:xfrm>
            <a:off x="139700" y="2551113"/>
            <a:ext cx="12192000" cy="4306887"/>
          </a:xfrm>
          <a:prstGeom prst="rect">
            <a:avLst/>
          </a:prstGeom>
        </p:spPr>
      </p:pic>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6" y="447391"/>
            <a:ext cx="5505450" cy="694944"/>
          </a:xfrm>
        </p:spPr>
        <p:txBody>
          <a:bodyPr/>
          <a:lstStyle/>
          <a:p>
            <a:r>
              <a:rPr lang="en-US"/>
              <a:t>Click To Edit Master Title Style</a:t>
            </a:r>
            <a:endParaRPr lang="en-GB"/>
          </a:p>
        </p:txBody>
      </p:sp>
      <p:sp>
        <p:nvSpPr>
          <p:cNvPr id="25" name="Picture Placeholder 3">
            <a:extLst>
              <a:ext uri="{FF2B5EF4-FFF2-40B4-BE49-F238E27FC236}">
                <a16:creationId xmlns:a16="http://schemas.microsoft.com/office/drawing/2014/main" id="{D2BDC104-8279-E04F-B522-675353236A18}"/>
              </a:ext>
            </a:extLst>
          </p:cNvPr>
          <p:cNvSpPr>
            <a:spLocks noGrp="1"/>
          </p:cNvSpPr>
          <p:nvPr>
            <p:ph type="pic" sz="quarter" idx="10"/>
          </p:nvPr>
        </p:nvSpPr>
        <p:spPr>
          <a:xfrm>
            <a:off x="454026" y="1504951"/>
            <a:ext cx="2011680" cy="1746249"/>
          </a:xfrm>
          <a:prstGeom prst="roundRect">
            <a:avLst>
              <a:gd name="adj" fmla="val 5665"/>
            </a:avLst>
          </a:prstGeom>
          <a:solidFill>
            <a:schemeClr val="bg1">
              <a:lumMod val="95000"/>
            </a:schemeClr>
          </a:solidFill>
        </p:spPr>
        <p:txBody>
          <a:bodyPr/>
          <a:lstStyle>
            <a:lvl1pPr marL="0" indent="0">
              <a:buNone/>
              <a:defRPr/>
            </a:lvl1pPr>
          </a:lstStyle>
          <a:p>
            <a:endParaRPr lang="en-GB"/>
          </a:p>
        </p:txBody>
      </p:sp>
      <p:sp>
        <p:nvSpPr>
          <p:cNvPr id="26" name="Text Placeholder 13">
            <a:extLst>
              <a:ext uri="{FF2B5EF4-FFF2-40B4-BE49-F238E27FC236}">
                <a16:creationId xmlns:a16="http://schemas.microsoft.com/office/drawing/2014/main" id="{C17C4E27-7677-D141-99AE-AD14EA5A475F}"/>
              </a:ext>
            </a:extLst>
          </p:cNvPr>
          <p:cNvSpPr>
            <a:spLocks noGrp="1"/>
          </p:cNvSpPr>
          <p:nvPr>
            <p:ph type="body" sz="quarter" idx="17" hasCustomPrompt="1"/>
          </p:nvPr>
        </p:nvSpPr>
        <p:spPr>
          <a:xfrm>
            <a:off x="454025" y="3912101"/>
            <a:ext cx="2625090" cy="2092575"/>
          </a:xfrm>
          <a:solidFill>
            <a:srgbClr val="F2F6FB"/>
          </a:solidFill>
        </p:spPr>
        <p:txBody>
          <a:bodyPr rIns="0"/>
          <a:lstStyle>
            <a:lvl1pPr marL="171450" indent="-171450" algn="l">
              <a:lnSpc>
                <a:spcPct val="100000"/>
              </a:lnSpc>
              <a:spcAft>
                <a:spcPts val="600"/>
              </a:spcAft>
              <a:buFont typeface="Wingdings" pitchFamily="2" charset="2"/>
              <a:buChar char="§"/>
              <a:defRPr sz="11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 amet, consectetur </a:t>
            </a:r>
            <a:r>
              <a:rPr lang="en-US" err="1"/>
              <a:t>adipiscing</a:t>
            </a:r>
            <a:r>
              <a:rPr lang="en-US"/>
              <a:t> </a:t>
            </a:r>
            <a:r>
              <a:rPr lang="en-US" err="1"/>
              <a:t>elit</a:t>
            </a:r>
            <a:r>
              <a:rPr lang="en-US"/>
              <a:t>. Cras </a:t>
            </a:r>
            <a:r>
              <a:rPr lang="en-US" err="1"/>
              <a:t>ut</a:t>
            </a:r>
            <a:r>
              <a:rPr lang="en-US"/>
              <a:t> auctor </a:t>
            </a:r>
            <a:r>
              <a:rPr lang="en-US" err="1"/>
              <a:t>orci</a:t>
            </a:r>
            <a:r>
              <a:rPr lang="en-US"/>
              <a:t>, in </a:t>
            </a:r>
            <a:r>
              <a:rPr lang="en-US" err="1"/>
              <a:t>lobortis</a:t>
            </a:r>
            <a:r>
              <a:rPr lang="en-US"/>
              <a:t> </a:t>
            </a:r>
            <a:r>
              <a:rPr lang="en-US" err="1"/>
              <a:t>augue</a:t>
            </a:r>
            <a:r>
              <a:rPr lang="en-US"/>
              <a:t>. </a:t>
            </a:r>
            <a:r>
              <a:rPr lang="en-US" err="1"/>
              <a:t>Etiam</a:t>
            </a:r>
            <a:r>
              <a:rPr lang="en-US"/>
              <a:t> vitae </a:t>
            </a:r>
            <a:r>
              <a:rPr lang="en-US" err="1"/>
              <a:t>molestie</a:t>
            </a:r>
            <a:r>
              <a:rPr lang="en-US"/>
              <a:t> </a:t>
            </a:r>
            <a:r>
              <a:rPr lang="en-US" err="1"/>
              <a:t>felis</a:t>
            </a:r>
            <a:r>
              <a:rPr lang="en-US"/>
              <a:t>. </a:t>
            </a:r>
            <a:r>
              <a:rPr lang="en-US" err="1"/>
              <a:t>Aliquam</a:t>
            </a:r>
            <a:r>
              <a:rPr lang="en-US"/>
              <a:t> </a:t>
            </a:r>
            <a:r>
              <a:rPr lang="en-US" err="1"/>
              <a:t>pellentesque</a:t>
            </a:r>
            <a:r>
              <a:rPr lang="en-US"/>
              <a:t> porta </a:t>
            </a:r>
            <a:r>
              <a:rPr lang="en-US" err="1"/>
              <a:t>consequat</a:t>
            </a:r>
            <a:r>
              <a:rPr lang="en-US"/>
              <a:t>. Sed </a:t>
            </a:r>
            <a:r>
              <a:rPr lang="en-US" err="1"/>
              <a:t>quis</a:t>
            </a:r>
            <a:r>
              <a:rPr lang="en-US"/>
              <a:t> </a:t>
            </a:r>
            <a:r>
              <a:rPr lang="en-US" err="1"/>
              <a:t>accumsan</a:t>
            </a:r>
            <a:r>
              <a:rPr lang="en-US"/>
              <a:t> diam, ac </a:t>
            </a:r>
            <a:r>
              <a:rPr lang="en-US" err="1"/>
              <a:t>consequat</a:t>
            </a:r>
            <a:r>
              <a:rPr lang="en-US"/>
              <a:t> </a:t>
            </a:r>
            <a:r>
              <a:rPr lang="en-US" err="1"/>
              <a:t>sapien</a:t>
            </a:r>
            <a:r>
              <a:rPr lang="en-US"/>
              <a:t>. Ut vitae </a:t>
            </a:r>
            <a:r>
              <a:rPr lang="en-US" err="1"/>
              <a:t>velit</a:t>
            </a:r>
            <a:r>
              <a:rPr lang="en-US"/>
              <a:t> </a:t>
            </a:r>
            <a:r>
              <a:rPr lang="en-US" err="1"/>
              <a:t>ullamcorper</a:t>
            </a:r>
            <a:r>
              <a:rPr lang="en-US"/>
              <a:t>, </a:t>
            </a:r>
            <a:r>
              <a:rPr lang="en-US" err="1"/>
              <a:t>euismod</a:t>
            </a:r>
            <a:r>
              <a:rPr lang="en-US"/>
              <a:t> nisi </a:t>
            </a:r>
            <a:r>
              <a:rPr lang="en-US" err="1"/>
              <a:t>nec</a:t>
            </a:r>
            <a:r>
              <a:rPr lang="en-US"/>
              <a:t>, </a:t>
            </a:r>
            <a:r>
              <a:rPr lang="en-US" err="1"/>
              <a:t>fringilla</a:t>
            </a:r>
            <a:r>
              <a:rPr lang="en-US"/>
              <a:t> </a:t>
            </a:r>
            <a:r>
              <a:rPr lang="en-US" err="1"/>
              <a:t>enim</a:t>
            </a:r>
            <a:r>
              <a:rPr lang="en-US"/>
              <a:t>. </a:t>
            </a:r>
            <a:r>
              <a:rPr lang="en-US" err="1"/>
              <a:t>Aliquam</a:t>
            </a:r>
            <a:r>
              <a:rPr lang="en-US"/>
              <a:t> </a:t>
            </a:r>
            <a:r>
              <a:rPr lang="en-US" err="1"/>
              <a:t>posuere</a:t>
            </a:r>
            <a:r>
              <a:rPr lang="en-US"/>
              <a:t>, </a:t>
            </a:r>
            <a:r>
              <a:rPr lang="en-US" err="1"/>
              <a:t>lectus</a:t>
            </a:r>
            <a:r>
              <a:rPr lang="en-US"/>
              <a:t> sed </a:t>
            </a:r>
            <a:r>
              <a:rPr lang="en-US" err="1"/>
              <a:t>varius</a:t>
            </a:r>
            <a:r>
              <a:rPr lang="en-US"/>
              <a:t> </a:t>
            </a:r>
            <a:r>
              <a:rPr lang="en-US" err="1"/>
              <a:t>porttitor</a:t>
            </a:r>
            <a:r>
              <a:rPr lang="en-US"/>
              <a:t>, </a:t>
            </a:r>
            <a:r>
              <a:rPr lang="en-US" err="1"/>
              <a:t>lacus</a:t>
            </a:r>
            <a:r>
              <a:rPr lang="en-US"/>
              <a:t> </a:t>
            </a:r>
            <a:r>
              <a:rPr lang="en-US" err="1"/>
              <a:t>mauris</a:t>
            </a:r>
            <a:r>
              <a:rPr lang="en-US"/>
              <a:t> pulvinar eros, </a:t>
            </a:r>
            <a:r>
              <a:rPr lang="en-US" err="1"/>
              <a:t>dignissim</a:t>
            </a:r>
            <a:r>
              <a:rPr lang="en-US"/>
              <a:t>.</a:t>
            </a:r>
          </a:p>
        </p:txBody>
      </p:sp>
      <p:sp>
        <p:nvSpPr>
          <p:cNvPr id="27" name="Text Placeholder 13">
            <a:extLst>
              <a:ext uri="{FF2B5EF4-FFF2-40B4-BE49-F238E27FC236}">
                <a16:creationId xmlns:a16="http://schemas.microsoft.com/office/drawing/2014/main" id="{8EAE8603-A31E-514E-B8E7-9A6C5D134814}"/>
              </a:ext>
            </a:extLst>
          </p:cNvPr>
          <p:cNvSpPr>
            <a:spLocks noGrp="1"/>
          </p:cNvSpPr>
          <p:nvPr>
            <p:ph type="body" sz="quarter" idx="18" hasCustomPrompt="1"/>
          </p:nvPr>
        </p:nvSpPr>
        <p:spPr>
          <a:xfrm>
            <a:off x="454026" y="3353489"/>
            <a:ext cx="2011679" cy="241982"/>
          </a:xfrm>
        </p:spPr>
        <p:txBody>
          <a:bodyPr rIns="0"/>
          <a:lstStyle>
            <a:lvl1pPr marL="0" indent="0" algn="l">
              <a:lnSpc>
                <a:spcPts val="2200"/>
              </a:lnSpc>
              <a:spcAft>
                <a:spcPts val="0"/>
              </a:spcAft>
              <a:buFont typeface="Arial" panose="020B0604020202020204" pitchFamily="34" charset="0"/>
              <a:buNone/>
              <a:defRPr sz="14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err="1"/>
              <a:t>Firstname</a:t>
            </a:r>
            <a:r>
              <a:rPr lang="en-US"/>
              <a:t> </a:t>
            </a:r>
            <a:r>
              <a:rPr lang="en-US" err="1"/>
              <a:t>Lastname</a:t>
            </a:r>
            <a:endParaRPr lang="en-US"/>
          </a:p>
        </p:txBody>
      </p:sp>
      <p:sp>
        <p:nvSpPr>
          <p:cNvPr id="28" name="Text Placeholder 13">
            <a:extLst>
              <a:ext uri="{FF2B5EF4-FFF2-40B4-BE49-F238E27FC236}">
                <a16:creationId xmlns:a16="http://schemas.microsoft.com/office/drawing/2014/main" id="{21D8A7EA-DD70-864B-821D-384727880F4B}"/>
              </a:ext>
            </a:extLst>
          </p:cNvPr>
          <p:cNvSpPr>
            <a:spLocks noGrp="1"/>
          </p:cNvSpPr>
          <p:nvPr>
            <p:ph type="body" sz="quarter" idx="19" hasCustomPrompt="1"/>
          </p:nvPr>
        </p:nvSpPr>
        <p:spPr>
          <a:xfrm>
            <a:off x="454026" y="3646450"/>
            <a:ext cx="2011679" cy="265652"/>
          </a:xfrm>
        </p:spPr>
        <p:txBody>
          <a:bodyPr rIns="0"/>
          <a:lstStyle>
            <a:lvl1pPr marL="0" indent="0" algn="l">
              <a:lnSpc>
                <a:spcPts val="1600"/>
              </a:lnSpc>
              <a:spcAft>
                <a:spcPts val="600"/>
              </a:spcAft>
              <a:buFont typeface="Arial" panose="020B0604020202020204" pitchFamily="34" charset="0"/>
              <a:buNone/>
              <a:defRPr sz="1200" b="0" i="0">
                <a:solidFill>
                  <a:schemeClr val="accent1"/>
                </a:solidFill>
                <a:latin typeface="+mj-lt"/>
              </a:defRPr>
            </a:lvl1pPr>
            <a:lvl2pPr marL="239712" indent="0">
              <a:buNone/>
              <a:defRPr/>
            </a:lvl2pPr>
            <a:lvl3pPr marL="466725" indent="0">
              <a:buNone/>
              <a:defRPr/>
            </a:lvl3pPr>
            <a:lvl4pPr marL="1371600" indent="0">
              <a:buNone/>
              <a:defRPr/>
            </a:lvl4pPr>
            <a:lvl5pPr marL="1828800" indent="0">
              <a:buNone/>
              <a:defRPr/>
            </a:lvl5pPr>
          </a:lstStyle>
          <a:p>
            <a:pPr lvl="0"/>
            <a:r>
              <a:rPr lang="en-US"/>
              <a:t>Title Here</a:t>
            </a:r>
          </a:p>
        </p:txBody>
      </p:sp>
      <p:grpSp>
        <p:nvGrpSpPr>
          <p:cNvPr id="18" name="Graphic 62" hidden="1">
            <a:extLst>
              <a:ext uri="{FF2B5EF4-FFF2-40B4-BE49-F238E27FC236}">
                <a16:creationId xmlns:a16="http://schemas.microsoft.com/office/drawing/2014/main" id="{26F9C81A-CF38-1348-BB47-C2B86025E989}"/>
              </a:ext>
            </a:extLst>
          </p:cNvPr>
          <p:cNvGrpSpPr/>
          <p:nvPr userDrawn="1"/>
        </p:nvGrpSpPr>
        <p:grpSpPr>
          <a:xfrm>
            <a:off x="11389259" y="6063628"/>
            <a:ext cx="352694" cy="349203"/>
            <a:chOff x="10767269" y="208371"/>
            <a:chExt cx="182844" cy="181034"/>
          </a:xfrm>
        </p:grpSpPr>
        <p:sp>
          <p:nvSpPr>
            <p:cNvPr id="19" name="Freeform 18">
              <a:extLst>
                <a:ext uri="{FF2B5EF4-FFF2-40B4-BE49-F238E27FC236}">
                  <a16:creationId xmlns:a16="http://schemas.microsoft.com/office/drawing/2014/main" id="{549DB50F-7798-584F-AB0B-5E6AAA062955}"/>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DF0DBD95-6854-EC41-A86F-5B8D586C9DB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5AADC643-70B7-8747-9B9A-1B475225C42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D838A573-8950-E840-9B85-21F23ED6B875}"/>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8EDCE829-D7B4-4B41-8C34-03FAF7DCFCCA}"/>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3" name="Picture Placeholder 3">
            <a:extLst>
              <a:ext uri="{FF2B5EF4-FFF2-40B4-BE49-F238E27FC236}">
                <a16:creationId xmlns:a16="http://schemas.microsoft.com/office/drawing/2014/main" id="{9F87D64A-45FE-2547-9C65-0B9D79E45EF4}"/>
              </a:ext>
            </a:extLst>
          </p:cNvPr>
          <p:cNvSpPr>
            <a:spLocks noGrp="1"/>
          </p:cNvSpPr>
          <p:nvPr>
            <p:ph type="pic" sz="quarter" idx="23"/>
          </p:nvPr>
        </p:nvSpPr>
        <p:spPr>
          <a:xfrm>
            <a:off x="3364637" y="1516281"/>
            <a:ext cx="2011680" cy="1746249"/>
          </a:xfrm>
          <a:prstGeom prst="roundRect">
            <a:avLst>
              <a:gd name="adj" fmla="val 5665"/>
            </a:avLst>
          </a:prstGeom>
          <a:solidFill>
            <a:schemeClr val="bg1">
              <a:lumMod val="95000"/>
            </a:schemeClr>
          </a:solidFill>
        </p:spPr>
        <p:txBody>
          <a:bodyPr/>
          <a:lstStyle>
            <a:lvl1pPr marL="0" indent="0">
              <a:buNone/>
              <a:defRPr/>
            </a:lvl1pPr>
          </a:lstStyle>
          <a:p>
            <a:endParaRPr lang="en-GB"/>
          </a:p>
        </p:txBody>
      </p:sp>
      <p:sp>
        <p:nvSpPr>
          <p:cNvPr id="36" name="Picture Placeholder 3">
            <a:extLst>
              <a:ext uri="{FF2B5EF4-FFF2-40B4-BE49-F238E27FC236}">
                <a16:creationId xmlns:a16="http://schemas.microsoft.com/office/drawing/2014/main" id="{1BBFC044-61E6-F74A-BB05-25CD74533E57}"/>
              </a:ext>
            </a:extLst>
          </p:cNvPr>
          <p:cNvSpPr>
            <a:spLocks noGrp="1"/>
          </p:cNvSpPr>
          <p:nvPr>
            <p:ph type="pic" sz="quarter" idx="24"/>
          </p:nvPr>
        </p:nvSpPr>
        <p:spPr>
          <a:xfrm>
            <a:off x="6245429" y="1504951"/>
            <a:ext cx="2011680" cy="1746249"/>
          </a:xfrm>
          <a:prstGeom prst="roundRect">
            <a:avLst>
              <a:gd name="adj" fmla="val 5665"/>
            </a:avLst>
          </a:prstGeom>
          <a:solidFill>
            <a:schemeClr val="bg1">
              <a:lumMod val="95000"/>
            </a:schemeClr>
          </a:solidFill>
        </p:spPr>
        <p:txBody>
          <a:bodyPr/>
          <a:lstStyle>
            <a:lvl1pPr marL="0" indent="0">
              <a:buNone/>
              <a:defRPr/>
            </a:lvl1pPr>
          </a:lstStyle>
          <a:p>
            <a:endParaRPr lang="en-GB"/>
          </a:p>
        </p:txBody>
      </p:sp>
      <p:sp>
        <p:nvSpPr>
          <p:cNvPr id="38" name="Picture Placeholder 3">
            <a:extLst>
              <a:ext uri="{FF2B5EF4-FFF2-40B4-BE49-F238E27FC236}">
                <a16:creationId xmlns:a16="http://schemas.microsoft.com/office/drawing/2014/main" id="{B586CD5A-C0EB-9F43-B672-8CD3A42B9A1C}"/>
              </a:ext>
            </a:extLst>
          </p:cNvPr>
          <p:cNvSpPr>
            <a:spLocks noGrp="1"/>
          </p:cNvSpPr>
          <p:nvPr>
            <p:ph type="pic" sz="quarter" idx="25"/>
          </p:nvPr>
        </p:nvSpPr>
        <p:spPr>
          <a:xfrm>
            <a:off x="9152892" y="1516281"/>
            <a:ext cx="2011680" cy="1746249"/>
          </a:xfrm>
          <a:prstGeom prst="roundRect">
            <a:avLst>
              <a:gd name="adj" fmla="val 5665"/>
            </a:avLst>
          </a:prstGeom>
          <a:solidFill>
            <a:schemeClr val="bg1">
              <a:lumMod val="95000"/>
            </a:schemeClr>
          </a:solidFill>
        </p:spPr>
        <p:txBody>
          <a:bodyPr/>
          <a:lstStyle>
            <a:lvl1pPr marL="0" indent="0">
              <a:buNone/>
              <a:defRPr/>
            </a:lvl1pPr>
          </a:lstStyle>
          <a:p>
            <a:endParaRPr lang="en-GB"/>
          </a:p>
        </p:txBody>
      </p:sp>
      <p:sp>
        <p:nvSpPr>
          <p:cNvPr id="39" name="Text Placeholder 13">
            <a:extLst>
              <a:ext uri="{FF2B5EF4-FFF2-40B4-BE49-F238E27FC236}">
                <a16:creationId xmlns:a16="http://schemas.microsoft.com/office/drawing/2014/main" id="{EE6E668F-DB80-0649-AE51-B4BA25D9BDA0}"/>
              </a:ext>
            </a:extLst>
          </p:cNvPr>
          <p:cNvSpPr>
            <a:spLocks noGrp="1"/>
          </p:cNvSpPr>
          <p:nvPr>
            <p:ph type="body" sz="quarter" idx="26" hasCustomPrompt="1"/>
          </p:nvPr>
        </p:nvSpPr>
        <p:spPr>
          <a:xfrm>
            <a:off x="3362295" y="3912102"/>
            <a:ext cx="2584278" cy="2092574"/>
          </a:xfrm>
          <a:solidFill>
            <a:srgbClr val="F2F6FB"/>
          </a:solidFill>
        </p:spPr>
        <p:txBody>
          <a:bodyPr rIns="0"/>
          <a:lstStyle>
            <a:lvl1pPr marL="171450" indent="-171450" algn="l">
              <a:lnSpc>
                <a:spcPct val="100000"/>
              </a:lnSpc>
              <a:spcAft>
                <a:spcPts val="600"/>
              </a:spcAft>
              <a:buFont typeface="Wingdings" pitchFamily="2" charset="2"/>
              <a:buChar char="§"/>
              <a:defRPr sz="11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Cras </a:t>
            </a:r>
            <a:r>
              <a:rPr lang="en-US" err="1"/>
              <a:t>ut</a:t>
            </a:r>
            <a:r>
              <a:rPr lang="en-US"/>
              <a:t> auctor </a:t>
            </a:r>
            <a:r>
              <a:rPr lang="en-US" err="1"/>
              <a:t>orci</a:t>
            </a:r>
            <a:r>
              <a:rPr lang="en-US"/>
              <a:t>, in </a:t>
            </a:r>
            <a:r>
              <a:rPr lang="en-US" err="1"/>
              <a:t>lobortis</a:t>
            </a:r>
            <a:r>
              <a:rPr lang="en-US"/>
              <a:t> </a:t>
            </a:r>
            <a:r>
              <a:rPr lang="en-US" err="1"/>
              <a:t>augue</a:t>
            </a:r>
            <a:r>
              <a:rPr lang="en-US"/>
              <a:t>. </a:t>
            </a:r>
            <a:r>
              <a:rPr lang="en-US" err="1"/>
              <a:t>Etiam</a:t>
            </a:r>
            <a:r>
              <a:rPr lang="en-US"/>
              <a:t> vitae </a:t>
            </a:r>
            <a:r>
              <a:rPr lang="en-US" err="1"/>
              <a:t>molestie</a:t>
            </a:r>
            <a:r>
              <a:rPr lang="en-US"/>
              <a:t> </a:t>
            </a:r>
            <a:r>
              <a:rPr lang="en-US" err="1"/>
              <a:t>felis</a:t>
            </a:r>
            <a:r>
              <a:rPr lang="en-US"/>
              <a:t>. Aliquam </a:t>
            </a:r>
            <a:r>
              <a:rPr lang="en-US" err="1"/>
              <a:t>pellentesque</a:t>
            </a:r>
            <a:r>
              <a:rPr lang="en-US"/>
              <a:t> porta </a:t>
            </a:r>
            <a:r>
              <a:rPr lang="en-US" err="1"/>
              <a:t>consequat</a:t>
            </a:r>
            <a:r>
              <a:rPr lang="en-US"/>
              <a:t>. Sed </a:t>
            </a:r>
            <a:r>
              <a:rPr lang="en-US" err="1"/>
              <a:t>quis</a:t>
            </a:r>
            <a:r>
              <a:rPr lang="en-US"/>
              <a:t> </a:t>
            </a:r>
            <a:r>
              <a:rPr lang="en-US" err="1"/>
              <a:t>accumsan</a:t>
            </a:r>
            <a:r>
              <a:rPr lang="en-US"/>
              <a:t> diam, ac </a:t>
            </a:r>
            <a:r>
              <a:rPr lang="en-US" err="1"/>
              <a:t>consequat</a:t>
            </a:r>
            <a:r>
              <a:rPr lang="en-US"/>
              <a:t> </a:t>
            </a:r>
            <a:r>
              <a:rPr lang="en-US" err="1"/>
              <a:t>sapien</a:t>
            </a:r>
            <a:r>
              <a:rPr lang="en-US"/>
              <a:t>. Ut vitae </a:t>
            </a:r>
            <a:r>
              <a:rPr lang="en-US" err="1"/>
              <a:t>velit</a:t>
            </a:r>
            <a:r>
              <a:rPr lang="en-US"/>
              <a:t> </a:t>
            </a:r>
            <a:r>
              <a:rPr lang="en-US" err="1"/>
              <a:t>ullamcorper</a:t>
            </a:r>
            <a:r>
              <a:rPr lang="en-US"/>
              <a:t>, </a:t>
            </a:r>
            <a:r>
              <a:rPr lang="en-US" err="1"/>
              <a:t>euismod</a:t>
            </a:r>
            <a:r>
              <a:rPr lang="en-US"/>
              <a:t> nisi </a:t>
            </a:r>
            <a:r>
              <a:rPr lang="en-US" err="1"/>
              <a:t>nec</a:t>
            </a:r>
            <a:r>
              <a:rPr lang="en-US"/>
              <a:t>, </a:t>
            </a:r>
            <a:r>
              <a:rPr lang="en-US" err="1"/>
              <a:t>fringilla</a:t>
            </a:r>
            <a:r>
              <a:rPr lang="en-US"/>
              <a:t> </a:t>
            </a:r>
            <a:r>
              <a:rPr lang="en-US" err="1"/>
              <a:t>enim</a:t>
            </a:r>
            <a:r>
              <a:rPr lang="en-US"/>
              <a:t>. Aliquam </a:t>
            </a:r>
            <a:r>
              <a:rPr lang="en-US" err="1"/>
              <a:t>posuere</a:t>
            </a:r>
            <a:r>
              <a:rPr lang="en-US"/>
              <a:t>, </a:t>
            </a:r>
            <a:r>
              <a:rPr lang="en-US" err="1"/>
              <a:t>lectus</a:t>
            </a:r>
            <a:r>
              <a:rPr lang="en-US"/>
              <a:t> sed </a:t>
            </a:r>
            <a:r>
              <a:rPr lang="en-US" err="1"/>
              <a:t>varius</a:t>
            </a:r>
            <a:r>
              <a:rPr lang="en-US"/>
              <a:t> </a:t>
            </a:r>
            <a:r>
              <a:rPr lang="en-US" err="1"/>
              <a:t>porttitor</a:t>
            </a:r>
            <a:r>
              <a:rPr lang="en-US"/>
              <a:t>, </a:t>
            </a:r>
            <a:r>
              <a:rPr lang="en-US" err="1"/>
              <a:t>lacus</a:t>
            </a:r>
            <a:r>
              <a:rPr lang="en-US"/>
              <a:t> </a:t>
            </a:r>
            <a:r>
              <a:rPr lang="en-US" err="1"/>
              <a:t>mauris</a:t>
            </a:r>
            <a:r>
              <a:rPr lang="en-US"/>
              <a:t> pulvinar eros, </a:t>
            </a:r>
            <a:r>
              <a:rPr lang="en-US" err="1"/>
              <a:t>dignissim</a:t>
            </a:r>
            <a:r>
              <a:rPr lang="en-US"/>
              <a:t>.</a:t>
            </a:r>
          </a:p>
        </p:txBody>
      </p:sp>
      <p:sp>
        <p:nvSpPr>
          <p:cNvPr id="40" name="Text Placeholder 13">
            <a:extLst>
              <a:ext uri="{FF2B5EF4-FFF2-40B4-BE49-F238E27FC236}">
                <a16:creationId xmlns:a16="http://schemas.microsoft.com/office/drawing/2014/main" id="{51D9633E-DBB6-D44E-B2F0-3523D72F15D2}"/>
              </a:ext>
            </a:extLst>
          </p:cNvPr>
          <p:cNvSpPr>
            <a:spLocks noGrp="1"/>
          </p:cNvSpPr>
          <p:nvPr>
            <p:ph type="body" sz="quarter" idx="27" hasCustomPrompt="1"/>
          </p:nvPr>
        </p:nvSpPr>
        <p:spPr>
          <a:xfrm>
            <a:off x="3364638" y="3353489"/>
            <a:ext cx="2011679" cy="241982"/>
          </a:xfrm>
        </p:spPr>
        <p:txBody>
          <a:bodyPr rIns="0"/>
          <a:lstStyle>
            <a:lvl1pPr marL="0" indent="0" algn="l">
              <a:lnSpc>
                <a:spcPts val="2200"/>
              </a:lnSpc>
              <a:spcAft>
                <a:spcPts val="0"/>
              </a:spcAft>
              <a:buFont typeface="Arial" panose="020B0604020202020204" pitchFamily="34" charset="0"/>
              <a:buNone/>
              <a:defRPr sz="14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err="1"/>
              <a:t>Firstname</a:t>
            </a:r>
            <a:r>
              <a:rPr lang="en-US"/>
              <a:t> </a:t>
            </a:r>
            <a:r>
              <a:rPr lang="en-US" err="1"/>
              <a:t>Lastname</a:t>
            </a:r>
            <a:endParaRPr lang="en-US"/>
          </a:p>
        </p:txBody>
      </p:sp>
      <p:sp>
        <p:nvSpPr>
          <p:cNvPr id="41" name="Text Placeholder 13">
            <a:extLst>
              <a:ext uri="{FF2B5EF4-FFF2-40B4-BE49-F238E27FC236}">
                <a16:creationId xmlns:a16="http://schemas.microsoft.com/office/drawing/2014/main" id="{5C87320E-4A2A-E04F-A9C4-20354DC7B7B4}"/>
              </a:ext>
            </a:extLst>
          </p:cNvPr>
          <p:cNvSpPr>
            <a:spLocks noGrp="1"/>
          </p:cNvSpPr>
          <p:nvPr>
            <p:ph type="body" sz="quarter" idx="28" hasCustomPrompt="1"/>
          </p:nvPr>
        </p:nvSpPr>
        <p:spPr>
          <a:xfrm>
            <a:off x="3364638" y="3646450"/>
            <a:ext cx="2011679" cy="265652"/>
          </a:xfrm>
        </p:spPr>
        <p:txBody>
          <a:bodyPr rIns="0"/>
          <a:lstStyle>
            <a:lvl1pPr marL="0" indent="0" algn="l">
              <a:lnSpc>
                <a:spcPts val="1600"/>
              </a:lnSpc>
              <a:spcAft>
                <a:spcPts val="600"/>
              </a:spcAft>
              <a:buFont typeface="Arial" panose="020B0604020202020204" pitchFamily="34" charset="0"/>
              <a:buNone/>
              <a:defRPr sz="1200" b="0" i="0">
                <a:solidFill>
                  <a:schemeClr val="accent1"/>
                </a:solidFill>
                <a:latin typeface="+mj-lt"/>
              </a:defRPr>
            </a:lvl1pPr>
            <a:lvl2pPr marL="239712" indent="0">
              <a:buNone/>
              <a:defRPr/>
            </a:lvl2pPr>
            <a:lvl3pPr marL="466725" indent="0">
              <a:buNone/>
              <a:defRPr/>
            </a:lvl3pPr>
            <a:lvl4pPr marL="1371600" indent="0">
              <a:buNone/>
              <a:defRPr/>
            </a:lvl4pPr>
            <a:lvl5pPr marL="1828800" indent="0">
              <a:buNone/>
              <a:defRPr/>
            </a:lvl5pPr>
          </a:lstStyle>
          <a:p>
            <a:pPr lvl="0"/>
            <a:r>
              <a:rPr lang="en-US"/>
              <a:t>Title Here</a:t>
            </a:r>
          </a:p>
        </p:txBody>
      </p:sp>
      <p:sp>
        <p:nvSpPr>
          <p:cNvPr id="42" name="Text Placeholder 13">
            <a:extLst>
              <a:ext uri="{FF2B5EF4-FFF2-40B4-BE49-F238E27FC236}">
                <a16:creationId xmlns:a16="http://schemas.microsoft.com/office/drawing/2014/main" id="{E1318792-78A4-0944-8E28-53B69DD35D64}"/>
              </a:ext>
            </a:extLst>
          </p:cNvPr>
          <p:cNvSpPr>
            <a:spLocks noGrp="1"/>
          </p:cNvSpPr>
          <p:nvPr>
            <p:ph type="body" sz="quarter" idx="29" hasCustomPrompt="1"/>
          </p:nvPr>
        </p:nvSpPr>
        <p:spPr>
          <a:xfrm>
            <a:off x="6245428" y="3912102"/>
            <a:ext cx="2584278" cy="2092574"/>
          </a:xfrm>
          <a:solidFill>
            <a:srgbClr val="F2F6FB"/>
          </a:solidFill>
        </p:spPr>
        <p:txBody>
          <a:bodyPr rIns="0"/>
          <a:lstStyle>
            <a:lvl1pPr marL="171450" indent="-171450" algn="l">
              <a:lnSpc>
                <a:spcPct val="100000"/>
              </a:lnSpc>
              <a:spcAft>
                <a:spcPts val="600"/>
              </a:spcAft>
              <a:buFont typeface="Wingdings" pitchFamily="2" charset="2"/>
              <a:buChar char="§"/>
              <a:defRPr sz="11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Cras </a:t>
            </a:r>
            <a:r>
              <a:rPr lang="en-US" err="1"/>
              <a:t>ut</a:t>
            </a:r>
            <a:r>
              <a:rPr lang="en-US"/>
              <a:t> auctor </a:t>
            </a:r>
            <a:r>
              <a:rPr lang="en-US" err="1"/>
              <a:t>orci</a:t>
            </a:r>
            <a:r>
              <a:rPr lang="en-US"/>
              <a:t>, in </a:t>
            </a:r>
            <a:r>
              <a:rPr lang="en-US" err="1"/>
              <a:t>lobortis</a:t>
            </a:r>
            <a:r>
              <a:rPr lang="en-US"/>
              <a:t> </a:t>
            </a:r>
            <a:r>
              <a:rPr lang="en-US" err="1"/>
              <a:t>augue</a:t>
            </a:r>
            <a:r>
              <a:rPr lang="en-US"/>
              <a:t>. </a:t>
            </a:r>
            <a:r>
              <a:rPr lang="en-US" err="1"/>
              <a:t>Etiam</a:t>
            </a:r>
            <a:r>
              <a:rPr lang="en-US"/>
              <a:t> vitae </a:t>
            </a:r>
            <a:r>
              <a:rPr lang="en-US" err="1"/>
              <a:t>molestie</a:t>
            </a:r>
            <a:r>
              <a:rPr lang="en-US"/>
              <a:t> </a:t>
            </a:r>
            <a:r>
              <a:rPr lang="en-US" err="1"/>
              <a:t>felis</a:t>
            </a:r>
            <a:r>
              <a:rPr lang="en-US"/>
              <a:t>. Aliquam </a:t>
            </a:r>
            <a:r>
              <a:rPr lang="en-US" err="1"/>
              <a:t>pellentesque</a:t>
            </a:r>
            <a:r>
              <a:rPr lang="en-US"/>
              <a:t> porta </a:t>
            </a:r>
            <a:r>
              <a:rPr lang="en-US" err="1"/>
              <a:t>consequat</a:t>
            </a:r>
            <a:r>
              <a:rPr lang="en-US"/>
              <a:t>. Sed </a:t>
            </a:r>
            <a:r>
              <a:rPr lang="en-US" err="1"/>
              <a:t>quis</a:t>
            </a:r>
            <a:r>
              <a:rPr lang="en-US"/>
              <a:t> </a:t>
            </a:r>
            <a:r>
              <a:rPr lang="en-US" err="1"/>
              <a:t>accumsan</a:t>
            </a:r>
            <a:r>
              <a:rPr lang="en-US"/>
              <a:t> diam, ac </a:t>
            </a:r>
            <a:r>
              <a:rPr lang="en-US" err="1"/>
              <a:t>consequat</a:t>
            </a:r>
            <a:r>
              <a:rPr lang="en-US"/>
              <a:t> </a:t>
            </a:r>
            <a:r>
              <a:rPr lang="en-US" err="1"/>
              <a:t>sapien</a:t>
            </a:r>
            <a:r>
              <a:rPr lang="en-US"/>
              <a:t>. Ut vitae </a:t>
            </a:r>
            <a:r>
              <a:rPr lang="en-US" err="1"/>
              <a:t>velit</a:t>
            </a:r>
            <a:r>
              <a:rPr lang="en-US"/>
              <a:t> </a:t>
            </a:r>
            <a:r>
              <a:rPr lang="en-US" err="1"/>
              <a:t>ullamcorper</a:t>
            </a:r>
            <a:r>
              <a:rPr lang="en-US"/>
              <a:t>, </a:t>
            </a:r>
            <a:r>
              <a:rPr lang="en-US" err="1"/>
              <a:t>euismod</a:t>
            </a:r>
            <a:r>
              <a:rPr lang="en-US"/>
              <a:t> nisi </a:t>
            </a:r>
            <a:r>
              <a:rPr lang="en-US" err="1"/>
              <a:t>nec</a:t>
            </a:r>
            <a:r>
              <a:rPr lang="en-US"/>
              <a:t>, </a:t>
            </a:r>
            <a:r>
              <a:rPr lang="en-US" err="1"/>
              <a:t>fringilla</a:t>
            </a:r>
            <a:r>
              <a:rPr lang="en-US"/>
              <a:t> </a:t>
            </a:r>
            <a:r>
              <a:rPr lang="en-US" err="1"/>
              <a:t>enim</a:t>
            </a:r>
            <a:r>
              <a:rPr lang="en-US"/>
              <a:t>. Aliquam </a:t>
            </a:r>
            <a:r>
              <a:rPr lang="en-US" err="1"/>
              <a:t>posuere</a:t>
            </a:r>
            <a:r>
              <a:rPr lang="en-US"/>
              <a:t>, </a:t>
            </a:r>
            <a:r>
              <a:rPr lang="en-US" err="1"/>
              <a:t>lectus</a:t>
            </a:r>
            <a:r>
              <a:rPr lang="en-US"/>
              <a:t> sed </a:t>
            </a:r>
            <a:r>
              <a:rPr lang="en-US" err="1"/>
              <a:t>varius</a:t>
            </a:r>
            <a:r>
              <a:rPr lang="en-US"/>
              <a:t> </a:t>
            </a:r>
            <a:r>
              <a:rPr lang="en-US" err="1"/>
              <a:t>porttitor</a:t>
            </a:r>
            <a:r>
              <a:rPr lang="en-US"/>
              <a:t>, </a:t>
            </a:r>
            <a:r>
              <a:rPr lang="en-US" err="1"/>
              <a:t>lacus</a:t>
            </a:r>
            <a:r>
              <a:rPr lang="en-US"/>
              <a:t> </a:t>
            </a:r>
            <a:r>
              <a:rPr lang="en-US" err="1"/>
              <a:t>mauris</a:t>
            </a:r>
            <a:r>
              <a:rPr lang="en-US"/>
              <a:t> pulvinar eros, </a:t>
            </a:r>
            <a:r>
              <a:rPr lang="en-US" err="1"/>
              <a:t>dignissim</a:t>
            </a:r>
            <a:r>
              <a:rPr lang="en-US"/>
              <a:t>.</a:t>
            </a:r>
          </a:p>
        </p:txBody>
      </p:sp>
      <p:sp>
        <p:nvSpPr>
          <p:cNvPr id="43" name="Text Placeholder 13">
            <a:extLst>
              <a:ext uri="{FF2B5EF4-FFF2-40B4-BE49-F238E27FC236}">
                <a16:creationId xmlns:a16="http://schemas.microsoft.com/office/drawing/2014/main" id="{F490E0C5-B69F-FC46-877B-2C873AF1F322}"/>
              </a:ext>
            </a:extLst>
          </p:cNvPr>
          <p:cNvSpPr>
            <a:spLocks noGrp="1"/>
          </p:cNvSpPr>
          <p:nvPr>
            <p:ph type="body" sz="quarter" idx="30" hasCustomPrompt="1"/>
          </p:nvPr>
        </p:nvSpPr>
        <p:spPr>
          <a:xfrm>
            <a:off x="6245430" y="3353489"/>
            <a:ext cx="2011678" cy="241982"/>
          </a:xfrm>
        </p:spPr>
        <p:txBody>
          <a:bodyPr rIns="0"/>
          <a:lstStyle>
            <a:lvl1pPr marL="0" indent="0" algn="l">
              <a:lnSpc>
                <a:spcPts val="2200"/>
              </a:lnSpc>
              <a:spcAft>
                <a:spcPts val="0"/>
              </a:spcAft>
              <a:buFont typeface="Arial" panose="020B0604020202020204" pitchFamily="34" charset="0"/>
              <a:buNone/>
              <a:defRPr sz="14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err="1"/>
              <a:t>Firstname</a:t>
            </a:r>
            <a:r>
              <a:rPr lang="en-US"/>
              <a:t> </a:t>
            </a:r>
            <a:r>
              <a:rPr lang="en-US" err="1"/>
              <a:t>Lastname</a:t>
            </a:r>
            <a:endParaRPr lang="en-US"/>
          </a:p>
        </p:txBody>
      </p:sp>
      <p:sp>
        <p:nvSpPr>
          <p:cNvPr id="47" name="Text Placeholder 13">
            <a:extLst>
              <a:ext uri="{FF2B5EF4-FFF2-40B4-BE49-F238E27FC236}">
                <a16:creationId xmlns:a16="http://schemas.microsoft.com/office/drawing/2014/main" id="{C5641200-9DFD-BD44-A426-EF569115DDBE}"/>
              </a:ext>
            </a:extLst>
          </p:cNvPr>
          <p:cNvSpPr>
            <a:spLocks noGrp="1"/>
          </p:cNvSpPr>
          <p:nvPr>
            <p:ph type="body" sz="quarter" idx="31" hasCustomPrompt="1"/>
          </p:nvPr>
        </p:nvSpPr>
        <p:spPr>
          <a:xfrm>
            <a:off x="6245430" y="3646450"/>
            <a:ext cx="2011678" cy="265652"/>
          </a:xfrm>
        </p:spPr>
        <p:txBody>
          <a:bodyPr rIns="0"/>
          <a:lstStyle>
            <a:lvl1pPr marL="0" indent="0" algn="l">
              <a:lnSpc>
                <a:spcPts val="1600"/>
              </a:lnSpc>
              <a:spcAft>
                <a:spcPts val="600"/>
              </a:spcAft>
              <a:buFont typeface="Arial" panose="020B0604020202020204" pitchFamily="34" charset="0"/>
              <a:buNone/>
              <a:defRPr sz="1200" b="0" i="0">
                <a:solidFill>
                  <a:schemeClr val="accent1"/>
                </a:solidFill>
                <a:latin typeface="+mj-lt"/>
              </a:defRPr>
            </a:lvl1pPr>
            <a:lvl2pPr marL="239712" indent="0">
              <a:buNone/>
              <a:defRPr/>
            </a:lvl2pPr>
            <a:lvl3pPr marL="466725" indent="0">
              <a:buNone/>
              <a:defRPr/>
            </a:lvl3pPr>
            <a:lvl4pPr marL="1371600" indent="0">
              <a:buNone/>
              <a:defRPr/>
            </a:lvl4pPr>
            <a:lvl5pPr marL="1828800" indent="0">
              <a:buNone/>
              <a:defRPr/>
            </a:lvl5pPr>
          </a:lstStyle>
          <a:p>
            <a:pPr lvl="0"/>
            <a:r>
              <a:rPr lang="en-US"/>
              <a:t>Title Here</a:t>
            </a:r>
          </a:p>
        </p:txBody>
      </p:sp>
      <p:sp>
        <p:nvSpPr>
          <p:cNvPr id="48" name="Text Placeholder 13">
            <a:extLst>
              <a:ext uri="{FF2B5EF4-FFF2-40B4-BE49-F238E27FC236}">
                <a16:creationId xmlns:a16="http://schemas.microsoft.com/office/drawing/2014/main" id="{41EFB69E-AF83-C748-BB2E-342EC422E435}"/>
              </a:ext>
            </a:extLst>
          </p:cNvPr>
          <p:cNvSpPr>
            <a:spLocks noGrp="1"/>
          </p:cNvSpPr>
          <p:nvPr>
            <p:ph type="body" sz="quarter" idx="32" hasCustomPrompt="1"/>
          </p:nvPr>
        </p:nvSpPr>
        <p:spPr>
          <a:xfrm>
            <a:off x="9152894" y="3917081"/>
            <a:ext cx="2577143" cy="2092574"/>
          </a:xfrm>
          <a:solidFill>
            <a:srgbClr val="F2F6FB"/>
          </a:solidFill>
        </p:spPr>
        <p:txBody>
          <a:bodyPr rIns="0"/>
          <a:lstStyle>
            <a:lvl1pPr marL="171450" indent="-171450" algn="l">
              <a:lnSpc>
                <a:spcPct val="100000"/>
              </a:lnSpc>
              <a:spcAft>
                <a:spcPts val="600"/>
              </a:spcAft>
              <a:buFont typeface="Wingdings" pitchFamily="2" charset="2"/>
              <a:buChar char="§"/>
              <a:defRPr sz="11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Cras </a:t>
            </a:r>
            <a:r>
              <a:rPr lang="en-US" err="1"/>
              <a:t>ut</a:t>
            </a:r>
            <a:r>
              <a:rPr lang="en-US"/>
              <a:t> auctor </a:t>
            </a:r>
            <a:r>
              <a:rPr lang="en-US" err="1"/>
              <a:t>orci</a:t>
            </a:r>
            <a:r>
              <a:rPr lang="en-US"/>
              <a:t>, in </a:t>
            </a:r>
            <a:r>
              <a:rPr lang="en-US" err="1"/>
              <a:t>lobortis</a:t>
            </a:r>
            <a:r>
              <a:rPr lang="en-US"/>
              <a:t> </a:t>
            </a:r>
            <a:r>
              <a:rPr lang="en-US" err="1"/>
              <a:t>augue</a:t>
            </a:r>
            <a:r>
              <a:rPr lang="en-US"/>
              <a:t>. </a:t>
            </a:r>
            <a:r>
              <a:rPr lang="en-US" err="1"/>
              <a:t>Etiam</a:t>
            </a:r>
            <a:r>
              <a:rPr lang="en-US"/>
              <a:t> vitae </a:t>
            </a:r>
            <a:r>
              <a:rPr lang="en-US" err="1"/>
              <a:t>molestie</a:t>
            </a:r>
            <a:r>
              <a:rPr lang="en-US"/>
              <a:t> </a:t>
            </a:r>
            <a:r>
              <a:rPr lang="en-US" err="1"/>
              <a:t>felis</a:t>
            </a:r>
            <a:r>
              <a:rPr lang="en-US"/>
              <a:t>. Aliquam </a:t>
            </a:r>
            <a:r>
              <a:rPr lang="en-US" err="1"/>
              <a:t>pellentesque</a:t>
            </a:r>
            <a:r>
              <a:rPr lang="en-US"/>
              <a:t> porta </a:t>
            </a:r>
            <a:r>
              <a:rPr lang="en-US" err="1"/>
              <a:t>consequat</a:t>
            </a:r>
            <a:r>
              <a:rPr lang="en-US"/>
              <a:t>. Sed </a:t>
            </a:r>
            <a:r>
              <a:rPr lang="en-US" err="1"/>
              <a:t>quis</a:t>
            </a:r>
            <a:r>
              <a:rPr lang="en-US"/>
              <a:t> </a:t>
            </a:r>
            <a:r>
              <a:rPr lang="en-US" err="1"/>
              <a:t>accumsan</a:t>
            </a:r>
            <a:r>
              <a:rPr lang="en-US"/>
              <a:t> diam, ac </a:t>
            </a:r>
            <a:r>
              <a:rPr lang="en-US" err="1"/>
              <a:t>consequat</a:t>
            </a:r>
            <a:r>
              <a:rPr lang="en-US"/>
              <a:t> </a:t>
            </a:r>
            <a:r>
              <a:rPr lang="en-US" err="1"/>
              <a:t>sapien</a:t>
            </a:r>
            <a:r>
              <a:rPr lang="en-US"/>
              <a:t>. Ut vitae </a:t>
            </a:r>
            <a:r>
              <a:rPr lang="en-US" err="1"/>
              <a:t>velit</a:t>
            </a:r>
            <a:r>
              <a:rPr lang="en-US"/>
              <a:t> </a:t>
            </a:r>
            <a:r>
              <a:rPr lang="en-US" err="1"/>
              <a:t>ullamcorper</a:t>
            </a:r>
            <a:r>
              <a:rPr lang="en-US"/>
              <a:t>, </a:t>
            </a:r>
            <a:r>
              <a:rPr lang="en-US" err="1"/>
              <a:t>euismod</a:t>
            </a:r>
            <a:r>
              <a:rPr lang="en-US"/>
              <a:t> nisi </a:t>
            </a:r>
            <a:r>
              <a:rPr lang="en-US" err="1"/>
              <a:t>nec</a:t>
            </a:r>
            <a:r>
              <a:rPr lang="en-US"/>
              <a:t>, </a:t>
            </a:r>
            <a:r>
              <a:rPr lang="en-US" err="1"/>
              <a:t>fringilla</a:t>
            </a:r>
            <a:r>
              <a:rPr lang="en-US"/>
              <a:t> </a:t>
            </a:r>
            <a:r>
              <a:rPr lang="en-US" err="1"/>
              <a:t>enim</a:t>
            </a:r>
            <a:r>
              <a:rPr lang="en-US"/>
              <a:t>. Aliquam </a:t>
            </a:r>
            <a:r>
              <a:rPr lang="en-US" err="1"/>
              <a:t>posuere</a:t>
            </a:r>
            <a:r>
              <a:rPr lang="en-US"/>
              <a:t>, </a:t>
            </a:r>
            <a:r>
              <a:rPr lang="en-US" err="1"/>
              <a:t>lectus</a:t>
            </a:r>
            <a:r>
              <a:rPr lang="en-US"/>
              <a:t> sed </a:t>
            </a:r>
            <a:r>
              <a:rPr lang="en-US" err="1"/>
              <a:t>varius</a:t>
            </a:r>
            <a:r>
              <a:rPr lang="en-US"/>
              <a:t> </a:t>
            </a:r>
            <a:r>
              <a:rPr lang="en-US" err="1"/>
              <a:t>porttitor</a:t>
            </a:r>
            <a:r>
              <a:rPr lang="en-US"/>
              <a:t>, </a:t>
            </a:r>
            <a:r>
              <a:rPr lang="en-US" err="1"/>
              <a:t>lacus</a:t>
            </a:r>
            <a:r>
              <a:rPr lang="en-US"/>
              <a:t> </a:t>
            </a:r>
            <a:r>
              <a:rPr lang="en-US" err="1"/>
              <a:t>mauris</a:t>
            </a:r>
            <a:r>
              <a:rPr lang="en-US"/>
              <a:t> pulvinar eros, </a:t>
            </a:r>
            <a:r>
              <a:rPr lang="en-US" err="1"/>
              <a:t>dignissim</a:t>
            </a:r>
            <a:r>
              <a:rPr lang="en-US"/>
              <a:t>.</a:t>
            </a:r>
          </a:p>
        </p:txBody>
      </p:sp>
      <p:sp>
        <p:nvSpPr>
          <p:cNvPr id="49" name="Text Placeholder 13">
            <a:extLst>
              <a:ext uri="{FF2B5EF4-FFF2-40B4-BE49-F238E27FC236}">
                <a16:creationId xmlns:a16="http://schemas.microsoft.com/office/drawing/2014/main" id="{EFF6687A-707A-484E-8A6E-00BDDB30F09F}"/>
              </a:ext>
            </a:extLst>
          </p:cNvPr>
          <p:cNvSpPr>
            <a:spLocks noGrp="1"/>
          </p:cNvSpPr>
          <p:nvPr>
            <p:ph type="body" sz="quarter" idx="33" hasCustomPrompt="1"/>
          </p:nvPr>
        </p:nvSpPr>
        <p:spPr>
          <a:xfrm>
            <a:off x="9152895" y="3358468"/>
            <a:ext cx="2011677" cy="241982"/>
          </a:xfrm>
        </p:spPr>
        <p:txBody>
          <a:bodyPr rIns="0"/>
          <a:lstStyle>
            <a:lvl1pPr marL="0" indent="0" algn="l">
              <a:lnSpc>
                <a:spcPts val="2200"/>
              </a:lnSpc>
              <a:spcAft>
                <a:spcPts val="0"/>
              </a:spcAft>
              <a:buFont typeface="Arial" panose="020B0604020202020204" pitchFamily="34" charset="0"/>
              <a:buNone/>
              <a:defRPr sz="14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err="1"/>
              <a:t>Firstname</a:t>
            </a:r>
            <a:r>
              <a:rPr lang="en-US"/>
              <a:t> </a:t>
            </a:r>
            <a:r>
              <a:rPr lang="en-US" err="1"/>
              <a:t>Lastname</a:t>
            </a:r>
            <a:endParaRPr lang="en-US"/>
          </a:p>
        </p:txBody>
      </p:sp>
      <p:sp>
        <p:nvSpPr>
          <p:cNvPr id="50" name="Text Placeholder 13">
            <a:extLst>
              <a:ext uri="{FF2B5EF4-FFF2-40B4-BE49-F238E27FC236}">
                <a16:creationId xmlns:a16="http://schemas.microsoft.com/office/drawing/2014/main" id="{B2E81D1C-A882-7B49-AF6A-93F59ADB4C75}"/>
              </a:ext>
            </a:extLst>
          </p:cNvPr>
          <p:cNvSpPr>
            <a:spLocks noGrp="1"/>
          </p:cNvSpPr>
          <p:nvPr>
            <p:ph type="body" sz="quarter" idx="34" hasCustomPrompt="1"/>
          </p:nvPr>
        </p:nvSpPr>
        <p:spPr>
          <a:xfrm>
            <a:off x="9152895" y="3651429"/>
            <a:ext cx="2011677" cy="265652"/>
          </a:xfrm>
        </p:spPr>
        <p:txBody>
          <a:bodyPr rIns="0"/>
          <a:lstStyle>
            <a:lvl1pPr marL="0" indent="0" algn="l">
              <a:lnSpc>
                <a:spcPts val="1600"/>
              </a:lnSpc>
              <a:spcAft>
                <a:spcPts val="600"/>
              </a:spcAft>
              <a:buFont typeface="Arial" panose="020B0604020202020204" pitchFamily="34" charset="0"/>
              <a:buNone/>
              <a:defRPr sz="1200" b="0" i="0">
                <a:solidFill>
                  <a:schemeClr val="accent1"/>
                </a:solidFill>
                <a:latin typeface="+mj-lt"/>
              </a:defRPr>
            </a:lvl1pPr>
            <a:lvl2pPr marL="239712" indent="0">
              <a:buNone/>
              <a:defRPr/>
            </a:lvl2pPr>
            <a:lvl3pPr marL="466725" indent="0">
              <a:buNone/>
              <a:defRPr/>
            </a:lvl3pPr>
            <a:lvl4pPr marL="1371600" indent="0">
              <a:buNone/>
              <a:defRPr/>
            </a:lvl4pPr>
            <a:lvl5pPr marL="1828800" indent="0">
              <a:buNone/>
              <a:defRPr/>
            </a:lvl5pPr>
          </a:lstStyle>
          <a:p>
            <a:pPr lvl="0"/>
            <a:r>
              <a:rPr lang="en-US"/>
              <a:t>Title Here</a:t>
            </a:r>
          </a:p>
        </p:txBody>
      </p:sp>
      <p:cxnSp>
        <p:nvCxnSpPr>
          <p:cNvPr id="31" name="Straight Connector 30">
            <a:extLst>
              <a:ext uri="{FF2B5EF4-FFF2-40B4-BE49-F238E27FC236}">
                <a16:creationId xmlns:a16="http://schemas.microsoft.com/office/drawing/2014/main" id="{CF0E889B-0173-0C42-B8DB-B0AC87A9A688}"/>
              </a:ext>
            </a:extLst>
          </p:cNvPr>
          <p:cNvCxnSpPr>
            <a:cxnSpLocks/>
          </p:cNvCxnSpPr>
          <p:nvPr userDrawn="1"/>
        </p:nvCxnSpPr>
        <p:spPr>
          <a:xfrm>
            <a:off x="450047" y="3353489"/>
            <a:ext cx="262906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6267727-3208-4649-99B2-02645128A38A}"/>
              </a:ext>
            </a:extLst>
          </p:cNvPr>
          <p:cNvCxnSpPr>
            <a:cxnSpLocks/>
          </p:cNvCxnSpPr>
          <p:nvPr userDrawn="1"/>
        </p:nvCxnSpPr>
        <p:spPr>
          <a:xfrm>
            <a:off x="3343668" y="3353489"/>
            <a:ext cx="262906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DAA047ED-2904-D143-97D1-A32C79E14CD5}"/>
              </a:ext>
            </a:extLst>
          </p:cNvPr>
          <p:cNvCxnSpPr>
            <a:cxnSpLocks/>
          </p:cNvCxnSpPr>
          <p:nvPr userDrawn="1"/>
        </p:nvCxnSpPr>
        <p:spPr>
          <a:xfrm>
            <a:off x="6237289" y="3353489"/>
            <a:ext cx="262906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B6D556DD-275A-8FEC-4594-A65091297408}"/>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accent1"/>
                </a:solidFill>
                <a:latin typeface="+mj-lt"/>
              </a:rPr>
              <a:t>Confidential</a:t>
            </a:r>
          </a:p>
        </p:txBody>
      </p:sp>
      <p:cxnSp>
        <p:nvCxnSpPr>
          <p:cNvPr id="51" name="Straight Connector 50">
            <a:extLst>
              <a:ext uri="{FF2B5EF4-FFF2-40B4-BE49-F238E27FC236}">
                <a16:creationId xmlns:a16="http://schemas.microsoft.com/office/drawing/2014/main" id="{94B4982E-2DC1-7DA7-21D2-60CF0E2D4061}"/>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59" name="Rounded Rectangle 58">
            <a:extLst>
              <a:ext uri="{FF2B5EF4-FFF2-40B4-BE49-F238E27FC236}">
                <a16:creationId xmlns:a16="http://schemas.microsoft.com/office/drawing/2014/main" id="{52A42038-514E-DD8B-0AC9-9D1F34D2760A}"/>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Slide Number Placeholder 5">
            <a:extLst>
              <a:ext uri="{FF2B5EF4-FFF2-40B4-BE49-F238E27FC236}">
                <a16:creationId xmlns:a16="http://schemas.microsoft.com/office/drawing/2014/main" id="{D3C7A094-16EF-D4BF-5D64-4058B6356C28}"/>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cxnSp>
        <p:nvCxnSpPr>
          <p:cNvPr id="44" name="Straight Connector 43">
            <a:extLst>
              <a:ext uri="{FF2B5EF4-FFF2-40B4-BE49-F238E27FC236}">
                <a16:creationId xmlns:a16="http://schemas.microsoft.com/office/drawing/2014/main" id="{54FD49A1-AF80-9E2B-5182-F8E3211E4027}"/>
              </a:ext>
            </a:extLst>
          </p:cNvPr>
          <p:cNvCxnSpPr>
            <a:cxnSpLocks/>
          </p:cNvCxnSpPr>
          <p:nvPr userDrawn="1"/>
        </p:nvCxnSpPr>
        <p:spPr>
          <a:xfrm>
            <a:off x="9152892" y="3353489"/>
            <a:ext cx="262906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842574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Quote_Statement">
    <p:bg>
      <p:bgPr>
        <a:solidFill>
          <a:schemeClr val="accent2"/>
        </a:solidFill>
        <a:effectLst/>
      </p:bgPr>
    </p:bg>
    <p:spTree>
      <p:nvGrpSpPr>
        <p:cNvPr id="1" name=""/>
        <p:cNvGrpSpPr/>
        <p:nvPr/>
      </p:nvGrpSpPr>
      <p:grpSpPr>
        <a:xfrm>
          <a:off x="0" y="0"/>
          <a:ext cx="0" cy="0"/>
          <a:chOff x="0" y="0"/>
          <a:chExt cx="0" cy="0"/>
        </a:xfrm>
      </p:grpSpPr>
      <p:cxnSp>
        <p:nvCxnSpPr>
          <p:cNvPr id="45" name="Straight Connector 44">
            <a:extLst>
              <a:ext uri="{FF2B5EF4-FFF2-40B4-BE49-F238E27FC236}">
                <a16:creationId xmlns:a16="http://schemas.microsoft.com/office/drawing/2014/main" id="{95A14D9D-82E3-F349-BE52-63BC561FEE14}"/>
              </a:ext>
            </a:extLst>
          </p:cNvPr>
          <p:cNvCxnSpPr>
            <a:cxnSpLocks/>
          </p:cNvCxnSpPr>
          <p:nvPr userDrawn="1"/>
        </p:nvCxnSpPr>
        <p:spPr>
          <a:xfrm>
            <a:off x="11634435" y="6412967"/>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46" name="Rounded Rectangle 45">
            <a:extLst>
              <a:ext uri="{FF2B5EF4-FFF2-40B4-BE49-F238E27FC236}">
                <a16:creationId xmlns:a16="http://schemas.microsoft.com/office/drawing/2014/main" id="{C6AE864F-189C-0B40-B760-21DF2F3E173C}"/>
              </a:ext>
            </a:extLst>
          </p:cNvPr>
          <p:cNvSpPr>
            <a:spLocks noChangeAspect="1"/>
          </p:cNvSpPr>
          <p:nvPr userDrawn="1"/>
        </p:nvSpPr>
        <p:spPr>
          <a:xfrm rot="2700000">
            <a:off x="11576386" y="6344385"/>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ound Single Corner Rectangle 21">
            <a:extLst>
              <a:ext uri="{FF2B5EF4-FFF2-40B4-BE49-F238E27FC236}">
                <a16:creationId xmlns:a16="http://schemas.microsoft.com/office/drawing/2014/main" id="{AD46FF13-C543-CD47-8F3C-0E5202A3534B}"/>
              </a:ext>
            </a:extLst>
          </p:cNvPr>
          <p:cNvSpPr/>
          <p:nvPr userDrawn="1"/>
        </p:nvSpPr>
        <p:spPr>
          <a:xfrm rot="5400000">
            <a:off x="1459687" y="-1459696"/>
            <a:ext cx="6886602" cy="9805991"/>
          </a:xfrm>
          <a:prstGeom prst="round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3" name="Right side ">
            <a:extLst>
              <a:ext uri="{FF2B5EF4-FFF2-40B4-BE49-F238E27FC236}">
                <a16:creationId xmlns:a16="http://schemas.microsoft.com/office/drawing/2014/main" id="{C7DCB3E0-65BB-4749-8440-103779AD880D}"/>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5924" t="1798" r="8377" b="7883"/>
          <a:stretch/>
        </p:blipFill>
        <p:spPr>
          <a:xfrm>
            <a:off x="2232891" y="0"/>
            <a:ext cx="7573095" cy="6886602"/>
          </a:xfrm>
          <a:prstGeom prst="rect">
            <a:avLst/>
          </a:prstGeom>
        </p:spPr>
      </p:pic>
      <p:sp>
        <p:nvSpPr>
          <p:cNvPr id="21" name="Freeform 20">
            <a:extLst>
              <a:ext uri="{FF2B5EF4-FFF2-40B4-BE49-F238E27FC236}">
                <a16:creationId xmlns:a16="http://schemas.microsoft.com/office/drawing/2014/main" id="{DFD15E9A-945C-4145-85F3-336590BDB1F7}"/>
              </a:ext>
            </a:extLst>
          </p:cNvPr>
          <p:cNvSpPr/>
          <p:nvPr userDrawn="1"/>
        </p:nvSpPr>
        <p:spPr>
          <a:xfrm>
            <a:off x="724912" y="1360801"/>
            <a:ext cx="1168591" cy="946615"/>
          </a:xfrm>
          <a:custGeom>
            <a:avLst/>
            <a:gdLst>
              <a:gd name="connsiteX0" fmla="*/ 0 w 1336609"/>
              <a:gd name="connsiteY0" fmla="*/ 657548 h 1082719"/>
              <a:gd name="connsiteX1" fmla="*/ 397509 w 1336609"/>
              <a:gd name="connsiteY1" fmla="*/ 0 h 1082719"/>
              <a:gd name="connsiteX2" fmla="*/ 586319 w 1336609"/>
              <a:gd name="connsiteY2" fmla="*/ 0 h 1082719"/>
              <a:gd name="connsiteX3" fmla="*/ 293112 w 1336609"/>
              <a:gd name="connsiteY3" fmla="*/ 593252 h 1082719"/>
              <a:gd name="connsiteX4" fmla="*/ 496863 w 1336609"/>
              <a:gd name="connsiteY4" fmla="*/ 593252 h 1082719"/>
              <a:gd name="connsiteX5" fmla="*/ 496863 w 1336609"/>
              <a:gd name="connsiteY5" fmla="*/ 1082720 h 1082719"/>
              <a:gd name="connsiteX6" fmla="*/ 0 w 1336609"/>
              <a:gd name="connsiteY6" fmla="*/ 1082720 h 1082719"/>
              <a:gd name="connsiteX7" fmla="*/ 0 w 1336609"/>
              <a:gd name="connsiteY7" fmla="*/ 657548 h 1082719"/>
              <a:gd name="connsiteX8" fmla="*/ 750291 w 1336609"/>
              <a:gd name="connsiteY8" fmla="*/ 657548 h 1082719"/>
              <a:gd name="connsiteX9" fmla="*/ 1147800 w 1336609"/>
              <a:gd name="connsiteY9" fmla="*/ 0 h 1082719"/>
              <a:gd name="connsiteX10" fmla="*/ 1336610 w 1336609"/>
              <a:gd name="connsiteY10" fmla="*/ 0 h 1082719"/>
              <a:gd name="connsiteX11" fmla="*/ 1043498 w 1336609"/>
              <a:gd name="connsiteY11" fmla="*/ 593252 h 1082719"/>
              <a:gd name="connsiteX12" fmla="*/ 1247153 w 1336609"/>
              <a:gd name="connsiteY12" fmla="*/ 593252 h 1082719"/>
              <a:gd name="connsiteX13" fmla="*/ 1247153 w 1336609"/>
              <a:gd name="connsiteY13" fmla="*/ 1082720 h 1082719"/>
              <a:gd name="connsiteX14" fmla="*/ 750291 w 1336609"/>
              <a:gd name="connsiteY14" fmla="*/ 1082720 h 1082719"/>
              <a:gd name="connsiteX15" fmla="*/ 750291 w 1336609"/>
              <a:gd name="connsiteY15" fmla="*/ 657548 h 1082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36609" h="1082719">
                <a:moveTo>
                  <a:pt x="0" y="657548"/>
                </a:moveTo>
                <a:lnTo>
                  <a:pt x="397509" y="0"/>
                </a:lnTo>
                <a:lnTo>
                  <a:pt x="586319" y="0"/>
                </a:lnTo>
                <a:lnTo>
                  <a:pt x="293112" y="593252"/>
                </a:lnTo>
                <a:lnTo>
                  <a:pt x="496863" y="593252"/>
                </a:lnTo>
                <a:lnTo>
                  <a:pt x="496863" y="1082720"/>
                </a:lnTo>
                <a:lnTo>
                  <a:pt x="0" y="1082720"/>
                </a:lnTo>
                <a:lnTo>
                  <a:pt x="0" y="657548"/>
                </a:lnTo>
                <a:close/>
                <a:moveTo>
                  <a:pt x="750291" y="657548"/>
                </a:moveTo>
                <a:lnTo>
                  <a:pt x="1147800" y="0"/>
                </a:lnTo>
                <a:lnTo>
                  <a:pt x="1336610" y="0"/>
                </a:lnTo>
                <a:lnTo>
                  <a:pt x="1043498" y="593252"/>
                </a:lnTo>
                <a:lnTo>
                  <a:pt x="1247153" y="593252"/>
                </a:lnTo>
                <a:lnTo>
                  <a:pt x="1247153" y="1082720"/>
                </a:lnTo>
                <a:lnTo>
                  <a:pt x="750291" y="1082720"/>
                </a:lnTo>
                <a:lnTo>
                  <a:pt x="750291" y="657548"/>
                </a:lnTo>
                <a:close/>
              </a:path>
            </a:pathLst>
          </a:custGeom>
          <a:solidFill>
            <a:schemeClr val="accent1">
              <a:lumMod val="10000"/>
              <a:lumOff val="90000"/>
            </a:schemeClr>
          </a:solidFill>
          <a:ln w="9500" cap="flat">
            <a:noFill/>
            <a:prstDash val="solid"/>
            <a:miter/>
          </a:ln>
        </p:spPr>
        <p:txBody>
          <a:bodyPr rtlCol="0" anchor="ctr"/>
          <a:lstStyle/>
          <a:p>
            <a:endParaRPr lang="en-GB"/>
          </a:p>
        </p:txBody>
      </p:sp>
      <p:sp>
        <p:nvSpPr>
          <p:cNvPr id="4" name="Title 3">
            <a:extLst>
              <a:ext uri="{FF2B5EF4-FFF2-40B4-BE49-F238E27FC236}">
                <a16:creationId xmlns:a16="http://schemas.microsoft.com/office/drawing/2014/main" id="{36608668-0C71-D84E-BAE5-6E0294650572}"/>
              </a:ext>
            </a:extLst>
          </p:cNvPr>
          <p:cNvSpPr>
            <a:spLocks noGrp="1"/>
          </p:cNvSpPr>
          <p:nvPr>
            <p:ph type="title" hasCustomPrompt="1"/>
          </p:nvPr>
        </p:nvSpPr>
        <p:spPr>
          <a:xfrm>
            <a:off x="2264520" y="1360800"/>
            <a:ext cx="6089767" cy="3309171"/>
          </a:xfrm>
        </p:spPr>
        <p:txBody>
          <a:bodyPr/>
          <a:lstStyle>
            <a:lvl1pPr marL="0" indent="0">
              <a:lnSpc>
                <a:spcPct val="100000"/>
              </a:lnSpc>
              <a:buNone/>
              <a:defRPr sz="3600"/>
            </a:lvl1pPr>
          </a:lstStyle>
          <a:p>
            <a:pPr marL="0" indent="0">
              <a:lnSpc>
                <a:spcPts val="3800"/>
              </a:lnSpc>
              <a:buNone/>
            </a:pPr>
            <a:r>
              <a:rPr lang="en-GB" sz="3200">
                <a:solidFill>
                  <a:schemeClr val="accent2"/>
                </a:solidFill>
                <a:latin typeface="Franklin Gothic Medium" panose="020B0603020102020204" pitchFamily="34" charset="0"/>
              </a:rPr>
              <a:t>Statement Slide </a:t>
            </a:r>
            <a:r>
              <a:rPr lang="en-GB" sz="3200" err="1">
                <a:latin typeface="Franklin Gothic Medium" panose="020B0603020102020204" pitchFamily="34" charset="0"/>
              </a:rPr>
              <a:t>dolor</a:t>
            </a:r>
            <a:r>
              <a:rPr lang="en-GB" sz="3200">
                <a:latin typeface="Franklin Gothic Medium" panose="020B0603020102020204" pitchFamily="34" charset="0"/>
              </a:rPr>
              <a:t> sit am, </a:t>
            </a:r>
            <a:r>
              <a:rPr lang="en-GB" sz="3200" err="1">
                <a:latin typeface="Franklin Gothic Medium" panose="020B0603020102020204" pitchFamily="34" charset="0"/>
              </a:rPr>
              <a:t>consectetur</a:t>
            </a:r>
            <a:r>
              <a:rPr lang="en-GB" sz="3200">
                <a:latin typeface="Franklin Gothic Medium" panose="020B0603020102020204" pitchFamily="34" charset="0"/>
              </a:rPr>
              <a:t> </a:t>
            </a:r>
            <a:r>
              <a:rPr lang="en-GB" sz="3200" err="1">
                <a:latin typeface="Franklin Gothic Medium" panose="020B0603020102020204" pitchFamily="34" charset="0"/>
              </a:rPr>
              <a:t>adipiscing</a:t>
            </a:r>
            <a:r>
              <a:rPr lang="en-GB" sz="3200">
                <a:latin typeface="Franklin Gothic Medium" panose="020B0603020102020204" pitchFamily="34" charset="0"/>
              </a:rPr>
              <a:t> </a:t>
            </a:r>
            <a:r>
              <a:rPr lang="en-GB" sz="3200" err="1">
                <a:latin typeface="Franklin Gothic Medium" panose="020B0603020102020204" pitchFamily="34" charset="0"/>
              </a:rPr>
              <a:t>elit</a:t>
            </a:r>
            <a:r>
              <a:rPr lang="en-GB" sz="3200">
                <a:latin typeface="Franklin Gothic Medium" panose="020B0603020102020204" pitchFamily="34" charset="0"/>
              </a:rPr>
              <a:t>. Cras </a:t>
            </a:r>
            <a:br>
              <a:rPr lang="en-GB" sz="3200">
                <a:latin typeface="Franklin Gothic Medium" panose="020B0603020102020204" pitchFamily="34" charset="0"/>
              </a:rPr>
            </a:br>
            <a:r>
              <a:rPr lang="en-GB" sz="3200" err="1">
                <a:latin typeface="Franklin Gothic Medium" panose="020B0603020102020204" pitchFamily="34" charset="0"/>
              </a:rPr>
              <a:t>ut</a:t>
            </a:r>
            <a:r>
              <a:rPr lang="en-GB" sz="3200">
                <a:latin typeface="Franklin Gothic Medium" panose="020B0603020102020204" pitchFamily="34" charset="0"/>
              </a:rPr>
              <a:t> auctor </a:t>
            </a:r>
            <a:r>
              <a:rPr lang="en-GB" sz="3200" err="1">
                <a:latin typeface="Franklin Gothic Medium" panose="020B0603020102020204" pitchFamily="34" charset="0"/>
              </a:rPr>
              <a:t>orci</a:t>
            </a:r>
            <a:r>
              <a:rPr lang="en-GB" sz="3200">
                <a:latin typeface="Franklin Gothic Medium" panose="020B0603020102020204" pitchFamily="34" charset="0"/>
              </a:rPr>
              <a:t>, in </a:t>
            </a:r>
            <a:r>
              <a:rPr lang="en-GB" sz="3200" err="1">
                <a:latin typeface="Franklin Gothic Medium" panose="020B0603020102020204" pitchFamily="34" charset="0"/>
              </a:rPr>
              <a:t>lobortis</a:t>
            </a:r>
            <a:r>
              <a:rPr lang="en-GB" sz="3200">
                <a:latin typeface="Franklin Gothic Medium" panose="020B0603020102020204" pitchFamily="34" charset="0"/>
              </a:rPr>
              <a:t> </a:t>
            </a:r>
            <a:r>
              <a:rPr lang="en-GB" sz="3200" err="1">
                <a:latin typeface="Franklin Gothic Medium" panose="020B0603020102020204" pitchFamily="34" charset="0"/>
              </a:rPr>
              <a:t>augue</a:t>
            </a:r>
            <a:r>
              <a:rPr lang="en-GB" sz="3200">
                <a:latin typeface="Franklin Gothic Medium" panose="020B0603020102020204" pitchFamily="34" charset="0"/>
              </a:rPr>
              <a:t>. </a:t>
            </a:r>
            <a:r>
              <a:rPr lang="en-GB" sz="3200" err="1">
                <a:latin typeface="Franklin Gothic Medium" panose="020B0603020102020204" pitchFamily="34" charset="0"/>
              </a:rPr>
              <a:t>Etiam</a:t>
            </a:r>
            <a:r>
              <a:rPr lang="en-GB" sz="3200">
                <a:latin typeface="Franklin Gothic Medium" panose="020B0603020102020204" pitchFamily="34" charset="0"/>
              </a:rPr>
              <a:t> vitae </a:t>
            </a:r>
            <a:r>
              <a:rPr lang="en-GB" sz="3200" err="1">
                <a:latin typeface="Franklin Gothic Medium" panose="020B0603020102020204" pitchFamily="34" charset="0"/>
              </a:rPr>
              <a:t>molestie</a:t>
            </a:r>
            <a:r>
              <a:rPr lang="en-GB" sz="3200">
                <a:latin typeface="Franklin Gothic Medium" panose="020B0603020102020204" pitchFamily="34" charset="0"/>
              </a:rPr>
              <a:t> </a:t>
            </a:r>
            <a:r>
              <a:rPr lang="en-GB" sz="3200" err="1">
                <a:latin typeface="Franklin Gothic Medium" panose="020B0603020102020204" pitchFamily="34" charset="0"/>
              </a:rPr>
              <a:t>felis</a:t>
            </a:r>
            <a:r>
              <a:rPr lang="en-GB" sz="3200">
                <a:latin typeface="Franklin Gothic Medium" panose="020B0603020102020204" pitchFamily="34" charset="0"/>
              </a:rPr>
              <a:t>. </a:t>
            </a:r>
            <a:br>
              <a:rPr lang="en-GB" sz="3200">
                <a:latin typeface="Franklin Gothic Medium" panose="020B0603020102020204" pitchFamily="34" charset="0"/>
              </a:rPr>
            </a:br>
            <a:r>
              <a:rPr lang="en-GB" sz="3200">
                <a:latin typeface="Franklin Gothic Medium" panose="020B0603020102020204" pitchFamily="34" charset="0"/>
              </a:rPr>
              <a:t>Aliquam </a:t>
            </a:r>
            <a:r>
              <a:rPr lang="en-GB" sz="3200" err="1">
                <a:latin typeface="Franklin Gothic Medium" panose="020B0603020102020204" pitchFamily="34" charset="0"/>
              </a:rPr>
              <a:t>pellentesque</a:t>
            </a:r>
            <a:r>
              <a:rPr lang="en-GB" sz="3200">
                <a:latin typeface="Franklin Gothic Medium" panose="020B0603020102020204" pitchFamily="34" charset="0"/>
              </a:rPr>
              <a:t> porta </a:t>
            </a:r>
            <a:r>
              <a:rPr lang="en-GB" sz="3200" err="1">
                <a:latin typeface="Franklin Gothic Medium" panose="020B0603020102020204" pitchFamily="34" charset="0"/>
              </a:rPr>
              <a:t>consequat</a:t>
            </a:r>
            <a:r>
              <a:rPr lang="en-GB" sz="3200">
                <a:latin typeface="Franklin Gothic Medium" panose="020B0603020102020204" pitchFamily="34" charset="0"/>
              </a:rPr>
              <a:t>. Aliquam </a:t>
            </a:r>
            <a:r>
              <a:rPr lang="en-GB" sz="3200" err="1">
                <a:latin typeface="Franklin Gothic Medium" panose="020B0603020102020204" pitchFamily="34" charset="0"/>
              </a:rPr>
              <a:t>posuere</a:t>
            </a:r>
            <a:r>
              <a:rPr lang="en-GB" sz="3200">
                <a:latin typeface="Franklin Gothic Medium" panose="020B0603020102020204" pitchFamily="34" charset="0"/>
              </a:rPr>
              <a:t>, </a:t>
            </a:r>
            <a:r>
              <a:rPr lang="en-GB" sz="3200" err="1">
                <a:latin typeface="Franklin Gothic Medium" panose="020B0603020102020204" pitchFamily="34" charset="0"/>
              </a:rPr>
              <a:t>lectus</a:t>
            </a:r>
            <a:r>
              <a:rPr lang="en-GB" sz="3200">
                <a:latin typeface="Franklin Gothic Medium" panose="020B0603020102020204" pitchFamily="34" charset="0"/>
              </a:rPr>
              <a:t> </a:t>
            </a:r>
            <a:r>
              <a:rPr lang="en-GB" sz="3200" err="1">
                <a:latin typeface="Franklin Gothic Medium" panose="020B0603020102020204" pitchFamily="34" charset="0"/>
              </a:rPr>
              <a:t>sed</a:t>
            </a:r>
            <a:r>
              <a:rPr lang="en-GB" sz="3200">
                <a:latin typeface="Franklin Gothic Medium" panose="020B0603020102020204" pitchFamily="34" charset="0"/>
              </a:rPr>
              <a:t> </a:t>
            </a:r>
            <a:r>
              <a:rPr lang="en-GB" sz="3200" err="1">
                <a:latin typeface="Franklin Gothic Medium" panose="020B0603020102020204" pitchFamily="34" charset="0"/>
              </a:rPr>
              <a:t>adipiscing</a:t>
            </a:r>
            <a:r>
              <a:rPr lang="en-GB" sz="3200">
                <a:latin typeface="Franklin Gothic Medium" panose="020B0603020102020204" pitchFamily="34" charset="0"/>
              </a:rPr>
              <a:t>.</a:t>
            </a:r>
          </a:p>
        </p:txBody>
      </p:sp>
      <p:grpSp>
        <p:nvGrpSpPr>
          <p:cNvPr id="15" name="Graphic 62" hidden="1">
            <a:extLst>
              <a:ext uri="{FF2B5EF4-FFF2-40B4-BE49-F238E27FC236}">
                <a16:creationId xmlns:a16="http://schemas.microsoft.com/office/drawing/2014/main" id="{83A1819B-53A5-E944-8506-3333A678F4A6}"/>
              </a:ext>
            </a:extLst>
          </p:cNvPr>
          <p:cNvGrpSpPr/>
          <p:nvPr userDrawn="1"/>
        </p:nvGrpSpPr>
        <p:grpSpPr>
          <a:xfrm>
            <a:off x="11389259" y="6063628"/>
            <a:ext cx="352694" cy="349203"/>
            <a:chOff x="10767269" y="208371"/>
            <a:chExt cx="182844" cy="181034"/>
          </a:xfrm>
          <a:solidFill>
            <a:schemeClr val="bg1"/>
          </a:solidFill>
        </p:grpSpPr>
        <p:sp>
          <p:nvSpPr>
            <p:cNvPr id="16" name="Freeform 15">
              <a:extLst>
                <a:ext uri="{FF2B5EF4-FFF2-40B4-BE49-F238E27FC236}">
                  <a16:creationId xmlns:a16="http://schemas.microsoft.com/office/drawing/2014/main" id="{F484DDA6-0ADA-234E-A561-AC8432F74410}"/>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grp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BF1B9B5B-3858-624D-B612-E93A3B60D086}"/>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grp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2EAA171B-D5DC-BE47-96AC-8CF4A5AD9AED}"/>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grp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38EFD4C6-EB58-7B46-A1E7-FC68A3659800}"/>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grp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FCE7C1B9-7A32-2745-B2CB-14AE21B87B8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grpFill/>
            <a:ln w="1795" cap="flat">
              <a:noFill/>
              <a:prstDash val="solid"/>
              <a:miter/>
            </a:ln>
          </p:spPr>
          <p:txBody>
            <a:bodyPr rtlCol="0" anchor="ctr"/>
            <a:lstStyle/>
            <a:p>
              <a:endParaRPr lang="en-GB"/>
            </a:p>
          </p:txBody>
        </p:sp>
      </p:grpSp>
      <p:sp>
        <p:nvSpPr>
          <p:cNvPr id="30" name="TextBox 29">
            <a:extLst>
              <a:ext uri="{FF2B5EF4-FFF2-40B4-BE49-F238E27FC236}">
                <a16:creationId xmlns:a16="http://schemas.microsoft.com/office/drawing/2014/main" id="{5E13A6C9-0B68-6FA9-CAB7-3E4BFA625552}"/>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accent1"/>
                </a:solidFill>
                <a:latin typeface="+mj-lt"/>
              </a:rPr>
              <a:t>Confidential</a:t>
            </a:r>
          </a:p>
        </p:txBody>
      </p:sp>
      <p:sp>
        <p:nvSpPr>
          <p:cNvPr id="23" name="Slide Number Placeholder 5">
            <a:extLst>
              <a:ext uri="{FF2B5EF4-FFF2-40B4-BE49-F238E27FC236}">
                <a16:creationId xmlns:a16="http://schemas.microsoft.com/office/drawing/2014/main" id="{FC22FF65-1E8C-481C-4221-E2F3A19F296C}"/>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bg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57680098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ver 1">
    <p:spTree>
      <p:nvGrpSpPr>
        <p:cNvPr id="1" name=""/>
        <p:cNvGrpSpPr/>
        <p:nvPr/>
      </p:nvGrpSpPr>
      <p:grpSpPr>
        <a:xfrm>
          <a:off x="0" y="0"/>
          <a:ext cx="0" cy="0"/>
          <a:chOff x="0" y="0"/>
          <a:chExt cx="0" cy="0"/>
        </a:xfrm>
      </p:grpSpPr>
      <p:sp>
        <p:nvSpPr>
          <p:cNvPr id="4" name="Picture Placeholder 3" hidden="1">
            <a:extLst>
              <a:ext uri="{FF2B5EF4-FFF2-40B4-BE49-F238E27FC236}">
                <a16:creationId xmlns:a16="http://schemas.microsoft.com/office/drawing/2014/main" id="{50414987-E602-D247-B27C-47B0956233F2}"/>
              </a:ext>
            </a:extLst>
          </p:cNvPr>
          <p:cNvSpPr>
            <a:spLocks noGrp="1"/>
          </p:cNvSpPr>
          <p:nvPr>
            <p:ph type="pic" sz="quarter" idx="10"/>
          </p:nvPr>
        </p:nvSpPr>
        <p:spPr>
          <a:xfrm>
            <a:off x="-1" y="-1"/>
            <a:ext cx="12292150" cy="6857999"/>
          </a:xfrm>
          <a:solidFill>
            <a:schemeClr val="bg1">
              <a:lumMod val="95000"/>
            </a:schemeClr>
          </a:solidFill>
        </p:spPr>
        <p:txBody>
          <a:bodyPr/>
          <a:lstStyle>
            <a:lvl1pPr marL="0" indent="0">
              <a:buNone/>
              <a:defRPr/>
            </a:lvl1pPr>
          </a:lstStyle>
          <a:p>
            <a:endParaRPr lang="en-GB"/>
          </a:p>
        </p:txBody>
      </p:sp>
      <p:grpSp>
        <p:nvGrpSpPr>
          <p:cNvPr id="7" name="Graphic 16">
            <a:extLst>
              <a:ext uri="{FF2B5EF4-FFF2-40B4-BE49-F238E27FC236}">
                <a16:creationId xmlns:a16="http://schemas.microsoft.com/office/drawing/2014/main" id="{3F55EC19-6DD8-114B-8C44-87A83E4A105B}"/>
              </a:ext>
            </a:extLst>
          </p:cNvPr>
          <p:cNvGrpSpPr/>
          <p:nvPr userDrawn="1"/>
        </p:nvGrpSpPr>
        <p:grpSpPr>
          <a:xfrm>
            <a:off x="0" y="0"/>
            <a:ext cx="12192000" cy="6858000"/>
            <a:chOff x="0" y="0"/>
            <a:chExt cx="12192000" cy="6858000"/>
          </a:xfrm>
          <a:solidFill>
            <a:srgbClr val="071F3E"/>
          </a:solidFill>
        </p:grpSpPr>
        <p:sp>
          <p:nvSpPr>
            <p:cNvPr id="8" name="Freeform 7">
              <a:extLst>
                <a:ext uri="{FF2B5EF4-FFF2-40B4-BE49-F238E27FC236}">
                  <a16:creationId xmlns:a16="http://schemas.microsoft.com/office/drawing/2014/main" id="{F9DB5CB7-F9BA-E34D-9701-10C66172BCBA}"/>
                </a:ext>
              </a:extLst>
            </p:cNvPr>
            <p:cNvSpPr/>
            <p:nvPr/>
          </p:nvSpPr>
          <p:spPr>
            <a:xfrm>
              <a:off x="0" y="0"/>
              <a:ext cx="10436288" cy="6858000"/>
            </a:xfrm>
            <a:custGeom>
              <a:avLst/>
              <a:gdLst>
                <a:gd name="connsiteX0" fmla="*/ 10436289 w 10436288"/>
                <a:gd name="connsiteY0" fmla="*/ 0 h 6858000"/>
                <a:gd name="connsiteX1" fmla="*/ 8992426 w 10436288"/>
                <a:gd name="connsiteY1" fmla="*/ 1443800 h 6858000"/>
                <a:gd name="connsiteX2" fmla="*/ 8650669 w 10436288"/>
                <a:gd name="connsiteY2" fmla="*/ 1585405 h 6858000"/>
                <a:gd name="connsiteX3" fmla="*/ 6253734 w 10436288"/>
                <a:gd name="connsiteY3" fmla="*/ 1585405 h 6858000"/>
                <a:gd name="connsiteX4" fmla="*/ 5770436 w 10436288"/>
                <a:gd name="connsiteY4" fmla="*/ 2068703 h 6858000"/>
                <a:gd name="connsiteX5" fmla="*/ 5770436 w 10436288"/>
                <a:gd name="connsiteY5" fmla="*/ 4465765 h 6858000"/>
                <a:gd name="connsiteX6" fmla="*/ 5628894 w 10436288"/>
                <a:gd name="connsiteY6" fmla="*/ 4807522 h 6858000"/>
                <a:gd name="connsiteX7" fmla="*/ 3578352 w 10436288"/>
                <a:gd name="connsiteY7" fmla="*/ 6858000 h 6858000"/>
                <a:gd name="connsiteX8" fmla="*/ 0 w 10436288"/>
                <a:gd name="connsiteY8" fmla="*/ 6858000 h 6858000"/>
                <a:gd name="connsiteX9" fmla="*/ 0 w 10436288"/>
                <a:gd name="connsiteY9" fmla="*/ 0 h 6858000"/>
                <a:gd name="connsiteX10" fmla="*/ 10436289 w 10436288"/>
                <a:gd name="connsiteY10"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436288" h="6858000">
                  <a:moveTo>
                    <a:pt x="10436289" y="0"/>
                  </a:moveTo>
                  <a:lnTo>
                    <a:pt x="8992426" y="1443800"/>
                  </a:lnTo>
                  <a:cubicBezTo>
                    <a:pt x="8901811" y="1534478"/>
                    <a:pt x="8778875" y="1585405"/>
                    <a:pt x="8650669" y="1585405"/>
                  </a:cubicBezTo>
                  <a:lnTo>
                    <a:pt x="6253734" y="1585405"/>
                  </a:lnTo>
                  <a:cubicBezTo>
                    <a:pt x="5986844" y="1585405"/>
                    <a:pt x="5770436" y="1801749"/>
                    <a:pt x="5770436" y="2068703"/>
                  </a:cubicBezTo>
                  <a:lnTo>
                    <a:pt x="5770436" y="4465765"/>
                  </a:lnTo>
                  <a:cubicBezTo>
                    <a:pt x="5770436" y="4593908"/>
                    <a:pt x="5719509" y="4716844"/>
                    <a:pt x="5628894" y="4807522"/>
                  </a:cubicBezTo>
                  <a:lnTo>
                    <a:pt x="3578352" y="6858000"/>
                  </a:lnTo>
                  <a:lnTo>
                    <a:pt x="0" y="6858000"/>
                  </a:lnTo>
                  <a:lnTo>
                    <a:pt x="0" y="0"/>
                  </a:lnTo>
                  <a:lnTo>
                    <a:pt x="10436289" y="0"/>
                  </a:lnTo>
                  <a:close/>
                </a:path>
              </a:pathLst>
            </a:custGeom>
            <a:solidFill>
              <a:srgbClr val="071F3E"/>
            </a:solidFill>
            <a:ln w="6350"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07CEF7E6-48F3-C943-A34E-3EB2BD17015B}"/>
                </a:ext>
              </a:extLst>
            </p:cNvPr>
            <p:cNvSpPr/>
            <p:nvPr/>
          </p:nvSpPr>
          <p:spPr>
            <a:xfrm>
              <a:off x="7821485" y="2487548"/>
              <a:ext cx="4370514" cy="4370451"/>
            </a:xfrm>
            <a:custGeom>
              <a:avLst/>
              <a:gdLst>
                <a:gd name="connsiteX0" fmla="*/ 4370515 w 4370514"/>
                <a:gd name="connsiteY0" fmla="*/ 0 h 4370451"/>
                <a:gd name="connsiteX1" fmla="*/ 4370515 w 4370514"/>
                <a:gd name="connsiteY1" fmla="*/ 4370451 h 4370451"/>
                <a:gd name="connsiteX2" fmla="*/ 0 w 4370514"/>
                <a:gd name="connsiteY2" fmla="*/ 4370451 h 4370451"/>
                <a:gd name="connsiteX3" fmla="*/ 496380 w 4370514"/>
                <a:gd name="connsiteY3" fmla="*/ 3874072 h 4370451"/>
                <a:gd name="connsiteX4" fmla="*/ 838835 w 4370514"/>
                <a:gd name="connsiteY4" fmla="*/ 3732213 h 4370451"/>
                <a:gd name="connsiteX5" fmla="*/ 3242437 w 4370514"/>
                <a:gd name="connsiteY5" fmla="*/ 3732213 h 4370451"/>
                <a:gd name="connsiteX6" fmla="*/ 3726752 w 4370514"/>
                <a:gd name="connsiteY6" fmla="*/ 3247835 h 4370451"/>
                <a:gd name="connsiteX7" fmla="*/ 3726752 w 4370514"/>
                <a:gd name="connsiteY7" fmla="*/ 844296 h 4370451"/>
                <a:gd name="connsiteX8" fmla="*/ 3868674 w 4370514"/>
                <a:gd name="connsiteY8" fmla="*/ 501841 h 4370451"/>
                <a:gd name="connsiteX9" fmla="*/ 4370515 w 4370514"/>
                <a:gd name="connsiteY9" fmla="*/ 0 h 4370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70514" h="4370451">
                  <a:moveTo>
                    <a:pt x="4370515" y="0"/>
                  </a:moveTo>
                  <a:lnTo>
                    <a:pt x="4370515" y="4370451"/>
                  </a:lnTo>
                  <a:lnTo>
                    <a:pt x="0" y="4370451"/>
                  </a:lnTo>
                  <a:lnTo>
                    <a:pt x="496380" y="3874072"/>
                  </a:lnTo>
                  <a:cubicBezTo>
                    <a:pt x="587184" y="3783267"/>
                    <a:pt x="710375" y="3732213"/>
                    <a:pt x="838835" y="3732213"/>
                  </a:cubicBezTo>
                  <a:lnTo>
                    <a:pt x="3242437" y="3732213"/>
                  </a:lnTo>
                  <a:cubicBezTo>
                    <a:pt x="3509899" y="3732213"/>
                    <a:pt x="3726752" y="3515360"/>
                    <a:pt x="3726752" y="3247835"/>
                  </a:cubicBezTo>
                  <a:lnTo>
                    <a:pt x="3726752" y="844296"/>
                  </a:lnTo>
                  <a:cubicBezTo>
                    <a:pt x="3726752" y="715836"/>
                    <a:pt x="3777806" y="592646"/>
                    <a:pt x="3868674" y="501841"/>
                  </a:cubicBezTo>
                  <a:lnTo>
                    <a:pt x="4370515" y="0"/>
                  </a:lnTo>
                  <a:close/>
                </a:path>
              </a:pathLst>
            </a:custGeom>
            <a:solidFill>
              <a:schemeClr val="accent2"/>
            </a:solidFill>
            <a:ln w="6350" cap="flat">
              <a:noFill/>
              <a:prstDash val="solid"/>
              <a:miter/>
            </a:ln>
          </p:spPr>
          <p:txBody>
            <a:bodyPr rtlCol="0" anchor="ctr"/>
            <a:lstStyle/>
            <a:p>
              <a:endParaRPr lang="en-US"/>
            </a:p>
          </p:txBody>
        </p:sp>
      </p:grpSp>
      <p:sp>
        <p:nvSpPr>
          <p:cNvPr id="10" name="Freeform 9">
            <a:extLst>
              <a:ext uri="{FF2B5EF4-FFF2-40B4-BE49-F238E27FC236}">
                <a16:creationId xmlns:a16="http://schemas.microsoft.com/office/drawing/2014/main" id="{6EE0003A-A4F5-0F49-9924-CB5B6307F8DD}"/>
              </a:ext>
            </a:extLst>
          </p:cNvPr>
          <p:cNvSpPr/>
          <p:nvPr userDrawn="1"/>
        </p:nvSpPr>
        <p:spPr>
          <a:xfrm>
            <a:off x="7821486" y="2487547"/>
            <a:ext cx="4370514" cy="4370451"/>
          </a:xfrm>
          <a:custGeom>
            <a:avLst/>
            <a:gdLst>
              <a:gd name="connsiteX0" fmla="*/ 4370515 w 4370514"/>
              <a:gd name="connsiteY0" fmla="*/ 0 h 4370451"/>
              <a:gd name="connsiteX1" fmla="*/ 4370515 w 4370514"/>
              <a:gd name="connsiteY1" fmla="*/ 4370451 h 4370451"/>
              <a:gd name="connsiteX2" fmla="*/ 0 w 4370514"/>
              <a:gd name="connsiteY2" fmla="*/ 4370451 h 4370451"/>
              <a:gd name="connsiteX3" fmla="*/ 496380 w 4370514"/>
              <a:gd name="connsiteY3" fmla="*/ 3874072 h 4370451"/>
              <a:gd name="connsiteX4" fmla="*/ 838835 w 4370514"/>
              <a:gd name="connsiteY4" fmla="*/ 3732213 h 4370451"/>
              <a:gd name="connsiteX5" fmla="*/ 3242437 w 4370514"/>
              <a:gd name="connsiteY5" fmla="*/ 3732213 h 4370451"/>
              <a:gd name="connsiteX6" fmla="*/ 3726752 w 4370514"/>
              <a:gd name="connsiteY6" fmla="*/ 3247835 h 4370451"/>
              <a:gd name="connsiteX7" fmla="*/ 3726752 w 4370514"/>
              <a:gd name="connsiteY7" fmla="*/ 844296 h 4370451"/>
              <a:gd name="connsiteX8" fmla="*/ 3868674 w 4370514"/>
              <a:gd name="connsiteY8" fmla="*/ 501841 h 4370451"/>
              <a:gd name="connsiteX9" fmla="*/ 4370515 w 4370514"/>
              <a:gd name="connsiteY9" fmla="*/ 0 h 4370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70514" h="4370451">
                <a:moveTo>
                  <a:pt x="4370515" y="0"/>
                </a:moveTo>
                <a:lnTo>
                  <a:pt x="4370515" y="4370451"/>
                </a:lnTo>
                <a:lnTo>
                  <a:pt x="0" y="4370451"/>
                </a:lnTo>
                <a:lnTo>
                  <a:pt x="496380" y="3874072"/>
                </a:lnTo>
                <a:cubicBezTo>
                  <a:pt x="587184" y="3783267"/>
                  <a:pt x="710375" y="3732213"/>
                  <a:pt x="838835" y="3732213"/>
                </a:cubicBezTo>
                <a:lnTo>
                  <a:pt x="3242437" y="3732213"/>
                </a:lnTo>
                <a:cubicBezTo>
                  <a:pt x="3509899" y="3732213"/>
                  <a:pt x="3726752" y="3515360"/>
                  <a:pt x="3726752" y="3247835"/>
                </a:cubicBezTo>
                <a:lnTo>
                  <a:pt x="3726752" y="844296"/>
                </a:lnTo>
                <a:cubicBezTo>
                  <a:pt x="3726752" y="715836"/>
                  <a:pt x="3777806" y="592646"/>
                  <a:pt x="3868674" y="501841"/>
                </a:cubicBezTo>
                <a:lnTo>
                  <a:pt x="4370515" y="0"/>
                </a:lnTo>
                <a:close/>
              </a:path>
            </a:pathLst>
          </a:custGeom>
          <a:blipFill dpi="0" rotWithShape="1">
            <a:blip>
              <a:extLst>
                <a:ext uri="{96DAC541-7B7A-43D3-8B79-37D633B846F1}">
                  <asvg:svgBlip xmlns:asvg="http://schemas.microsoft.com/office/drawing/2016/SVG/main" r:embed="rId2"/>
                </a:ext>
              </a:extLst>
            </a:blip>
            <a:srcRect/>
            <a:stretch>
              <a:fillRect l="-28634" t="-9866" r="-32814" b="-6844"/>
            </a:stretch>
          </a:blipFill>
          <a:ln w="6350" cap="flat">
            <a:noFill/>
            <a:prstDash val="solid"/>
            <a:miter/>
          </a:ln>
        </p:spPr>
        <p:txBody>
          <a:bodyPr rtlCol="0" anchor="ctr"/>
          <a:lstStyle/>
          <a:p>
            <a:endParaRPr lang="en-US"/>
          </a:p>
        </p:txBody>
      </p:sp>
      <p:sp>
        <p:nvSpPr>
          <p:cNvPr id="6" name="Title 5">
            <a:extLst>
              <a:ext uri="{FF2B5EF4-FFF2-40B4-BE49-F238E27FC236}">
                <a16:creationId xmlns:a16="http://schemas.microsoft.com/office/drawing/2014/main" id="{F29E55CC-5655-1C46-B225-9E47F4070043}"/>
              </a:ext>
            </a:extLst>
          </p:cNvPr>
          <p:cNvSpPr>
            <a:spLocks noGrp="1"/>
          </p:cNvSpPr>
          <p:nvPr>
            <p:ph type="title" hasCustomPrompt="1"/>
          </p:nvPr>
        </p:nvSpPr>
        <p:spPr>
          <a:xfrm>
            <a:off x="450047" y="2578455"/>
            <a:ext cx="4547403" cy="862154"/>
          </a:xfrm>
        </p:spPr>
        <p:txBody>
          <a:bodyPr/>
          <a:lstStyle>
            <a:lvl1pPr>
              <a:lnSpc>
                <a:spcPts val="3800"/>
              </a:lnSpc>
              <a:defRPr sz="4000">
                <a:solidFill>
                  <a:schemeClr val="bg1"/>
                </a:solidFill>
              </a:defRPr>
            </a:lvl1pPr>
          </a:lstStyle>
          <a:p>
            <a:r>
              <a:rPr lang="en-US"/>
              <a:t>Click To Edit Master Title Style</a:t>
            </a:r>
            <a:endParaRPr lang="en-GB"/>
          </a:p>
        </p:txBody>
      </p:sp>
      <p:sp>
        <p:nvSpPr>
          <p:cNvPr id="11" name="Text Placeholder 10">
            <a:extLst>
              <a:ext uri="{FF2B5EF4-FFF2-40B4-BE49-F238E27FC236}">
                <a16:creationId xmlns:a16="http://schemas.microsoft.com/office/drawing/2014/main" id="{495540D7-504C-074F-81A7-37787D7A7BFC}"/>
              </a:ext>
            </a:extLst>
          </p:cNvPr>
          <p:cNvSpPr>
            <a:spLocks noGrp="1"/>
          </p:cNvSpPr>
          <p:nvPr>
            <p:ph type="body" sz="quarter" idx="11" hasCustomPrompt="1"/>
          </p:nvPr>
        </p:nvSpPr>
        <p:spPr>
          <a:xfrm>
            <a:off x="454025" y="4672772"/>
            <a:ext cx="3851275" cy="347799"/>
          </a:xfrm>
        </p:spPr>
        <p:txBody>
          <a:bodyPr/>
          <a:lstStyle>
            <a:lvl1pPr marL="0" indent="0">
              <a:spcAft>
                <a:spcPts val="0"/>
              </a:spcAft>
              <a:buNone/>
              <a:defRPr>
                <a:solidFill>
                  <a:schemeClr val="accent3"/>
                </a:solidFill>
              </a:defRPr>
            </a:lvl1pPr>
            <a:lvl2pPr marL="239712" indent="0">
              <a:buNone/>
              <a:defRPr>
                <a:solidFill>
                  <a:schemeClr val="bg1"/>
                </a:solidFill>
              </a:defRPr>
            </a:lvl2pPr>
            <a:lvl3pPr marL="466725"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Month, Year</a:t>
            </a:r>
          </a:p>
        </p:txBody>
      </p:sp>
      <p:pic>
        <p:nvPicPr>
          <p:cNvPr id="12" name="Graphic 11">
            <a:extLst>
              <a:ext uri="{FF2B5EF4-FFF2-40B4-BE49-F238E27FC236}">
                <a16:creationId xmlns:a16="http://schemas.microsoft.com/office/drawing/2014/main" id="{AB1DA241-DBEB-9643-AD56-E078E2FDA46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34240" y="454025"/>
            <a:ext cx="3581400" cy="710595"/>
          </a:xfrm>
          <a:prstGeom prst="rect">
            <a:avLst/>
          </a:prstGeom>
        </p:spPr>
      </p:pic>
      <p:sp>
        <p:nvSpPr>
          <p:cNvPr id="20" name="Picture Placeholder 19">
            <a:extLst>
              <a:ext uri="{FF2B5EF4-FFF2-40B4-BE49-F238E27FC236}">
                <a16:creationId xmlns:a16="http://schemas.microsoft.com/office/drawing/2014/main" id="{4FF61B82-B698-C441-A2F6-B65B85BA4EFF}"/>
              </a:ext>
            </a:extLst>
          </p:cNvPr>
          <p:cNvSpPr>
            <a:spLocks noGrp="1"/>
          </p:cNvSpPr>
          <p:nvPr>
            <p:ph type="pic" sz="quarter" idx="12"/>
          </p:nvPr>
        </p:nvSpPr>
        <p:spPr>
          <a:xfrm>
            <a:off x="3532981" y="0"/>
            <a:ext cx="8659019" cy="6858000"/>
          </a:xfrm>
          <a:custGeom>
            <a:avLst/>
            <a:gdLst>
              <a:gd name="connsiteX0" fmla="*/ 6852913 w 8659019"/>
              <a:gd name="connsiteY0" fmla="*/ 0 h 6858000"/>
              <a:gd name="connsiteX1" fmla="*/ 8659019 w 8659019"/>
              <a:gd name="connsiteY1" fmla="*/ 0 h 6858000"/>
              <a:gd name="connsiteX2" fmla="*/ 8659019 w 8659019"/>
              <a:gd name="connsiteY2" fmla="*/ 2492916 h 6858000"/>
              <a:gd name="connsiteX3" fmla="*/ 8162909 w 8659019"/>
              <a:gd name="connsiteY3" fmla="*/ 2989390 h 6858000"/>
              <a:gd name="connsiteX4" fmla="*/ 8021091 w 8659019"/>
              <a:gd name="connsiteY4" fmla="*/ 3331845 h 6858000"/>
              <a:gd name="connsiteX5" fmla="*/ 8021091 w 8659019"/>
              <a:gd name="connsiteY5" fmla="*/ 5735384 h 6858000"/>
              <a:gd name="connsiteX6" fmla="*/ 7537131 w 8659019"/>
              <a:gd name="connsiteY6" fmla="*/ 6219762 h 6858000"/>
              <a:gd name="connsiteX7" fmla="*/ 5135290 w 8659019"/>
              <a:gd name="connsiteY7" fmla="*/ 6219762 h 6858000"/>
              <a:gd name="connsiteX8" fmla="*/ 4793086 w 8659019"/>
              <a:gd name="connsiteY8" fmla="*/ 6361621 h 6858000"/>
              <a:gd name="connsiteX9" fmla="*/ 4297070 w 8659019"/>
              <a:gd name="connsiteY9" fmla="*/ 6858000 h 6858000"/>
              <a:gd name="connsiteX10" fmla="*/ 0 w 8659019"/>
              <a:gd name="connsiteY10" fmla="*/ 6858000 h 6858000"/>
              <a:gd name="connsiteX11" fmla="*/ 2049040 w 8659019"/>
              <a:gd name="connsiteY11" fmla="*/ 4807522 h 6858000"/>
              <a:gd name="connsiteX12" fmla="*/ 2190478 w 8659019"/>
              <a:gd name="connsiteY12" fmla="*/ 4465765 h 6858000"/>
              <a:gd name="connsiteX13" fmla="*/ 2190478 w 8659019"/>
              <a:gd name="connsiteY13" fmla="*/ 2068703 h 6858000"/>
              <a:gd name="connsiteX14" fmla="*/ 2673422 w 8659019"/>
              <a:gd name="connsiteY14" fmla="*/ 1585405 h 6858000"/>
              <a:gd name="connsiteX15" fmla="*/ 5068601 w 8659019"/>
              <a:gd name="connsiteY15" fmla="*/ 1585405 h 6858000"/>
              <a:gd name="connsiteX16" fmla="*/ 5410107 w 8659019"/>
              <a:gd name="connsiteY16" fmla="*/ 1443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59019" h="6858000">
                <a:moveTo>
                  <a:pt x="6852913" y="0"/>
                </a:moveTo>
                <a:lnTo>
                  <a:pt x="8659019" y="0"/>
                </a:lnTo>
                <a:lnTo>
                  <a:pt x="8659019" y="2492916"/>
                </a:lnTo>
                <a:lnTo>
                  <a:pt x="8162909" y="2989390"/>
                </a:lnTo>
                <a:cubicBezTo>
                  <a:pt x="8072108" y="3080195"/>
                  <a:pt x="8021091" y="3203385"/>
                  <a:pt x="8021091" y="3331845"/>
                </a:cubicBezTo>
                <a:lnTo>
                  <a:pt x="8021091" y="5735384"/>
                </a:lnTo>
                <a:cubicBezTo>
                  <a:pt x="8021091" y="6002909"/>
                  <a:pt x="7804397" y="6219762"/>
                  <a:pt x="7537131" y="6219762"/>
                </a:cubicBezTo>
                <a:lnTo>
                  <a:pt x="5135290" y="6219762"/>
                </a:lnTo>
                <a:cubicBezTo>
                  <a:pt x="5006924" y="6219762"/>
                  <a:pt x="4883824" y="6270816"/>
                  <a:pt x="4793086" y="6361621"/>
                </a:cubicBezTo>
                <a:lnTo>
                  <a:pt x="4297070" y="6858000"/>
                </a:lnTo>
                <a:lnTo>
                  <a:pt x="0" y="6858000"/>
                </a:lnTo>
                <a:lnTo>
                  <a:pt x="2049040" y="4807522"/>
                </a:lnTo>
                <a:cubicBezTo>
                  <a:pt x="2139588" y="4716844"/>
                  <a:pt x="2190478" y="4593908"/>
                  <a:pt x="2190478" y="4465765"/>
                </a:cubicBezTo>
                <a:lnTo>
                  <a:pt x="2190478" y="2068703"/>
                </a:lnTo>
                <a:cubicBezTo>
                  <a:pt x="2190478" y="1801749"/>
                  <a:pt x="2406727" y="1585405"/>
                  <a:pt x="2673422" y="1585405"/>
                </a:cubicBezTo>
                <a:lnTo>
                  <a:pt x="5068601" y="1585405"/>
                </a:lnTo>
                <a:cubicBezTo>
                  <a:pt x="5196713" y="1585405"/>
                  <a:pt x="5319559" y="1534478"/>
                  <a:pt x="5410107" y="1443800"/>
                </a:cubicBezTo>
                <a:close/>
              </a:path>
            </a:pathLst>
          </a:custGeom>
        </p:spPr>
        <p:txBody>
          <a:bodyPr wrap="square">
            <a:noAutofit/>
          </a:bodyPr>
          <a:lstStyle/>
          <a:p>
            <a:endParaRPr lang="en-US"/>
          </a:p>
        </p:txBody>
      </p:sp>
      <p:sp>
        <p:nvSpPr>
          <p:cNvPr id="14" name="TextBox 13">
            <a:extLst>
              <a:ext uri="{FF2B5EF4-FFF2-40B4-BE49-F238E27FC236}">
                <a16:creationId xmlns:a16="http://schemas.microsoft.com/office/drawing/2014/main" id="{3C2911DF-5F14-0B42-B568-8BF4A555AAC3}"/>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bg1"/>
                </a:solidFill>
                <a:latin typeface="+mj-lt"/>
              </a:rPr>
              <a:t>Confidential</a:t>
            </a:r>
          </a:p>
        </p:txBody>
      </p:sp>
    </p:spTree>
    <p:extLst>
      <p:ext uri="{BB962C8B-B14F-4D97-AF65-F5344CB8AC3E}">
        <p14:creationId xmlns:p14="http://schemas.microsoft.com/office/powerpoint/2010/main" val="98399436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able of Contents">
    <p:bg>
      <p:bgRef idx="1001">
        <a:schemeClr val="bg1"/>
      </p:bgRef>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2DEBBC-106B-AD4C-B838-42D7F7EB23BC}"/>
              </a:ext>
            </a:extLst>
          </p:cNvPr>
          <p:cNvSpPr>
            <a:spLocks noGrp="1"/>
          </p:cNvSpPr>
          <p:nvPr>
            <p:ph type="title" hasCustomPrompt="1"/>
          </p:nvPr>
        </p:nvSpPr>
        <p:spPr>
          <a:xfrm>
            <a:off x="3348832" y="1389829"/>
            <a:ext cx="5494337" cy="546100"/>
          </a:xfrm>
        </p:spPr>
        <p:txBody>
          <a:bodyPr/>
          <a:lstStyle>
            <a:lvl1pPr>
              <a:lnSpc>
                <a:spcPts val="3800"/>
              </a:lnSpc>
              <a:defRPr sz="3200"/>
            </a:lvl1pPr>
          </a:lstStyle>
          <a:p>
            <a:r>
              <a:rPr lang="en-US"/>
              <a:t>Click To Edit Master Title</a:t>
            </a:r>
            <a:endParaRPr lang="en-GB"/>
          </a:p>
        </p:txBody>
      </p:sp>
      <p:sp>
        <p:nvSpPr>
          <p:cNvPr id="14" name="Text Placeholder 13">
            <a:extLst>
              <a:ext uri="{FF2B5EF4-FFF2-40B4-BE49-F238E27FC236}">
                <a16:creationId xmlns:a16="http://schemas.microsoft.com/office/drawing/2014/main" id="{C5BDD823-5E5B-4B4F-A79C-C865BBB7067F}"/>
              </a:ext>
            </a:extLst>
          </p:cNvPr>
          <p:cNvSpPr>
            <a:spLocks noGrp="1"/>
          </p:cNvSpPr>
          <p:nvPr>
            <p:ph type="body" sz="quarter" idx="11" hasCustomPrompt="1"/>
          </p:nvPr>
        </p:nvSpPr>
        <p:spPr>
          <a:xfrm>
            <a:off x="3348832" y="2158314"/>
            <a:ext cx="685801" cy="322714"/>
          </a:xfrm>
        </p:spPr>
        <p:txBody>
          <a:bodyPr rIns="0"/>
          <a:lstStyle>
            <a:lvl1pPr marL="0" indent="0" algn="l">
              <a:lnSpc>
                <a:spcPts val="3000"/>
              </a:lnSpc>
              <a:spcAft>
                <a:spcPts val="0"/>
              </a:spcAft>
              <a:buNone/>
              <a:defRPr sz="3200" b="1" i="0">
                <a:solidFill>
                  <a:schemeClr val="accent3">
                    <a:lumMod val="90000"/>
                  </a:schemeClr>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a:t>01</a:t>
            </a:r>
            <a:endParaRPr lang="en-GB"/>
          </a:p>
        </p:txBody>
      </p:sp>
      <p:sp>
        <p:nvSpPr>
          <p:cNvPr id="15" name="Text Placeholder 13">
            <a:extLst>
              <a:ext uri="{FF2B5EF4-FFF2-40B4-BE49-F238E27FC236}">
                <a16:creationId xmlns:a16="http://schemas.microsoft.com/office/drawing/2014/main" id="{29B4D8F6-F313-D642-BD53-A757A05BDCF6}"/>
              </a:ext>
            </a:extLst>
          </p:cNvPr>
          <p:cNvSpPr>
            <a:spLocks noGrp="1"/>
          </p:cNvSpPr>
          <p:nvPr>
            <p:ph type="body" sz="quarter" idx="12" hasCustomPrompt="1"/>
          </p:nvPr>
        </p:nvSpPr>
        <p:spPr>
          <a:xfrm>
            <a:off x="3348832" y="2857058"/>
            <a:ext cx="685801" cy="322714"/>
          </a:xfrm>
        </p:spPr>
        <p:txBody>
          <a:bodyPr rIns="0"/>
          <a:lstStyle>
            <a:lvl1pPr marL="0" indent="0" algn="l">
              <a:lnSpc>
                <a:spcPts val="3000"/>
              </a:lnSpc>
              <a:spcAft>
                <a:spcPts val="0"/>
              </a:spcAft>
              <a:buNone/>
              <a:defRPr sz="3200" b="1" i="0">
                <a:solidFill>
                  <a:schemeClr val="accent3">
                    <a:lumMod val="90000"/>
                  </a:schemeClr>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a:t>02</a:t>
            </a:r>
            <a:endParaRPr lang="en-GB"/>
          </a:p>
        </p:txBody>
      </p:sp>
      <p:sp>
        <p:nvSpPr>
          <p:cNvPr id="16" name="Text Placeholder 13">
            <a:extLst>
              <a:ext uri="{FF2B5EF4-FFF2-40B4-BE49-F238E27FC236}">
                <a16:creationId xmlns:a16="http://schemas.microsoft.com/office/drawing/2014/main" id="{DC64187B-A282-2044-9156-234E2F54228F}"/>
              </a:ext>
            </a:extLst>
          </p:cNvPr>
          <p:cNvSpPr>
            <a:spLocks noGrp="1"/>
          </p:cNvSpPr>
          <p:nvPr>
            <p:ph type="body" sz="quarter" idx="13" hasCustomPrompt="1"/>
          </p:nvPr>
        </p:nvSpPr>
        <p:spPr>
          <a:xfrm>
            <a:off x="4312416" y="2158314"/>
            <a:ext cx="3329652" cy="322714"/>
          </a:xfrm>
        </p:spPr>
        <p:txBody>
          <a:bodyPr rIns="0"/>
          <a:lstStyle>
            <a:lvl1pPr marL="0" indent="0" algn="l">
              <a:lnSpc>
                <a:spcPts val="2000"/>
              </a:lnSpc>
              <a:spcAft>
                <a:spcPts val="0"/>
              </a:spcAft>
              <a:buNone/>
              <a:defRPr sz="20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a:t>
            </a:r>
          </a:p>
        </p:txBody>
      </p:sp>
      <p:sp>
        <p:nvSpPr>
          <p:cNvPr id="17" name="Text Placeholder 13">
            <a:extLst>
              <a:ext uri="{FF2B5EF4-FFF2-40B4-BE49-F238E27FC236}">
                <a16:creationId xmlns:a16="http://schemas.microsoft.com/office/drawing/2014/main" id="{842F868F-5289-F045-876F-43A88F69783F}"/>
              </a:ext>
            </a:extLst>
          </p:cNvPr>
          <p:cNvSpPr>
            <a:spLocks noGrp="1"/>
          </p:cNvSpPr>
          <p:nvPr>
            <p:ph type="body" sz="quarter" idx="14" hasCustomPrompt="1"/>
          </p:nvPr>
        </p:nvSpPr>
        <p:spPr>
          <a:xfrm>
            <a:off x="4312416" y="2857058"/>
            <a:ext cx="3329652" cy="322714"/>
          </a:xfrm>
        </p:spPr>
        <p:txBody>
          <a:bodyPr rIns="0"/>
          <a:lstStyle>
            <a:lvl1pPr marL="0" indent="0" algn="l">
              <a:lnSpc>
                <a:spcPts val="2000"/>
              </a:lnSpc>
              <a:spcAft>
                <a:spcPts val="0"/>
              </a:spcAft>
              <a:buNone/>
              <a:defRPr sz="20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a:t>
            </a:r>
          </a:p>
        </p:txBody>
      </p:sp>
      <p:sp>
        <p:nvSpPr>
          <p:cNvPr id="18" name="Text Placeholder 13">
            <a:extLst>
              <a:ext uri="{FF2B5EF4-FFF2-40B4-BE49-F238E27FC236}">
                <a16:creationId xmlns:a16="http://schemas.microsoft.com/office/drawing/2014/main" id="{ED56BFEC-F99B-1A48-9434-5F8C973BDD74}"/>
              </a:ext>
            </a:extLst>
          </p:cNvPr>
          <p:cNvSpPr>
            <a:spLocks noGrp="1"/>
          </p:cNvSpPr>
          <p:nvPr>
            <p:ph type="body" sz="quarter" idx="15" hasCustomPrompt="1"/>
          </p:nvPr>
        </p:nvSpPr>
        <p:spPr>
          <a:xfrm>
            <a:off x="3348832" y="3581623"/>
            <a:ext cx="685801" cy="322714"/>
          </a:xfrm>
        </p:spPr>
        <p:txBody>
          <a:bodyPr rIns="0"/>
          <a:lstStyle>
            <a:lvl1pPr marL="0" indent="0" algn="l">
              <a:lnSpc>
                <a:spcPts val="3000"/>
              </a:lnSpc>
              <a:spcAft>
                <a:spcPts val="0"/>
              </a:spcAft>
              <a:buNone/>
              <a:defRPr sz="3200" b="1" i="0">
                <a:solidFill>
                  <a:schemeClr val="accent3">
                    <a:lumMod val="90000"/>
                  </a:schemeClr>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a:t>03</a:t>
            </a:r>
            <a:endParaRPr lang="en-GB"/>
          </a:p>
        </p:txBody>
      </p:sp>
      <p:sp>
        <p:nvSpPr>
          <p:cNvPr id="19" name="Text Placeholder 13">
            <a:extLst>
              <a:ext uri="{FF2B5EF4-FFF2-40B4-BE49-F238E27FC236}">
                <a16:creationId xmlns:a16="http://schemas.microsoft.com/office/drawing/2014/main" id="{2975C49F-94BF-674C-A732-796BBF832107}"/>
              </a:ext>
            </a:extLst>
          </p:cNvPr>
          <p:cNvSpPr>
            <a:spLocks noGrp="1"/>
          </p:cNvSpPr>
          <p:nvPr>
            <p:ph type="body" sz="quarter" idx="16" hasCustomPrompt="1"/>
          </p:nvPr>
        </p:nvSpPr>
        <p:spPr>
          <a:xfrm>
            <a:off x="4312416" y="3581623"/>
            <a:ext cx="3329652" cy="322714"/>
          </a:xfrm>
        </p:spPr>
        <p:txBody>
          <a:bodyPr rIns="0"/>
          <a:lstStyle>
            <a:lvl1pPr marL="0" indent="0" algn="l">
              <a:lnSpc>
                <a:spcPts val="2000"/>
              </a:lnSpc>
              <a:spcAft>
                <a:spcPts val="0"/>
              </a:spcAft>
              <a:buNone/>
              <a:defRPr sz="20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a:t>
            </a:r>
          </a:p>
        </p:txBody>
      </p:sp>
      <p:sp>
        <p:nvSpPr>
          <p:cNvPr id="20" name="Text Placeholder 13">
            <a:extLst>
              <a:ext uri="{FF2B5EF4-FFF2-40B4-BE49-F238E27FC236}">
                <a16:creationId xmlns:a16="http://schemas.microsoft.com/office/drawing/2014/main" id="{2A8695B6-CE35-B644-BF5F-973687AA9366}"/>
              </a:ext>
            </a:extLst>
          </p:cNvPr>
          <p:cNvSpPr>
            <a:spLocks noGrp="1"/>
          </p:cNvSpPr>
          <p:nvPr>
            <p:ph type="body" sz="quarter" idx="17" hasCustomPrompt="1"/>
          </p:nvPr>
        </p:nvSpPr>
        <p:spPr>
          <a:xfrm>
            <a:off x="3348832" y="4289930"/>
            <a:ext cx="685801" cy="322714"/>
          </a:xfrm>
        </p:spPr>
        <p:txBody>
          <a:bodyPr rIns="0"/>
          <a:lstStyle>
            <a:lvl1pPr marL="0" indent="0" algn="l">
              <a:lnSpc>
                <a:spcPts val="3000"/>
              </a:lnSpc>
              <a:spcAft>
                <a:spcPts val="0"/>
              </a:spcAft>
              <a:buNone/>
              <a:defRPr sz="3200" b="1" i="0">
                <a:solidFill>
                  <a:schemeClr val="accent3">
                    <a:lumMod val="90000"/>
                  </a:schemeClr>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a:t>04</a:t>
            </a:r>
            <a:endParaRPr lang="en-GB"/>
          </a:p>
        </p:txBody>
      </p:sp>
      <p:sp>
        <p:nvSpPr>
          <p:cNvPr id="21" name="Text Placeholder 13">
            <a:extLst>
              <a:ext uri="{FF2B5EF4-FFF2-40B4-BE49-F238E27FC236}">
                <a16:creationId xmlns:a16="http://schemas.microsoft.com/office/drawing/2014/main" id="{3FE2B202-97A1-4142-8C90-CC4A4B60DBEF}"/>
              </a:ext>
            </a:extLst>
          </p:cNvPr>
          <p:cNvSpPr>
            <a:spLocks noGrp="1"/>
          </p:cNvSpPr>
          <p:nvPr>
            <p:ph type="body" sz="quarter" idx="18" hasCustomPrompt="1"/>
          </p:nvPr>
        </p:nvSpPr>
        <p:spPr>
          <a:xfrm>
            <a:off x="4312416" y="4288346"/>
            <a:ext cx="3329652" cy="322714"/>
          </a:xfrm>
        </p:spPr>
        <p:txBody>
          <a:bodyPr rIns="0"/>
          <a:lstStyle>
            <a:lvl1pPr marL="0" indent="0" algn="l">
              <a:lnSpc>
                <a:spcPts val="2000"/>
              </a:lnSpc>
              <a:spcAft>
                <a:spcPts val="0"/>
              </a:spcAft>
              <a:buNone/>
              <a:defRPr sz="20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a:t>
            </a:r>
          </a:p>
        </p:txBody>
      </p:sp>
      <p:sp>
        <p:nvSpPr>
          <p:cNvPr id="22" name="Text Placeholder 13">
            <a:extLst>
              <a:ext uri="{FF2B5EF4-FFF2-40B4-BE49-F238E27FC236}">
                <a16:creationId xmlns:a16="http://schemas.microsoft.com/office/drawing/2014/main" id="{B5613D67-7330-EF47-A755-BEDDC4EEB184}"/>
              </a:ext>
            </a:extLst>
          </p:cNvPr>
          <p:cNvSpPr>
            <a:spLocks noGrp="1"/>
          </p:cNvSpPr>
          <p:nvPr>
            <p:ph type="body" sz="quarter" idx="19" hasCustomPrompt="1"/>
          </p:nvPr>
        </p:nvSpPr>
        <p:spPr>
          <a:xfrm>
            <a:off x="3348832" y="4962196"/>
            <a:ext cx="685801" cy="322714"/>
          </a:xfrm>
        </p:spPr>
        <p:txBody>
          <a:bodyPr rIns="0"/>
          <a:lstStyle>
            <a:lvl1pPr marL="0" indent="0" algn="l">
              <a:lnSpc>
                <a:spcPts val="3000"/>
              </a:lnSpc>
              <a:spcAft>
                <a:spcPts val="0"/>
              </a:spcAft>
              <a:buNone/>
              <a:defRPr sz="3200" b="1" i="0">
                <a:solidFill>
                  <a:schemeClr val="accent3">
                    <a:lumMod val="90000"/>
                  </a:schemeClr>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a:t>05</a:t>
            </a:r>
            <a:endParaRPr lang="en-GB"/>
          </a:p>
        </p:txBody>
      </p:sp>
      <p:sp>
        <p:nvSpPr>
          <p:cNvPr id="23" name="Text Placeholder 13">
            <a:extLst>
              <a:ext uri="{FF2B5EF4-FFF2-40B4-BE49-F238E27FC236}">
                <a16:creationId xmlns:a16="http://schemas.microsoft.com/office/drawing/2014/main" id="{95E08F81-B6C0-EC49-ABDB-CB4DD09C0D4D}"/>
              </a:ext>
            </a:extLst>
          </p:cNvPr>
          <p:cNvSpPr>
            <a:spLocks noGrp="1"/>
          </p:cNvSpPr>
          <p:nvPr>
            <p:ph type="body" sz="quarter" idx="20" hasCustomPrompt="1"/>
          </p:nvPr>
        </p:nvSpPr>
        <p:spPr>
          <a:xfrm>
            <a:off x="4312416" y="4962196"/>
            <a:ext cx="3329652" cy="322714"/>
          </a:xfrm>
        </p:spPr>
        <p:txBody>
          <a:bodyPr rIns="0"/>
          <a:lstStyle>
            <a:lvl1pPr marL="0" indent="0" algn="l">
              <a:lnSpc>
                <a:spcPts val="2000"/>
              </a:lnSpc>
              <a:spcAft>
                <a:spcPts val="0"/>
              </a:spcAft>
              <a:buNone/>
              <a:defRPr sz="20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a:t>
            </a:r>
          </a:p>
        </p:txBody>
      </p:sp>
      <p:sp>
        <p:nvSpPr>
          <p:cNvPr id="24" name="Text Placeholder 13">
            <a:extLst>
              <a:ext uri="{FF2B5EF4-FFF2-40B4-BE49-F238E27FC236}">
                <a16:creationId xmlns:a16="http://schemas.microsoft.com/office/drawing/2014/main" id="{8B1EBE28-A127-1A47-81CA-C011D0306EE7}"/>
              </a:ext>
            </a:extLst>
          </p:cNvPr>
          <p:cNvSpPr>
            <a:spLocks noGrp="1"/>
          </p:cNvSpPr>
          <p:nvPr>
            <p:ph type="body" sz="quarter" idx="21" hasCustomPrompt="1"/>
          </p:nvPr>
        </p:nvSpPr>
        <p:spPr>
          <a:xfrm>
            <a:off x="7908926" y="2158314"/>
            <a:ext cx="680761" cy="322714"/>
          </a:xfrm>
        </p:spPr>
        <p:txBody>
          <a:bodyPr rIns="0"/>
          <a:lstStyle>
            <a:lvl1pPr marL="0" indent="0" algn="r">
              <a:lnSpc>
                <a:spcPts val="2000"/>
              </a:lnSpc>
              <a:spcAft>
                <a:spcPts val="0"/>
              </a:spcAft>
              <a:buNone/>
              <a:defRPr sz="20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XX</a:t>
            </a:r>
            <a:endParaRPr lang="en-GB"/>
          </a:p>
        </p:txBody>
      </p:sp>
      <p:sp>
        <p:nvSpPr>
          <p:cNvPr id="25" name="Text Placeholder 13">
            <a:extLst>
              <a:ext uri="{FF2B5EF4-FFF2-40B4-BE49-F238E27FC236}">
                <a16:creationId xmlns:a16="http://schemas.microsoft.com/office/drawing/2014/main" id="{0A7DF1DF-F64D-BD49-A308-E0D07BB453F7}"/>
              </a:ext>
            </a:extLst>
          </p:cNvPr>
          <p:cNvSpPr>
            <a:spLocks noGrp="1"/>
          </p:cNvSpPr>
          <p:nvPr>
            <p:ph type="body" sz="quarter" idx="22" hasCustomPrompt="1"/>
          </p:nvPr>
        </p:nvSpPr>
        <p:spPr>
          <a:xfrm>
            <a:off x="7908926" y="2857058"/>
            <a:ext cx="680761" cy="322714"/>
          </a:xfrm>
        </p:spPr>
        <p:txBody>
          <a:bodyPr rIns="0"/>
          <a:lstStyle>
            <a:lvl1pPr marL="0" indent="0" algn="r">
              <a:lnSpc>
                <a:spcPts val="2000"/>
              </a:lnSpc>
              <a:spcAft>
                <a:spcPts val="0"/>
              </a:spcAft>
              <a:buNone/>
              <a:defRPr sz="20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XX</a:t>
            </a:r>
            <a:endParaRPr lang="en-GB"/>
          </a:p>
        </p:txBody>
      </p:sp>
      <p:sp>
        <p:nvSpPr>
          <p:cNvPr id="26" name="Text Placeholder 13">
            <a:extLst>
              <a:ext uri="{FF2B5EF4-FFF2-40B4-BE49-F238E27FC236}">
                <a16:creationId xmlns:a16="http://schemas.microsoft.com/office/drawing/2014/main" id="{37251DA1-18DE-2D49-9D21-170CFCC4F443}"/>
              </a:ext>
            </a:extLst>
          </p:cNvPr>
          <p:cNvSpPr>
            <a:spLocks noGrp="1"/>
          </p:cNvSpPr>
          <p:nvPr>
            <p:ph type="body" sz="quarter" idx="23" hasCustomPrompt="1"/>
          </p:nvPr>
        </p:nvSpPr>
        <p:spPr>
          <a:xfrm>
            <a:off x="7908926" y="3581623"/>
            <a:ext cx="680761" cy="322714"/>
          </a:xfrm>
        </p:spPr>
        <p:txBody>
          <a:bodyPr rIns="0"/>
          <a:lstStyle>
            <a:lvl1pPr marL="0" indent="0" algn="r">
              <a:lnSpc>
                <a:spcPts val="2000"/>
              </a:lnSpc>
              <a:spcAft>
                <a:spcPts val="0"/>
              </a:spcAft>
              <a:buNone/>
              <a:defRPr sz="20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XX</a:t>
            </a:r>
            <a:endParaRPr lang="en-GB"/>
          </a:p>
        </p:txBody>
      </p:sp>
      <p:sp>
        <p:nvSpPr>
          <p:cNvPr id="27" name="Text Placeholder 13">
            <a:extLst>
              <a:ext uri="{FF2B5EF4-FFF2-40B4-BE49-F238E27FC236}">
                <a16:creationId xmlns:a16="http://schemas.microsoft.com/office/drawing/2014/main" id="{B61CB9B6-1B69-D742-8B94-0E88C434563A}"/>
              </a:ext>
            </a:extLst>
          </p:cNvPr>
          <p:cNvSpPr>
            <a:spLocks noGrp="1"/>
          </p:cNvSpPr>
          <p:nvPr>
            <p:ph type="body" sz="quarter" idx="24" hasCustomPrompt="1"/>
          </p:nvPr>
        </p:nvSpPr>
        <p:spPr>
          <a:xfrm>
            <a:off x="7908926" y="4289930"/>
            <a:ext cx="680761" cy="322714"/>
          </a:xfrm>
        </p:spPr>
        <p:txBody>
          <a:bodyPr rIns="0"/>
          <a:lstStyle>
            <a:lvl1pPr marL="0" indent="0" algn="r">
              <a:lnSpc>
                <a:spcPts val="2000"/>
              </a:lnSpc>
              <a:spcAft>
                <a:spcPts val="0"/>
              </a:spcAft>
              <a:buNone/>
              <a:defRPr sz="20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XX</a:t>
            </a:r>
            <a:endParaRPr lang="en-GB"/>
          </a:p>
        </p:txBody>
      </p:sp>
      <p:sp>
        <p:nvSpPr>
          <p:cNvPr id="28" name="Text Placeholder 13">
            <a:extLst>
              <a:ext uri="{FF2B5EF4-FFF2-40B4-BE49-F238E27FC236}">
                <a16:creationId xmlns:a16="http://schemas.microsoft.com/office/drawing/2014/main" id="{A453E117-C442-B34D-BA50-8FE728CA2C82}"/>
              </a:ext>
            </a:extLst>
          </p:cNvPr>
          <p:cNvSpPr>
            <a:spLocks noGrp="1"/>
          </p:cNvSpPr>
          <p:nvPr>
            <p:ph type="body" sz="quarter" idx="25" hasCustomPrompt="1"/>
          </p:nvPr>
        </p:nvSpPr>
        <p:spPr>
          <a:xfrm>
            <a:off x="7908926" y="4962196"/>
            <a:ext cx="680761" cy="322714"/>
          </a:xfrm>
        </p:spPr>
        <p:txBody>
          <a:bodyPr rIns="0"/>
          <a:lstStyle>
            <a:lvl1pPr marL="0" indent="0" algn="r">
              <a:lnSpc>
                <a:spcPts val="2000"/>
              </a:lnSpc>
              <a:spcAft>
                <a:spcPts val="0"/>
              </a:spcAft>
              <a:buNone/>
              <a:defRPr sz="20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XX</a:t>
            </a:r>
            <a:endParaRPr lang="en-GB"/>
          </a:p>
        </p:txBody>
      </p:sp>
      <p:sp>
        <p:nvSpPr>
          <p:cNvPr id="30" name="TextBox 29">
            <a:extLst>
              <a:ext uri="{FF2B5EF4-FFF2-40B4-BE49-F238E27FC236}">
                <a16:creationId xmlns:a16="http://schemas.microsoft.com/office/drawing/2014/main" id="{5FB2BF4A-E013-0044-B402-DDFB14E4E7D5}"/>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accent1"/>
                </a:solidFill>
                <a:latin typeface="+mj-lt"/>
              </a:rPr>
              <a:t>Confidential</a:t>
            </a:r>
          </a:p>
        </p:txBody>
      </p:sp>
      <p:cxnSp>
        <p:nvCxnSpPr>
          <p:cNvPr id="34" name="Straight Connector 33">
            <a:extLst>
              <a:ext uri="{FF2B5EF4-FFF2-40B4-BE49-F238E27FC236}">
                <a16:creationId xmlns:a16="http://schemas.microsoft.com/office/drawing/2014/main" id="{798F6CF2-D6CA-6CB3-1382-8ACEF852FDCF}"/>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7" name="Rounded Rectangle 36">
            <a:extLst>
              <a:ext uri="{FF2B5EF4-FFF2-40B4-BE49-F238E27FC236}">
                <a16:creationId xmlns:a16="http://schemas.microsoft.com/office/drawing/2014/main" id="{F46BEED3-431B-B95D-ED51-66BAECE0CC67}"/>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3" name="Graphic 62">
            <a:extLst>
              <a:ext uri="{FF2B5EF4-FFF2-40B4-BE49-F238E27FC236}">
                <a16:creationId xmlns:a16="http://schemas.microsoft.com/office/drawing/2014/main" id="{FD541A6F-DEF3-85F9-7C13-A79693F47BC4}"/>
              </a:ext>
            </a:extLst>
          </p:cNvPr>
          <p:cNvGrpSpPr/>
          <p:nvPr userDrawn="1"/>
        </p:nvGrpSpPr>
        <p:grpSpPr>
          <a:xfrm>
            <a:off x="11428121" y="358976"/>
            <a:ext cx="517993" cy="512866"/>
            <a:chOff x="10767269" y="208371"/>
            <a:chExt cx="182844" cy="181034"/>
          </a:xfrm>
        </p:grpSpPr>
        <p:sp>
          <p:nvSpPr>
            <p:cNvPr id="44" name="Freeform 43">
              <a:extLst>
                <a:ext uri="{FF2B5EF4-FFF2-40B4-BE49-F238E27FC236}">
                  <a16:creationId xmlns:a16="http://schemas.microsoft.com/office/drawing/2014/main" id="{2EAA15DF-0D49-B479-7C27-BEAFDC1775C9}"/>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5" name="Freeform 44">
              <a:extLst>
                <a:ext uri="{FF2B5EF4-FFF2-40B4-BE49-F238E27FC236}">
                  <a16:creationId xmlns:a16="http://schemas.microsoft.com/office/drawing/2014/main" id="{06D191ED-7F60-5439-10BE-BD312F07668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46" name="Freeform 45">
              <a:extLst>
                <a:ext uri="{FF2B5EF4-FFF2-40B4-BE49-F238E27FC236}">
                  <a16:creationId xmlns:a16="http://schemas.microsoft.com/office/drawing/2014/main" id="{8930D796-E281-FD21-F27A-E0240D195566}"/>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7" name="Freeform 46">
              <a:extLst>
                <a:ext uri="{FF2B5EF4-FFF2-40B4-BE49-F238E27FC236}">
                  <a16:creationId xmlns:a16="http://schemas.microsoft.com/office/drawing/2014/main" id="{4087EBAA-7A52-50F4-1D0D-558CC03E124A}"/>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48" name="Freeform 47">
              <a:extLst>
                <a:ext uri="{FF2B5EF4-FFF2-40B4-BE49-F238E27FC236}">
                  <a16:creationId xmlns:a16="http://schemas.microsoft.com/office/drawing/2014/main" id="{C2B71777-9314-4BE6-891F-0B7FEEA27197}"/>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49" name="Slide Number Placeholder 5">
            <a:extLst>
              <a:ext uri="{FF2B5EF4-FFF2-40B4-BE49-F238E27FC236}">
                <a16:creationId xmlns:a16="http://schemas.microsoft.com/office/drawing/2014/main" id="{F6E994A2-6049-93ED-0988-999BA49BA823}"/>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041099577"/>
      </p:ext>
    </p:extLst>
  </p:cSld>
  <p:clrMapOvr>
    <a:overrideClrMapping bg1="lt1" tx1="dk1" bg2="lt2" tx2="dk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Sub-Section Divider">
    <p:bg>
      <p:bgPr>
        <a:solidFill>
          <a:schemeClr val="bg1"/>
        </a:solidFill>
        <a:effectLst/>
      </p:bgPr>
    </p:bg>
    <p:spTree>
      <p:nvGrpSpPr>
        <p:cNvPr id="1" name=""/>
        <p:cNvGrpSpPr/>
        <p:nvPr/>
      </p:nvGrpSpPr>
      <p:grpSpPr>
        <a:xfrm>
          <a:off x="0" y="0"/>
          <a:ext cx="0" cy="0"/>
          <a:chOff x="0" y="0"/>
          <a:chExt cx="0" cy="0"/>
        </a:xfrm>
      </p:grpSpPr>
      <p:cxnSp>
        <p:nvCxnSpPr>
          <p:cNvPr id="45" name="Straight Connector 44">
            <a:extLst>
              <a:ext uri="{FF2B5EF4-FFF2-40B4-BE49-F238E27FC236}">
                <a16:creationId xmlns:a16="http://schemas.microsoft.com/office/drawing/2014/main" id="{95A14D9D-82E3-F349-BE52-63BC561FEE14}"/>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46" name="Rounded Rectangle 45">
            <a:extLst>
              <a:ext uri="{FF2B5EF4-FFF2-40B4-BE49-F238E27FC236}">
                <a16:creationId xmlns:a16="http://schemas.microsoft.com/office/drawing/2014/main" id="{C6AE864F-189C-0B40-B760-21DF2F3E173C}"/>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4" name="Straight Connector 23">
            <a:extLst>
              <a:ext uri="{FF2B5EF4-FFF2-40B4-BE49-F238E27FC236}">
                <a16:creationId xmlns:a16="http://schemas.microsoft.com/office/drawing/2014/main" id="{C888D6BB-AA3E-AB4C-A89D-8A6CD64D868C}"/>
              </a:ext>
            </a:extLst>
          </p:cNvPr>
          <p:cNvCxnSpPr>
            <a:cxnSpLocks/>
          </p:cNvCxnSpPr>
          <p:nvPr userDrawn="1"/>
        </p:nvCxnSpPr>
        <p:spPr>
          <a:xfrm>
            <a:off x="1273175" y="3314738"/>
            <a:ext cx="0" cy="852256"/>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26" name="Graphic 62">
            <a:extLst>
              <a:ext uri="{FF2B5EF4-FFF2-40B4-BE49-F238E27FC236}">
                <a16:creationId xmlns:a16="http://schemas.microsoft.com/office/drawing/2014/main" id="{FFD1ACE8-3029-D141-B85F-3E86298620D9}"/>
              </a:ext>
            </a:extLst>
          </p:cNvPr>
          <p:cNvGrpSpPr/>
          <p:nvPr userDrawn="1"/>
        </p:nvGrpSpPr>
        <p:grpSpPr>
          <a:xfrm>
            <a:off x="11428121" y="358976"/>
            <a:ext cx="517993" cy="512866"/>
            <a:chOff x="10767269" y="208371"/>
            <a:chExt cx="182844" cy="181034"/>
          </a:xfrm>
        </p:grpSpPr>
        <p:sp>
          <p:nvSpPr>
            <p:cNvPr id="27" name="Freeform 26">
              <a:extLst>
                <a:ext uri="{FF2B5EF4-FFF2-40B4-BE49-F238E27FC236}">
                  <a16:creationId xmlns:a16="http://schemas.microsoft.com/office/drawing/2014/main" id="{0284396A-513B-F540-A962-9500A862C6CF}"/>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8" name="Freeform 27">
              <a:extLst>
                <a:ext uri="{FF2B5EF4-FFF2-40B4-BE49-F238E27FC236}">
                  <a16:creationId xmlns:a16="http://schemas.microsoft.com/office/drawing/2014/main" id="{49D3B413-616D-B145-8D50-469DB5154496}"/>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4" name="Freeform 33">
              <a:extLst>
                <a:ext uri="{FF2B5EF4-FFF2-40B4-BE49-F238E27FC236}">
                  <a16:creationId xmlns:a16="http://schemas.microsoft.com/office/drawing/2014/main" id="{431B2658-9FCB-A746-8089-453A0CED2B8F}"/>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B4FB02AD-AF35-5C48-8D62-5224D59AB2FB}"/>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F980AF88-ADBD-6D4F-BD67-A005C2C36D1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49" name="Subtitle 2">
            <a:extLst>
              <a:ext uri="{FF2B5EF4-FFF2-40B4-BE49-F238E27FC236}">
                <a16:creationId xmlns:a16="http://schemas.microsoft.com/office/drawing/2014/main" id="{8226063C-9D21-E24E-8D6D-C2A9DEC924C9}"/>
              </a:ext>
            </a:extLst>
          </p:cNvPr>
          <p:cNvSpPr>
            <a:spLocks noGrp="1"/>
          </p:cNvSpPr>
          <p:nvPr>
            <p:ph type="subTitle" idx="1" hasCustomPrompt="1"/>
          </p:nvPr>
        </p:nvSpPr>
        <p:spPr>
          <a:xfrm>
            <a:off x="1453211" y="3263606"/>
            <a:ext cx="6467475" cy="361950"/>
          </a:xfrm>
        </p:spPr>
        <p:txBody>
          <a:bodyPr/>
          <a:lstStyle>
            <a:lvl1pPr marL="0" indent="0" algn="l">
              <a:lnSpc>
                <a:spcPts val="2000"/>
              </a:lnSpc>
              <a:spcAft>
                <a:spcPts val="0"/>
              </a:spcAft>
              <a:buNone/>
              <a:defRPr sz="200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1453211" y="3648916"/>
            <a:ext cx="9140141" cy="601479"/>
          </a:xfrm>
        </p:spPr>
        <p:txBody>
          <a:bodyPr/>
          <a:lstStyle>
            <a:lvl1pPr>
              <a:lnSpc>
                <a:spcPts val="4800"/>
              </a:lnSpc>
              <a:defRPr sz="4800"/>
            </a:lvl1pPr>
          </a:lstStyle>
          <a:p>
            <a:r>
              <a:rPr lang="en-US"/>
              <a:t>Click To Edit Master Title Style</a:t>
            </a:r>
            <a:endParaRPr lang="en-GB"/>
          </a:p>
        </p:txBody>
      </p:sp>
      <p:sp>
        <p:nvSpPr>
          <p:cNvPr id="17" name="TextBox 16">
            <a:extLst>
              <a:ext uri="{FF2B5EF4-FFF2-40B4-BE49-F238E27FC236}">
                <a16:creationId xmlns:a16="http://schemas.microsoft.com/office/drawing/2014/main" id="{8209B63F-B2F9-074E-3170-C105B6C8614F}"/>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accent1"/>
                </a:solidFill>
                <a:latin typeface="+mj-lt"/>
              </a:rPr>
              <a:t>Confidential</a:t>
            </a:r>
          </a:p>
        </p:txBody>
      </p:sp>
      <p:sp>
        <p:nvSpPr>
          <p:cNvPr id="19" name="Slide Number Placeholder 5">
            <a:extLst>
              <a:ext uri="{FF2B5EF4-FFF2-40B4-BE49-F238E27FC236}">
                <a16:creationId xmlns:a16="http://schemas.microsoft.com/office/drawing/2014/main" id="{5E797092-1603-830E-7EAF-B1E591D79B27}"/>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33663857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Individual Bio">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68798C3-AB86-E64F-84CC-2A7184E366CF}"/>
              </a:ext>
            </a:extLst>
          </p:cNvPr>
          <p:cNvSpPr/>
          <p:nvPr userDrawn="1"/>
        </p:nvSpPr>
        <p:spPr>
          <a:xfrm>
            <a:off x="6562" y="2551114"/>
            <a:ext cx="12182853" cy="4306886"/>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Graphic 2">
            <a:extLst>
              <a:ext uri="{FF2B5EF4-FFF2-40B4-BE49-F238E27FC236}">
                <a16:creationId xmlns:a16="http://schemas.microsoft.com/office/drawing/2014/main" id="{30795210-74D3-0240-95AD-2521B7B99DF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30412" r="-54" b="18244"/>
          <a:stretch/>
        </p:blipFill>
        <p:spPr>
          <a:xfrm>
            <a:off x="0" y="2551112"/>
            <a:ext cx="12192000" cy="4306887"/>
          </a:xfrm>
          <a:prstGeom prst="rect">
            <a:avLst/>
          </a:prstGeom>
        </p:spPr>
      </p:pic>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6" y="447391"/>
            <a:ext cx="5505450" cy="694944"/>
          </a:xfrm>
        </p:spPr>
        <p:txBody>
          <a:bodyPr/>
          <a:lstStyle/>
          <a:p>
            <a:r>
              <a:rPr lang="en-US"/>
              <a:t>Click To Edit Master Title Style</a:t>
            </a:r>
            <a:endParaRPr lang="en-GB"/>
          </a:p>
        </p:txBody>
      </p:sp>
      <p:sp>
        <p:nvSpPr>
          <p:cNvPr id="25" name="Picture Placeholder 3">
            <a:extLst>
              <a:ext uri="{FF2B5EF4-FFF2-40B4-BE49-F238E27FC236}">
                <a16:creationId xmlns:a16="http://schemas.microsoft.com/office/drawing/2014/main" id="{D2BDC104-8279-E04F-B522-675353236A18}"/>
              </a:ext>
            </a:extLst>
          </p:cNvPr>
          <p:cNvSpPr>
            <a:spLocks noGrp="1"/>
          </p:cNvSpPr>
          <p:nvPr>
            <p:ph type="pic" sz="quarter" idx="10"/>
          </p:nvPr>
        </p:nvSpPr>
        <p:spPr>
          <a:xfrm>
            <a:off x="454026" y="1504950"/>
            <a:ext cx="3596209" cy="3838575"/>
          </a:xfrm>
          <a:prstGeom prst="roundRect">
            <a:avLst>
              <a:gd name="adj" fmla="val 5665"/>
            </a:avLst>
          </a:prstGeom>
          <a:solidFill>
            <a:schemeClr val="bg1">
              <a:lumMod val="95000"/>
            </a:schemeClr>
          </a:solidFill>
        </p:spPr>
        <p:txBody>
          <a:bodyPr/>
          <a:lstStyle>
            <a:lvl1pPr marL="0" indent="0">
              <a:buNone/>
              <a:defRPr/>
            </a:lvl1pPr>
          </a:lstStyle>
          <a:p>
            <a:endParaRPr lang="en-GB"/>
          </a:p>
        </p:txBody>
      </p:sp>
      <p:sp>
        <p:nvSpPr>
          <p:cNvPr id="26" name="Text Placeholder 13">
            <a:extLst>
              <a:ext uri="{FF2B5EF4-FFF2-40B4-BE49-F238E27FC236}">
                <a16:creationId xmlns:a16="http://schemas.microsoft.com/office/drawing/2014/main" id="{C17C4E27-7677-D141-99AE-AD14EA5A475F}"/>
              </a:ext>
            </a:extLst>
          </p:cNvPr>
          <p:cNvSpPr>
            <a:spLocks noGrp="1"/>
          </p:cNvSpPr>
          <p:nvPr>
            <p:ph type="body" sz="quarter" idx="17" hasCustomPrompt="1"/>
          </p:nvPr>
        </p:nvSpPr>
        <p:spPr>
          <a:xfrm>
            <a:off x="4497698" y="2781242"/>
            <a:ext cx="6256960" cy="2559956"/>
          </a:xfrm>
          <a:solidFill>
            <a:srgbClr val="F2F6FB"/>
          </a:solidFill>
        </p:spPr>
        <p:txBody>
          <a:bodyPr rIns="0"/>
          <a:lstStyle>
            <a:lvl1pPr marL="285750" indent="-285750" algn="l">
              <a:lnSpc>
                <a:spcPct val="100000"/>
              </a:lnSpc>
              <a:spcAft>
                <a:spcPts val="600"/>
              </a:spcAft>
              <a:buFont typeface="Wingdings" pitchFamily="2" charset="2"/>
              <a:buChar char="§"/>
              <a:defRPr sz="14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Nam vitae </a:t>
            </a:r>
            <a:r>
              <a:rPr lang="en-US" err="1"/>
              <a:t>tortor</a:t>
            </a:r>
            <a:r>
              <a:rPr lang="en-US"/>
              <a:t> </a:t>
            </a:r>
            <a:r>
              <a:rPr lang="en-US" err="1"/>
              <a:t>arcu</a:t>
            </a:r>
            <a:r>
              <a:rPr lang="en-US"/>
              <a:t>. In et nisi </a:t>
            </a:r>
            <a:r>
              <a:rPr lang="en-US" err="1"/>
              <a:t>justo</a:t>
            </a:r>
            <a:r>
              <a:rPr lang="en-US"/>
              <a:t>. Sed </a:t>
            </a:r>
            <a:r>
              <a:rPr lang="en-US" err="1"/>
              <a:t>pellentesque</a:t>
            </a:r>
            <a:r>
              <a:rPr lang="en-US"/>
              <a:t> </a:t>
            </a:r>
            <a:r>
              <a:rPr lang="en-US" err="1"/>
              <a:t>fringilla</a:t>
            </a:r>
            <a:r>
              <a:rPr lang="en-US"/>
              <a:t> </a:t>
            </a:r>
            <a:r>
              <a:rPr lang="en-US" err="1"/>
              <a:t>enim</a:t>
            </a:r>
            <a:r>
              <a:rPr lang="en-US"/>
              <a:t>, et </a:t>
            </a:r>
            <a:r>
              <a:rPr lang="en-US" err="1"/>
              <a:t>mollis</a:t>
            </a:r>
            <a:r>
              <a:rPr lang="en-US"/>
              <a:t> </a:t>
            </a:r>
            <a:r>
              <a:rPr lang="en-US" err="1"/>
              <a:t>lacus</a:t>
            </a:r>
            <a:r>
              <a:rPr lang="en-US"/>
              <a:t> </a:t>
            </a:r>
            <a:r>
              <a:rPr lang="en-US" err="1"/>
              <a:t>commodo</a:t>
            </a:r>
            <a:r>
              <a:rPr lang="en-US"/>
              <a:t> </a:t>
            </a:r>
            <a:r>
              <a:rPr lang="en-US" err="1"/>
              <a:t>laoreet</a:t>
            </a:r>
            <a:r>
              <a:rPr lang="en-US"/>
              <a:t>. </a:t>
            </a:r>
            <a:r>
              <a:rPr lang="en-US" err="1"/>
              <a:t>Vivamus</a:t>
            </a:r>
            <a:r>
              <a:rPr lang="en-US"/>
              <a:t> </a:t>
            </a:r>
            <a:r>
              <a:rPr lang="en-US" err="1"/>
              <a:t>pellentesque</a:t>
            </a:r>
            <a:r>
              <a:rPr lang="en-US"/>
              <a:t>, ipsum vitae </a:t>
            </a:r>
            <a:r>
              <a:rPr lang="en-US" err="1"/>
              <a:t>varius</a:t>
            </a:r>
            <a:r>
              <a:rPr lang="en-US"/>
              <a:t> convallis, </a:t>
            </a:r>
            <a:r>
              <a:rPr lang="en-US" err="1"/>
              <a:t>augue</a:t>
            </a:r>
            <a:r>
              <a:rPr lang="en-US"/>
              <a:t> </a:t>
            </a:r>
            <a:r>
              <a:rPr lang="en-US" err="1"/>
              <a:t>massa</a:t>
            </a:r>
            <a:r>
              <a:rPr lang="en-US"/>
              <a:t> </a:t>
            </a:r>
            <a:r>
              <a:rPr lang="en-US" err="1"/>
              <a:t>porttitor</a:t>
            </a:r>
            <a:r>
              <a:rPr lang="en-US"/>
              <a:t> </a:t>
            </a:r>
            <a:r>
              <a:rPr lang="en-US" err="1"/>
              <a:t>purus</a:t>
            </a:r>
            <a:r>
              <a:rPr lang="en-US"/>
              <a:t>, </a:t>
            </a:r>
            <a:r>
              <a:rPr lang="en-US" err="1"/>
              <a:t>quis</a:t>
            </a:r>
            <a:r>
              <a:rPr lang="en-US"/>
              <a:t> </a:t>
            </a:r>
            <a:r>
              <a:rPr lang="en-US" err="1"/>
              <a:t>aliquet</a:t>
            </a:r>
            <a:r>
              <a:rPr lang="en-US"/>
              <a:t> </a:t>
            </a:r>
            <a:r>
              <a:rPr lang="en-US" err="1"/>
              <a:t>erat</a:t>
            </a:r>
            <a:r>
              <a:rPr lang="en-US"/>
              <a:t> </a:t>
            </a:r>
            <a:r>
              <a:rPr lang="en-US" err="1"/>
              <a:t>sapien</a:t>
            </a:r>
            <a:r>
              <a:rPr lang="en-US"/>
              <a:t> a </a:t>
            </a:r>
            <a:r>
              <a:rPr lang="en-US" err="1"/>
              <a:t>augue</a:t>
            </a:r>
            <a:r>
              <a:rPr lang="en-US"/>
              <a:t>. Morbi </a:t>
            </a:r>
            <a:r>
              <a:rPr lang="en-US" err="1"/>
              <a:t>iaculis</a:t>
            </a:r>
            <a:r>
              <a:rPr lang="en-US"/>
              <a:t>, ante sit </a:t>
            </a:r>
            <a:r>
              <a:rPr lang="en-US" err="1"/>
              <a:t>amet</a:t>
            </a:r>
            <a:r>
              <a:rPr lang="en-US"/>
              <a:t> </a:t>
            </a:r>
            <a:r>
              <a:rPr lang="en-US" err="1"/>
              <a:t>malesuada</a:t>
            </a:r>
            <a:r>
              <a:rPr lang="en-US"/>
              <a:t> </a:t>
            </a:r>
            <a:r>
              <a:rPr lang="en-US" err="1"/>
              <a:t>lobortis</a:t>
            </a:r>
            <a:r>
              <a:rPr lang="en-US"/>
              <a:t>, </a:t>
            </a:r>
            <a:r>
              <a:rPr lang="en-US" err="1"/>
              <a:t>lacus</a:t>
            </a:r>
            <a:r>
              <a:rPr lang="en-US"/>
              <a:t> </a:t>
            </a:r>
            <a:r>
              <a:rPr lang="en-US" err="1"/>
              <a:t>purus</a:t>
            </a:r>
            <a:r>
              <a:rPr lang="en-US"/>
              <a:t> porta </a:t>
            </a:r>
            <a:r>
              <a:rPr lang="en-US" err="1"/>
              <a:t>est</a:t>
            </a:r>
            <a:r>
              <a:rPr lang="en-US"/>
              <a:t>, </a:t>
            </a:r>
            <a:r>
              <a:rPr lang="en-US" err="1"/>
              <a:t>ut</a:t>
            </a:r>
            <a:r>
              <a:rPr lang="en-US"/>
              <a:t> </a:t>
            </a:r>
            <a:r>
              <a:rPr lang="en-US" err="1"/>
              <a:t>sagittis</a:t>
            </a:r>
            <a:r>
              <a:rPr lang="en-US"/>
              <a:t> </a:t>
            </a:r>
            <a:r>
              <a:rPr lang="en-US" err="1"/>
              <a:t>nibh</a:t>
            </a:r>
            <a:r>
              <a:rPr lang="en-US"/>
              <a:t> </a:t>
            </a:r>
            <a:r>
              <a:rPr lang="en-US" err="1"/>
              <a:t>nisl</a:t>
            </a:r>
            <a:r>
              <a:rPr lang="en-US"/>
              <a:t> vitae </a:t>
            </a:r>
            <a:r>
              <a:rPr lang="en-US" err="1"/>
              <a:t>arcu</a:t>
            </a:r>
            <a:r>
              <a:rPr lang="en-US"/>
              <a:t>. </a:t>
            </a:r>
          </a:p>
          <a:p>
            <a:pPr lvl="0"/>
            <a:r>
              <a:rPr lang="en-US" err="1"/>
              <a:t>Vivamus</a:t>
            </a:r>
            <a:r>
              <a:rPr lang="en-US"/>
              <a:t> </a:t>
            </a:r>
            <a:r>
              <a:rPr lang="en-US" err="1"/>
              <a:t>varius</a:t>
            </a:r>
            <a:r>
              <a:rPr lang="en-US"/>
              <a:t> </a:t>
            </a:r>
            <a:r>
              <a:rPr lang="en-US" err="1"/>
              <a:t>purus</a:t>
            </a:r>
            <a:r>
              <a:rPr lang="en-US"/>
              <a:t> vitae </a:t>
            </a:r>
            <a:r>
              <a:rPr lang="en-US" err="1"/>
              <a:t>sagittis</a:t>
            </a:r>
            <a:r>
              <a:rPr lang="en-US"/>
              <a:t> semper. Proin vel ipsum pharetra, </a:t>
            </a:r>
            <a:r>
              <a:rPr lang="en-US" err="1"/>
              <a:t>condimentum</a:t>
            </a:r>
            <a:r>
              <a:rPr lang="en-US"/>
              <a:t> eros </a:t>
            </a:r>
            <a:r>
              <a:rPr lang="en-US" err="1"/>
              <a:t>eget</a:t>
            </a:r>
            <a:r>
              <a:rPr lang="en-US"/>
              <a:t>, </a:t>
            </a:r>
            <a:r>
              <a:rPr lang="en-US" err="1"/>
              <a:t>iaculis</a:t>
            </a:r>
            <a:r>
              <a:rPr lang="en-US"/>
              <a:t> </a:t>
            </a:r>
            <a:r>
              <a:rPr lang="en-US" err="1"/>
              <a:t>nibh</a:t>
            </a:r>
            <a:r>
              <a:rPr lang="en-US"/>
              <a:t>. Integer </a:t>
            </a:r>
            <a:r>
              <a:rPr lang="en-US" err="1"/>
              <a:t>nulla</a:t>
            </a:r>
            <a:r>
              <a:rPr lang="en-US"/>
              <a:t> ligula, semper et ex </a:t>
            </a:r>
            <a:r>
              <a:rPr lang="en-US" err="1"/>
              <a:t>mollis</a:t>
            </a:r>
            <a:r>
              <a:rPr lang="en-US"/>
              <a:t>, </a:t>
            </a:r>
            <a:r>
              <a:rPr lang="en-US" err="1"/>
              <a:t>aliquam</a:t>
            </a:r>
            <a:r>
              <a:rPr lang="en-US"/>
              <a:t> </a:t>
            </a:r>
            <a:r>
              <a:rPr lang="en-US" err="1"/>
              <a:t>luctus</a:t>
            </a:r>
            <a:r>
              <a:rPr lang="en-US"/>
              <a:t> </a:t>
            </a:r>
            <a:r>
              <a:rPr lang="en-US" err="1"/>
              <a:t>sapien</a:t>
            </a:r>
            <a:r>
              <a:rPr lang="en-US"/>
              <a:t>. In </a:t>
            </a:r>
            <a:r>
              <a:rPr lang="en-US" err="1"/>
              <a:t>luctus</a:t>
            </a:r>
            <a:r>
              <a:rPr lang="en-US"/>
              <a:t> lorem </a:t>
            </a:r>
            <a:r>
              <a:rPr lang="en-US" err="1"/>
              <a:t>quis</a:t>
            </a:r>
            <a:r>
              <a:rPr lang="en-US"/>
              <a:t> </a:t>
            </a:r>
            <a:r>
              <a:rPr lang="en-US" err="1"/>
              <a:t>tortor</a:t>
            </a:r>
            <a:r>
              <a:rPr lang="en-US"/>
              <a:t> </a:t>
            </a:r>
            <a:r>
              <a:rPr lang="en-US" err="1"/>
              <a:t>rutrum</a:t>
            </a:r>
            <a:r>
              <a:rPr lang="en-US"/>
              <a:t> </a:t>
            </a:r>
            <a:r>
              <a:rPr lang="en-US" err="1"/>
              <a:t>interdum</a:t>
            </a:r>
            <a:r>
              <a:rPr lang="en-US"/>
              <a:t>. Maecenas </a:t>
            </a:r>
            <a:r>
              <a:rPr lang="en-US" err="1"/>
              <a:t>lectus</a:t>
            </a:r>
            <a:r>
              <a:rPr lang="en-US"/>
              <a:t> </a:t>
            </a:r>
            <a:r>
              <a:rPr lang="en-US" err="1"/>
              <a:t>erat</a:t>
            </a:r>
            <a:r>
              <a:rPr lang="en-US"/>
              <a:t>, </a:t>
            </a:r>
            <a:r>
              <a:rPr lang="en-US" err="1"/>
              <a:t>feugiat</a:t>
            </a:r>
            <a:r>
              <a:rPr lang="en-US"/>
              <a:t> vitae </a:t>
            </a:r>
            <a:r>
              <a:rPr lang="en-US" err="1"/>
              <a:t>dapibus</a:t>
            </a:r>
            <a:r>
              <a:rPr lang="en-US"/>
              <a:t> sit </a:t>
            </a:r>
            <a:r>
              <a:rPr lang="en-US" err="1"/>
              <a:t>amet</a:t>
            </a:r>
            <a:r>
              <a:rPr lang="en-US"/>
              <a:t>, </a:t>
            </a:r>
            <a:r>
              <a:rPr lang="en-US" err="1"/>
              <a:t>elementum</a:t>
            </a:r>
            <a:r>
              <a:rPr lang="en-US"/>
              <a:t> </a:t>
            </a:r>
            <a:r>
              <a:rPr lang="en-US" err="1"/>
              <a:t>eu</a:t>
            </a:r>
            <a:r>
              <a:rPr lang="en-US"/>
              <a:t>. </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Nam vitae </a:t>
            </a:r>
            <a:r>
              <a:rPr lang="en-US" err="1"/>
              <a:t>tortor</a:t>
            </a:r>
            <a:r>
              <a:rPr lang="en-US"/>
              <a:t> </a:t>
            </a:r>
            <a:r>
              <a:rPr lang="en-US" err="1"/>
              <a:t>arcu</a:t>
            </a:r>
            <a:r>
              <a:rPr lang="en-US"/>
              <a:t>. In et nisi </a:t>
            </a:r>
            <a:r>
              <a:rPr lang="en-US" err="1"/>
              <a:t>justo</a:t>
            </a:r>
            <a:r>
              <a:rPr lang="en-US"/>
              <a:t>. Sed </a:t>
            </a:r>
            <a:r>
              <a:rPr lang="en-US" err="1"/>
              <a:t>pellentesque</a:t>
            </a:r>
            <a:r>
              <a:rPr lang="en-US"/>
              <a:t> </a:t>
            </a:r>
            <a:r>
              <a:rPr lang="en-US" err="1"/>
              <a:t>fringilla</a:t>
            </a:r>
            <a:r>
              <a:rPr lang="en-US"/>
              <a:t> </a:t>
            </a:r>
            <a:r>
              <a:rPr lang="en-US" err="1"/>
              <a:t>enim</a:t>
            </a:r>
            <a:r>
              <a:rPr lang="en-US"/>
              <a:t>, et </a:t>
            </a:r>
            <a:r>
              <a:rPr lang="en-US" err="1"/>
              <a:t>mollis</a:t>
            </a:r>
            <a:r>
              <a:rPr lang="en-US"/>
              <a:t> </a:t>
            </a:r>
            <a:r>
              <a:rPr lang="en-US" err="1"/>
              <a:t>lacus</a:t>
            </a:r>
            <a:r>
              <a:rPr lang="en-US"/>
              <a:t> </a:t>
            </a:r>
            <a:r>
              <a:rPr lang="en-US" err="1"/>
              <a:t>commodo</a:t>
            </a:r>
            <a:r>
              <a:rPr lang="en-US"/>
              <a:t> </a:t>
            </a:r>
            <a:r>
              <a:rPr lang="en-US" err="1"/>
              <a:t>laoreet</a:t>
            </a:r>
            <a:r>
              <a:rPr lang="en-US"/>
              <a:t>. </a:t>
            </a:r>
          </a:p>
        </p:txBody>
      </p:sp>
      <p:sp>
        <p:nvSpPr>
          <p:cNvPr id="27" name="Text Placeholder 13">
            <a:extLst>
              <a:ext uri="{FF2B5EF4-FFF2-40B4-BE49-F238E27FC236}">
                <a16:creationId xmlns:a16="http://schemas.microsoft.com/office/drawing/2014/main" id="{8EAE8603-A31E-514E-B8E7-9A6C5D134814}"/>
              </a:ext>
            </a:extLst>
          </p:cNvPr>
          <p:cNvSpPr>
            <a:spLocks noGrp="1"/>
          </p:cNvSpPr>
          <p:nvPr>
            <p:ph type="body" sz="quarter" idx="18" hasCustomPrompt="1"/>
          </p:nvPr>
        </p:nvSpPr>
        <p:spPr>
          <a:xfrm>
            <a:off x="4497698" y="1504950"/>
            <a:ext cx="3385827" cy="241982"/>
          </a:xfrm>
        </p:spPr>
        <p:txBody>
          <a:bodyPr rIns="0"/>
          <a:lstStyle>
            <a:lvl1pPr marL="0" indent="0" algn="l">
              <a:lnSpc>
                <a:spcPts val="2200"/>
              </a:lnSpc>
              <a:spcAft>
                <a:spcPts val="0"/>
              </a:spcAft>
              <a:buFont typeface="Arial" panose="020B0604020202020204" pitchFamily="34" charset="0"/>
              <a:buNone/>
              <a:defRPr sz="24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err="1"/>
              <a:t>Firstname</a:t>
            </a:r>
            <a:r>
              <a:rPr lang="en-US"/>
              <a:t> </a:t>
            </a:r>
            <a:r>
              <a:rPr lang="en-US" err="1"/>
              <a:t>Lastname</a:t>
            </a:r>
            <a:endParaRPr lang="en-US"/>
          </a:p>
        </p:txBody>
      </p:sp>
      <p:sp>
        <p:nvSpPr>
          <p:cNvPr id="28" name="Text Placeholder 13">
            <a:extLst>
              <a:ext uri="{FF2B5EF4-FFF2-40B4-BE49-F238E27FC236}">
                <a16:creationId xmlns:a16="http://schemas.microsoft.com/office/drawing/2014/main" id="{21D8A7EA-DD70-864B-821D-384727880F4B}"/>
              </a:ext>
            </a:extLst>
          </p:cNvPr>
          <p:cNvSpPr>
            <a:spLocks noGrp="1"/>
          </p:cNvSpPr>
          <p:nvPr>
            <p:ph type="body" sz="quarter" idx="19" hasCustomPrompt="1"/>
          </p:nvPr>
        </p:nvSpPr>
        <p:spPr>
          <a:xfrm>
            <a:off x="4497698" y="1852102"/>
            <a:ext cx="3385827" cy="348173"/>
          </a:xfrm>
        </p:spPr>
        <p:txBody>
          <a:bodyPr rIns="0"/>
          <a:lstStyle>
            <a:lvl1pPr marL="0" indent="0" algn="l">
              <a:lnSpc>
                <a:spcPts val="1600"/>
              </a:lnSpc>
              <a:spcAft>
                <a:spcPts val="600"/>
              </a:spcAft>
              <a:buFont typeface="Arial" panose="020B0604020202020204" pitchFamily="34" charset="0"/>
              <a:buNone/>
              <a:defRPr sz="1600" b="0" i="0">
                <a:solidFill>
                  <a:schemeClr val="accent1"/>
                </a:solidFill>
                <a:latin typeface="+mj-lt"/>
              </a:defRPr>
            </a:lvl1pPr>
            <a:lvl2pPr marL="239712" indent="0">
              <a:buNone/>
              <a:defRPr/>
            </a:lvl2pPr>
            <a:lvl3pPr marL="466725" indent="0">
              <a:buNone/>
              <a:defRPr/>
            </a:lvl3pPr>
            <a:lvl4pPr marL="1371600" indent="0">
              <a:buNone/>
              <a:defRPr/>
            </a:lvl4pPr>
            <a:lvl5pPr marL="1828800" indent="0">
              <a:buNone/>
              <a:defRPr/>
            </a:lvl5pPr>
          </a:lstStyle>
          <a:p>
            <a:pPr lvl="0"/>
            <a:r>
              <a:rPr lang="en-US"/>
              <a:t>Title Here</a:t>
            </a:r>
          </a:p>
        </p:txBody>
      </p:sp>
      <p:sp>
        <p:nvSpPr>
          <p:cNvPr id="19" name="TextBox 18">
            <a:extLst>
              <a:ext uri="{FF2B5EF4-FFF2-40B4-BE49-F238E27FC236}">
                <a16:creationId xmlns:a16="http://schemas.microsoft.com/office/drawing/2014/main" id="{19591A96-EDD5-8F0A-F654-1B0F1555406E}"/>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accent1"/>
                </a:solidFill>
                <a:latin typeface="+mj-lt"/>
              </a:rPr>
              <a:t>Confidential</a:t>
            </a:r>
          </a:p>
        </p:txBody>
      </p:sp>
      <p:cxnSp>
        <p:nvCxnSpPr>
          <p:cNvPr id="20" name="Straight Connector 19">
            <a:extLst>
              <a:ext uri="{FF2B5EF4-FFF2-40B4-BE49-F238E27FC236}">
                <a16:creationId xmlns:a16="http://schemas.microsoft.com/office/drawing/2014/main" id="{0D3D3C9C-D0B6-6479-797D-2991B06D7606}"/>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2" name="Rounded Rectangle 21">
            <a:extLst>
              <a:ext uri="{FF2B5EF4-FFF2-40B4-BE49-F238E27FC236}">
                <a16:creationId xmlns:a16="http://schemas.microsoft.com/office/drawing/2014/main" id="{AB5D2C05-62D8-75AB-4AA9-9508EBC7F198}"/>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1" name="Graphic 62">
            <a:extLst>
              <a:ext uri="{FF2B5EF4-FFF2-40B4-BE49-F238E27FC236}">
                <a16:creationId xmlns:a16="http://schemas.microsoft.com/office/drawing/2014/main" id="{A3BDDAC6-6EB5-5AA5-61A8-5C7B08D016FF}"/>
              </a:ext>
            </a:extLst>
          </p:cNvPr>
          <p:cNvGrpSpPr/>
          <p:nvPr userDrawn="1"/>
        </p:nvGrpSpPr>
        <p:grpSpPr>
          <a:xfrm>
            <a:off x="11389259" y="459884"/>
            <a:ext cx="352694" cy="349203"/>
            <a:chOff x="10767269" y="208371"/>
            <a:chExt cx="182844" cy="181034"/>
          </a:xfrm>
        </p:grpSpPr>
        <p:sp>
          <p:nvSpPr>
            <p:cNvPr id="42" name="Freeform 41">
              <a:extLst>
                <a:ext uri="{FF2B5EF4-FFF2-40B4-BE49-F238E27FC236}">
                  <a16:creationId xmlns:a16="http://schemas.microsoft.com/office/drawing/2014/main" id="{AF63809F-BD62-CE41-422D-796F809F3DD5}"/>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3" name="Freeform 42">
              <a:extLst>
                <a:ext uri="{FF2B5EF4-FFF2-40B4-BE49-F238E27FC236}">
                  <a16:creationId xmlns:a16="http://schemas.microsoft.com/office/drawing/2014/main" id="{4521965A-A9D8-08A9-9298-34F56613CC29}"/>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44" name="Freeform 43">
              <a:extLst>
                <a:ext uri="{FF2B5EF4-FFF2-40B4-BE49-F238E27FC236}">
                  <a16:creationId xmlns:a16="http://schemas.microsoft.com/office/drawing/2014/main" id="{A3618460-6C5B-37FD-D599-B69417C8AB3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5" name="Freeform 44">
              <a:extLst>
                <a:ext uri="{FF2B5EF4-FFF2-40B4-BE49-F238E27FC236}">
                  <a16:creationId xmlns:a16="http://schemas.microsoft.com/office/drawing/2014/main" id="{D9C96232-1CC5-5F69-22A9-AA5D4FE24229}"/>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46" name="Freeform 45">
              <a:extLst>
                <a:ext uri="{FF2B5EF4-FFF2-40B4-BE49-F238E27FC236}">
                  <a16:creationId xmlns:a16="http://schemas.microsoft.com/office/drawing/2014/main" id="{4D9F823C-E41B-1DE2-0FFA-CEB5A665CA83}"/>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9" name="Slide Number Placeholder 5">
            <a:extLst>
              <a:ext uri="{FF2B5EF4-FFF2-40B4-BE49-F238E27FC236}">
                <a16:creationId xmlns:a16="http://schemas.microsoft.com/office/drawing/2014/main" id="{BCCAEAF3-17C0-7049-4BEA-EDE1F8A28349}"/>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31388198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_Quote_Statement">
    <p:bg>
      <p:bgPr>
        <a:solidFill>
          <a:schemeClr val="accent2"/>
        </a:solidFill>
        <a:effectLst/>
      </p:bgPr>
    </p:bg>
    <p:spTree>
      <p:nvGrpSpPr>
        <p:cNvPr id="1" name=""/>
        <p:cNvGrpSpPr/>
        <p:nvPr/>
      </p:nvGrpSpPr>
      <p:grpSpPr>
        <a:xfrm>
          <a:off x="0" y="0"/>
          <a:ext cx="0" cy="0"/>
          <a:chOff x="0" y="0"/>
          <a:chExt cx="0" cy="0"/>
        </a:xfrm>
      </p:grpSpPr>
      <p:cxnSp>
        <p:nvCxnSpPr>
          <p:cNvPr id="45" name="Straight Connector 44">
            <a:extLst>
              <a:ext uri="{FF2B5EF4-FFF2-40B4-BE49-F238E27FC236}">
                <a16:creationId xmlns:a16="http://schemas.microsoft.com/office/drawing/2014/main" id="{95A14D9D-82E3-F349-BE52-63BC561FEE14}"/>
              </a:ext>
            </a:extLst>
          </p:cNvPr>
          <p:cNvCxnSpPr>
            <a:cxnSpLocks/>
          </p:cNvCxnSpPr>
          <p:nvPr userDrawn="1"/>
        </p:nvCxnSpPr>
        <p:spPr>
          <a:xfrm>
            <a:off x="11634435" y="6412967"/>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46" name="Rounded Rectangle 45">
            <a:extLst>
              <a:ext uri="{FF2B5EF4-FFF2-40B4-BE49-F238E27FC236}">
                <a16:creationId xmlns:a16="http://schemas.microsoft.com/office/drawing/2014/main" id="{C6AE864F-189C-0B40-B760-21DF2F3E173C}"/>
              </a:ext>
            </a:extLst>
          </p:cNvPr>
          <p:cNvSpPr>
            <a:spLocks noChangeAspect="1"/>
          </p:cNvSpPr>
          <p:nvPr userDrawn="1"/>
        </p:nvSpPr>
        <p:spPr>
          <a:xfrm rot="2700000">
            <a:off x="11576386" y="6344385"/>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ound Single Corner Rectangle 21">
            <a:extLst>
              <a:ext uri="{FF2B5EF4-FFF2-40B4-BE49-F238E27FC236}">
                <a16:creationId xmlns:a16="http://schemas.microsoft.com/office/drawing/2014/main" id="{AD46FF13-C543-CD47-8F3C-0E5202A3534B}"/>
              </a:ext>
            </a:extLst>
          </p:cNvPr>
          <p:cNvSpPr/>
          <p:nvPr userDrawn="1"/>
        </p:nvSpPr>
        <p:spPr>
          <a:xfrm rot="5400000">
            <a:off x="1459687" y="-1459696"/>
            <a:ext cx="6886602" cy="9805991"/>
          </a:xfrm>
          <a:prstGeom prst="round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3" name="Right side ">
            <a:extLst>
              <a:ext uri="{FF2B5EF4-FFF2-40B4-BE49-F238E27FC236}">
                <a16:creationId xmlns:a16="http://schemas.microsoft.com/office/drawing/2014/main" id="{C7DCB3E0-65BB-4749-8440-103779AD880D}"/>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5924" t="1798" r="8377" b="7883"/>
          <a:stretch/>
        </p:blipFill>
        <p:spPr>
          <a:xfrm>
            <a:off x="2232891" y="0"/>
            <a:ext cx="7573095" cy="6886602"/>
          </a:xfrm>
          <a:prstGeom prst="rect">
            <a:avLst/>
          </a:prstGeom>
        </p:spPr>
      </p:pic>
      <p:sp>
        <p:nvSpPr>
          <p:cNvPr id="21" name="Freeform 20">
            <a:extLst>
              <a:ext uri="{FF2B5EF4-FFF2-40B4-BE49-F238E27FC236}">
                <a16:creationId xmlns:a16="http://schemas.microsoft.com/office/drawing/2014/main" id="{DFD15E9A-945C-4145-85F3-336590BDB1F7}"/>
              </a:ext>
            </a:extLst>
          </p:cNvPr>
          <p:cNvSpPr/>
          <p:nvPr userDrawn="1"/>
        </p:nvSpPr>
        <p:spPr>
          <a:xfrm>
            <a:off x="724912" y="1360801"/>
            <a:ext cx="1168591" cy="946615"/>
          </a:xfrm>
          <a:custGeom>
            <a:avLst/>
            <a:gdLst>
              <a:gd name="connsiteX0" fmla="*/ 0 w 1336609"/>
              <a:gd name="connsiteY0" fmla="*/ 657548 h 1082719"/>
              <a:gd name="connsiteX1" fmla="*/ 397509 w 1336609"/>
              <a:gd name="connsiteY1" fmla="*/ 0 h 1082719"/>
              <a:gd name="connsiteX2" fmla="*/ 586319 w 1336609"/>
              <a:gd name="connsiteY2" fmla="*/ 0 h 1082719"/>
              <a:gd name="connsiteX3" fmla="*/ 293112 w 1336609"/>
              <a:gd name="connsiteY3" fmla="*/ 593252 h 1082719"/>
              <a:gd name="connsiteX4" fmla="*/ 496863 w 1336609"/>
              <a:gd name="connsiteY4" fmla="*/ 593252 h 1082719"/>
              <a:gd name="connsiteX5" fmla="*/ 496863 w 1336609"/>
              <a:gd name="connsiteY5" fmla="*/ 1082720 h 1082719"/>
              <a:gd name="connsiteX6" fmla="*/ 0 w 1336609"/>
              <a:gd name="connsiteY6" fmla="*/ 1082720 h 1082719"/>
              <a:gd name="connsiteX7" fmla="*/ 0 w 1336609"/>
              <a:gd name="connsiteY7" fmla="*/ 657548 h 1082719"/>
              <a:gd name="connsiteX8" fmla="*/ 750291 w 1336609"/>
              <a:gd name="connsiteY8" fmla="*/ 657548 h 1082719"/>
              <a:gd name="connsiteX9" fmla="*/ 1147800 w 1336609"/>
              <a:gd name="connsiteY9" fmla="*/ 0 h 1082719"/>
              <a:gd name="connsiteX10" fmla="*/ 1336610 w 1336609"/>
              <a:gd name="connsiteY10" fmla="*/ 0 h 1082719"/>
              <a:gd name="connsiteX11" fmla="*/ 1043498 w 1336609"/>
              <a:gd name="connsiteY11" fmla="*/ 593252 h 1082719"/>
              <a:gd name="connsiteX12" fmla="*/ 1247153 w 1336609"/>
              <a:gd name="connsiteY12" fmla="*/ 593252 h 1082719"/>
              <a:gd name="connsiteX13" fmla="*/ 1247153 w 1336609"/>
              <a:gd name="connsiteY13" fmla="*/ 1082720 h 1082719"/>
              <a:gd name="connsiteX14" fmla="*/ 750291 w 1336609"/>
              <a:gd name="connsiteY14" fmla="*/ 1082720 h 1082719"/>
              <a:gd name="connsiteX15" fmla="*/ 750291 w 1336609"/>
              <a:gd name="connsiteY15" fmla="*/ 657548 h 1082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36609" h="1082719">
                <a:moveTo>
                  <a:pt x="0" y="657548"/>
                </a:moveTo>
                <a:lnTo>
                  <a:pt x="397509" y="0"/>
                </a:lnTo>
                <a:lnTo>
                  <a:pt x="586319" y="0"/>
                </a:lnTo>
                <a:lnTo>
                  <a:pt x="293112" y="593252"/>
                </a:lnTo>
                <a:lnTo>
                  <a:pt x="496863" y="593252"/>
                </a:lnTo>
                <a:lnTo>
                  <a:pt x="496863" y="1082720"/>
                </a:lnTo>
                <a:lnTo>
                  <a:pt x="0" y="1082720"/>
                </a:lnTo>
                <a:lnTo>
                  <a:pt x="0" y="657548"/>
                </a:lnTo>
                <a:close/>
                <a:moveTo>
                  <a:pt x="750291" y="657548"/>
                </a:moveTo>
                <a:lnTo>
                  <a:pt x="1147800" y="0"/>
                </a:lnTo>
                <a:lnTo>
                  <a:pt x="1336610" y="0"/>
                </a:lnTo>
                <a:lnTo>
                  <a:pt x="1043498" y="593252"/>
                </a:lnTo>
                <a:lnTo>
                  <a:pt x="1247153" y="593252"/>
                </a:lnTo>
                <a:lnTo>
                  <a:pt x="1247153" y="1082720"/>
                </a:lnTo>
                <a:lnTo>
                  <a:pt x="750291" y="1082720"/>
                </a:lnTo>
                <a:lnTo>
                  <a:pt x="750291" y="657548"/>
                </a:lnTo>
                <a:close/>
              </a:path>
            </a:pathLst>
          </a:custGeom>
          <a:solidFill>
            <a:schemeClr val="accent1">
              <a:lumMod val="10000"/>
              <a:lumOff val="90000"/>
            </a:schemeClr>
          </a:solidFill>
          <a:ln w="9500" cap="flat">
            <a:noFill/>
            <a:prstDash val="solid"/>
            <a:miter/>
          </a:ln>
        </p:spPr>
        <p:txBody>
          <a:bodyPr rtlCol="0" anchor="ctr"/>
          <a:lstStyle/>
          <a:p>
            <a:endParaRPr lang="en-GB"/>
          </a:p>
        </p:txBody>
      </p:sp>
      <p:sp>
        <p:nvSpPr>
          <p:cNvPr id="4" name="Title 3">
            <a:extLst>
              <a:ext uri="{FF2B5EF4-FFF2-40B4-BE49-F238E27FC236}">
                <a16:creationId xmlns:a16="http://schemas.microsoft.com/office/drawing/2014/main" id="{36608668-0C71-D84E-BAE5-6E0294650572}"/>
              </a:ext>
            </a:extLst>
          </p:cNvPr>
          <p:cNvSpPr>
            <a:spLocks noGrp="1"/>
          </p:cNvSpPr>
          <p:nvPr>
            <p:ph type="title" hasCustomPrompt="1"/>
          </p:nvPr>
        </p:nvSpPr>
        <p:spPr>
          <a:xfrm>
            <a:off x="2264520" y="1360800"/>
            <a:ext cx="6089767" cy="3309171"/>
          </a:xfrm>
        </p:spPr>
        <p:txBody>
          <a:bodyPr/>
          <a:lstStyle>
            <a:lvl1pPr marL="0" indent="0">
              <a:lnSpc>
                <a:spcPct val="100000"/>
              </a:lnSpc>
              <a:buNone/>
              <a:defRPr sz="3600"/>
            </a:lvl1pPr>
          </a:lstStyle>
          <a:p>
            <a:pPr marL="0" indent="0">
              <a:lnSpc>
                <a:spcPts val="3800"/>
              </a:lnSpc>
              <a:buNone/>
            </a:pPr>
            <a:r>
              <a:rPr lang="en-GB" sz="3200">
                <a:solidFill>
                  <a:schemeClr val="accent2"/>
                </a:solidFill>
                <a:latin typeface="Franklin Gothic Medium" panose="020B0603020102020204" pitchFamily="34" charset="0"/>
              </a:rPr>
              <a:t>Statement Slide </a:t>
            </a:r>
            <a:r>
              <a:rPr lang="en-GB" sz="3200" err="1">
                <a:latin typeface="Franklin Gothic Medium" panose="020B0603020102020204" pitchFamily="34" charset="0"/>
              </a:rPr>
              <a:t>dolor</a:t>
            </a:r>
            <a:r>
              <a:rPr lang="en-GB" sz="3200">
                <a:latin typeface="Franklin Gothic Medium" panose="020B0603020102020204" pitchFamily="34" charset="0"/>
              </a:rPr>
              <a:t> sit am, consectetur </a:t>
            </a:r>
            <a:r>
              <a:rPr lang="en-GB" sz="3200" err="1">
                <a:latin typeface="Franklin Gothic Medium" panose="020B0603020102020204" pitchFamily="34" charset="0"/>
              </a:rPr>
              <a:t>adipiscing</a:t>
            </a:r>
            <a:r>
              <a:rPr lang="en-GB" sz="3200">
                <a:latin typeface="Franklin Gothic Medium" panose="020B0603020102020204" pitchFamily="34" charset="0"/>
              </a:rPr>
              <a:t> </a:t>
            </a:r>
            <a:r>
              <a:rPr lang="en-GB" sz="3200" err="1">
                <a:latin typeface="Franklin Gothic Medium" panose="020B0603020102020204" pitchFamily="34" charset="0"/>
              </a:rPr>
              <a:t>elit</a:t>
            </a:r>
            <a:r>
              <a:rPr lang="en-GB" sz="3200">
                <a:latin typeface="Franklin Gothic Medium" panose="020B0603020102020204" pitchFamily="34" charset="0"/>
              </a:rPr>
              <a:t>. Cras </a:t>
            </a:r>
            <a:br>
              <a:rPr lang="en-GB" sz="3200">
                <a:latin typeface="Franklin Gothic Medium" panose="020B0603020102020204" pitchFamily="34" charset="0"/>
              </a:rPr>
            </a:br>
            <a:r>
              <a:rPr lang="en-GB" sz="3200" err="1">
                <a:latin typeface="Franklin Gothic Medium" panose="020B0603020102020204" pitchFamily="34" charset="0"/>
              </a:rPr>
              <a:t>ut</a:t>
            </a:r>
            <a:r>
              <a:rPr lang="en-GB" sz="3200">
                <a:latin typeface="Franklin Gothic Medium" panose="020B0603020102020204" pitchFamily="34" charset="0"/>
              </a:rPr>
              <a:t> auctor </a:t>
            </a:r>
            <a:r>
              <a:rPr lang="en-GB" sz="3200" err="1">
                <a:latin typeface="Franklin Gothic Medium" panose="020B0603020102020204" pitchFamily="34" charset="0"/>
              </a:rPr>
              <a:t>orci</a:t>
            </a:r>
            <a:r>
              <a:rPr lang="en-GB" sz="3200">
                <a:latin typeface="Franklin Gothic Medium" panose="020B0603020102020204" pitchFamily="34" charset="0"/>
              </a:rPr>
              <a:t>, in </a:t>
            </a:r>
            <a:r>
              <a:rPr lang="en-GB" sz="3200" err="1">
                <a:latin typeface="Franklin Gothic Medium" panose="020B0603020102020204" pitchFamily="34" charset="0"/>
              </a:rPr>
              <a:t>lobortis</a:t>
            </a:r>
            <a:r>
              <a:rPr lang="en-GB" sz="3200">
                <a:latin typeface="Franklin Gothic Medium" panose="020B0603020102020204" pitchFamily="34" charset="0"/>
              </a:rPr>
              <a:t> </a:t>
            </a:r>
            <a:r>
              <a:rPr lang="en-GB" sz="3200" err="1">
                <a:latin typeface="Franklin Gothic Medium" panose="020B0603020102020204" pitchFamily="34" charset="0"/>
              </a:rPr>
              <a:t>augue</a:t>
            </a:r>
            <a:r>
              <a:rPr lang="en-GB" sz="3200">
                <a:latin typeface="Franklin Gothic Medium" panose="020B0603020102020204" pitchFamily="34" charset="0"/>
              </a:rPr>
              <a:t>. </a:t>
            </a:r>
            <a:r>
              <a:rPr lang="en-GB" sz="3200" err="1">
                <a:latin typeface="Franklin Gothic Medium" panose="020B0603020102020204" pitchFamily="34" charset="0"/>
              </a:rPr>
              <a:t>Etiam</a:t>
            </a:r>
            <a:r>
              <a:rPr lang="en-GB" sz="3200">
                <a:latin typeface="Franklin Gothic Medium" panose="020B0603020102020204" pitchFamily="34" charset="0"/>
              </a:rPr>
              <a:t> vitae </a:t>
            </a:r>
            <a:r>
              <a:rPr lang="en-GB" sz="3200" err="1">
                <a:latin typeface="Franklin Gothic Medium" panose="020B0603020102020204" pitchFamily="34" charset="0"/>
              </a:rPr>
              <a:t>molestie</a:t>
            </a:r>
            <a:r>
              <a:rPr lang="en-GB" sz="3200">
                <a:latin typeface="Franklin Gothic Medium" panose="020B0603020102020204" pitchFamily="34" charset="0"/>
              </a:rPr>
              <a:t> </a:t>
            </a:r>
            <a:r>
              <a:rPr lang="en-GB" sz="3200" err="1">
                <a:latin typeface="Franklin Gothic Medium" panose="020B0603020102020204" pitchFamily="34" charset="0"/>
              </a:rPr>
              <a:t>felis</a:t>
            </a:r>
            <a:r>
              <a:rPr lang="en-GB" sz="3200">
                <a:latin typeface="Franklin Gothic Medium" panose="020B0603020102020204" pitchFamily="34" charset="0"/>
              </a:rPr>
              <a:t>. </a:t>
            </a:r>
            <a:br>
              <a:rPr lang="en-GB" sz="3200">
                <a:latin typeface="Franklin Gothic Medium" panose="020B0603020102020204" pitchFamily="34" charset="0"/>
              </a:rPr>
            </a:br>
            <a:r>
              <a:rPr lang="en-GB" sz="3200" err="1">
                <a:latin typeface="Franklin Gothic Medium" panose="020B0603020102020204" pitchFamily="34" charset="0"/>
              </a:rPr>
              <a:t>Aliquam</a:t>
            </a:r>
            <a:r>
              <a:rPr lang="en-GB" sz="3200">
                <a:latin typeface="Franklin Gothic Medium" panose="020B0603020102020204" pitchFamily="34" charset="0"/>
              </a:rPr>
              <a:t> </a:t>
            </a:r>
            <a:r>
              <a:rPr lang="en-GB" sz="3200" err="1">
                <a:latin typeface="Franklin Gothic Medium" panose="020B0603020102020204" pitchFamily="34" charset="0"/>
              </a:rPr>
              <a:t>pellentesque</a:t>
            </a:r>
            <a:r>
              <a:rPr lang="en-GB" sz="3200">
                <a:latin typeface="Franklin Gothic Medium" panose="020B0603020102020204" pitchFamily="34" charset="0"/>
              </a:rPr>
              <a:t> porta </a:t>
            </a:r>
            <a:r>
              <a:rPr lang="en-GB" sz="3200" err="1">
                <a:latin typeface="Franklin Gothic Medium" panose="020B0603020102020204" pitchFamily="34" charset="0"/>
              </a:rPr>
              <a:t>consequat</a:t>
            </a:r>
            <a:r>
              <a:rPr lang="en-GB" sz="3200">
                <a:latin typeface="Franklin Gothic Medium" panose="020B0603020102020204" pitchFamily="34" charset="0"/>
              </a:rPr>
              <a:t>. </a:t>
            </a:r>
            <a:r>
              <a:rPr lang="en-GB" sz="3200" err="1">
                <a:latin typeface="Franklin Gothic Medium" panose="020B0603020102020204" pitchFamily="34" charset="0"/>
              </a:rPr>
              <a:t>Aliquam</a:t>
            </a:r>
            <a:r>
              <a:rPr lang="en-GB" sz="3200">
                <a:latin typeface="Franklin Gothic Medium" panose="020B0603020102020204" pitchFamily="34" charset="0"/>
              </a:rPr>
              <a:t> </a:t>
            </a:r>
            <a:r>
              <a:rPr lang="en-GB" sz="3200" err="1">
                <a:latin typeface="Franklin Gothic Medium" panose="020B0603020102020204" pitchFamily="34" charset="0"/>
              </a:rPr>
              <a:t>posuere</a:t>
            </a:r>
            <a:r>
              <a:rPr lang="en-GB" sz="3200">
                <a:latin typeface="Franklin Gothic Medium" panose="020B0603020102020204" pitchFamily="34" charset="0"/>
              </a:rPr>
              <a:t>, </a:t>
            </a:r>
            <a:r>
              <a:rPr lang="en-GB" sz="3200" err="1">
                <a:latin typeface="Franklin Gothic Medium" panose="020B0603020102020204" pitchFamily="34" charset="0"/>
              </a:rPr>
              <a:t>lectus</a:t>
            </a:r>
            <a:r>
              <a:rPr lang="en-GB" sz="3200">
                <a:latin typeface="Franklin Gothic Medium" panose="020B0603020102020204" pitchFamily="34" charset="0"/>
              </a:rPr>
              <a:t> </a:t>
            </a:r>
            <a:r>
              <a:rPr lang="en-GB" sz="3200" err="1">
                <a:latin typeface="Franklin Gothic Medium" panose="020B0603020102020204" pitchFamily="34" charset="0"/>
              </a:rPr>
              <a:t>sed</a:t>
            </a:r>
            <a:r>
              <a:rPr lang="en-GB" sz="3200">
                <a:latin typeface="Franklin Gothic Medium" panose="020B0603020102020204" pitchFamily="34" charset="0"/>
              </a:rPr>
              <a:t> </a:t>
            </a:r>
            <a:r>
              <a:rPr lang="en-GB" sz="3200" err="1">
                <a:latin typeface="Franklin Gothic Medium" panose="020B0603020102020204" pitchFamily="34" charset="0"/>
              </a:rPr>
              <a:t>adipiscing</a:t>
            </a:r>
            <a:r>
              <a:rPr lang="en-GB" sz="3200">
                <a:latin typeface="Franklin Gothic Medium" panose="020B0603020102020204" pitchFamily="34" charset="0"/>
              </a:rPr>
              <a:t>.</a:t>
            </a:r>
          </a:p>
        </p:txBody>
      </p:sp>
      <p:grpSp>
        <p:nvGrpSpPr>
          <p:cNvPr id="15" name="Graphic 62" hidden="1">
            <a:extLst>
              <a:ext uri="{FF2B5EF4-FFF2-40B4-BE49-F238E27FC236}">
                <a16:creationId xmlns:a16="http://schemas.microsoft.com/office/drawing/2014/main" id="{83A1819B-53A5-E944-8506-3333A678F4A6}"/>
              </a:ext>
            </a:extLst>
          </p:cNvPr>
          <p:cNvGrpSpPr/>
          <p:nvPr userDrawn="1"/>
        </p:nvGrpSpPr>
        <p:grpSpPr>
          <a:xfrm>
            <a:off x="11389259" y="6063628"/>
            <a:ext cx="352694" cy="349203"/>
            <a:chOff x="10767269" y="208371"/>
            <a:chExt cx="182844" cy="181034"/>
          </a:xfrm>
          <a:solidFill>
            <a:schemeClr val="bg1"/>
          </a:solidFill>
        </p:grpSpPr>
        <p:sp>
          <p:nvSpPr>
            <p:cNvPr id="16" name="Freeform 15">
              <a:extLst>
                <a:ext uri="{FF2B5EF4-FFF2-40B4-BE49-F238E27FC236}">
                  <a16:creationId xmlns:a16="http://schemas.microsoft.com/office/drawing/2014/main" id="{F484DDA6-0ADA-234E-A561-AC8432F74410}"/>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grp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BF1B9B5B-3858-624D-B612-E93A3B60D086}"/>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grp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2EAA171B-D5DC-BE47-96AC-8CF4A5AD9AED}"/>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grp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38EFD4C6-EB58-7B46-A1E7-FC68A3659800}"/>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grp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FCE7C1B9-7A32-2745-B2CB-14AE21B87B8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grpFill/>
            <a:ln w="1795" cap="flat">
              <a:noFill/>
              <a:prstDash val="solid"/>
              <a:miter/>
            </a:ln>
          </p:spPr>
          <p:txBody>
            <a:bodyPr rtlCol="0" anchor="ctr"/>
            <a:lstStyle/>
            <a:p>
              <a:endParaRPr lang="en-GB"/>
            </a:p>
          </p:txBody>
        </p:sp>
      </p:grpSp>
      <p:sp>
        <p:nvSpPr>
          <p:cNvPr id="30" name="TextBox 29">
            <a:extLst>
              <a:ext uri="{FF2B5EF4-FFF2-40B4-BE49-F238E27FC236}">
                <a16:creationId xmlns:a16="http://schemas.microsoft.com/office/drawing/2014/main" id="{5E13A6C9-0B68-6FA9-CAB7-3E4BFA625552}"/>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accent1"/>
                </a:solidFill>
                <a:latin typeface="+mj-lt"/>
              </a:rPr>
              <a:t>Confidential</a:t>
            </a:r>
          </a:p>
        </p:txBody>
      </p:sp>
      <p:grpSp>
        <p:nvGrpSpPr>
          <p:cNvPr id="37" name="Graphic 62">
            <a:extLst>
              <a:ext uri="{FF2B5EF4-FFF2-40B4-BE49-F238E27FC236}">
                <a16:creationId xmlns:a16="http://schemas.microsoft.com/office/drawing/2014/main" id="{1C5E7C55-4D3A-7595-07E2-7AACC39B7C34}"/>
              </a:ext>
            </a:extLst>
          </p:cNvPr>
          <p:cNvGrpSpPr/>
          <p:nvPr userDrawn="1"/>
        </p:nvGrpSpPr>
        <p:grpSpPr>
          <a:xfrm>
            <a:off x="11389259" y="459884"/>
            <a:ext cx="352694" cy="349203"/>
            <a:chOff x="10767269" y="208371"/>
            <a:chExt cx="182844" cy="181034"/>
          </a:xfrm>
          <a:solidFill>
            <a:schemeClr val="bg1"/>
          </a:solidFill>
        </p:grpSpPr>
        <p:sp>
          <p:nvSpPr>
            <p:cNvPr id="38" name="Freeform 37">
              <a:extLst>
                <a:ext uri="{FF2B5EF4-FFF2-40B4-BE49-F238E27FC236}">
                  <a16:creationId xmlns:a16="http://schemas.microsoft.com/office/drawing/2014/main" id="{03E5A220-4D79-97A1-4F96-CC53B9F913B3}"/>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grpFill/>
            <a:ln w="1795" cap="flat">
              <a:noFill/>
              <a:prstDash val="solid"/>
              <a:miter/>
            </a:ln>
          </p:spPr>
          <p:txBody>
            <a:bodyPr rtlCol="0" anchor="ctr"/>
            <a:lstStyle/>
            <a:p>
              <a:endParaRPr lang="en-GB"/>
            </a:p>
          </p:txBody>
        </p:sp>
        <p:sp>
          <p:nvSpPr>
            <p:cNvPr id="39" name="Freeform 38">
              <a:extLst>
                <a:ext uri="{FF2B5EF4-FFF2-40B4-BE49-F238E27FC236}">
                  <a16:creationId xmlns:a16="http://schemas.microsoft.com/office/drawing/2014/main" id="{DCAE26B7-36CD-2C74-0E16-1AFCFC72B906}"/>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grpFill/>
            <a:ln w="1795" cap="flat">
              <a:noFill/>
              <a:prstDash val="solid"/>
              <a:miter/>
            </a:ln>
          </p:spPr>
          <p:txBody>
            <a:bodyPr rtlCol="0" anchor="ctr"/>
            <a:lstStyle/>
            <a:p>
              <a:endParaRPr lang="en-GB"/>
            </a:p>
          </p:txBody>
        </p:sp>
        <p:sp>
          <p:nvSpPr>
            <p:cNvPr id="40" name="Freeform 39">
              <a:extLst>
                <a:ext uri="{FF2B5EF4-FFF2-40B4-BE49-F238E27FC236}">
                  <a16:creationId xmlns:a16="http://schemas.microsoft.com/office/drawing/2014/main" id="{CE08F597-52F7-C6F4-AF12-677BFA83990A}"/>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grpFill/>
            <a:ln w="1795" cap="flat">
              <a:noFill/>
              <a:prstDash val="solid"/>
              <a:miter/>
            </a:ln>
          </p:spPr>
          <p:txBody>
            <a:bodyPr rtlCol="0" anchor="ctr"/>
            <a:lstStyle/>
            <a:p>
              <a:endParaRPr lang="en-GB"/>
            </a:p>
          </p:txBody>
        </p:sp>
        <p:sp>
          <p:nvSpPr>
            <p:cNvPr id="41" name="Freeform 40">
              <a:extLst>
                <a:ext uri="{FF2B5EF4-FFF2-40B4-BE49-F238E27FC236}">
                  <a16:creationId xmlns:a16="http://schemas.microsoft.com/office/drawing/2014/main" id="{C2840059-6AB7-B790-7ACC-43900F15C675}"/>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grpFill/>
            <a:ln w="1795" cap="flat">
              <a:noFill/>
              <a:prstDash val="solid"/>
              <a:miter/>
            </a:ln>
          </p:spPr>
          <p:txBody>
            <a:bodyPr rtlCol="0" anchor="ctr"/>
            <a:lstStyle/>
            <a:p>
              <a:endParaRPr lang="en-GB"/>
            </a:p>
          </p:txBody>
        </p:sp>
        <p:sp>
          <p:nvSpPr>
            <p:cNvPr id="42" name="Freeform 41">
              <a:extLst>
                <a:ext uri="{FF2B5EF4-FFF2-40B4-BE49-F238E27FC236}">
                  <a16:creationId xmlns:a16="http://schemas.microsoft.com/office/drawing/2014/main" id="{F4826BEA-2B6D-C3CC-7A02-FB4B85772F62}"/>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grpFill/>
            <a:ln w="1795" cap="flat">
              <a:noFill/>
              <a:prstDash val="solid"/>
              <a:miter/>
            </a:ln>
          </p:spPr>
          <p:txBody>
            <a:bodyPr rtlCol="0" anchor="ctr"/>
            <a:lstStyle/>
            <a:p>
              <a:endParaRPr lang="en-GB"/>
            </a:p>
          </p:txBody>
        </p:sp>
      </p:grpSp>
      <p:sp>
        <p:nvSpPr>
          <p:cNvPr id="23" name="Slide Number Placeholder 5">
            <a:extLst>
              <a:ext uri="{FF2B5EF4-FFF2-40B4-BE49-F238E27FC236}">
                <a16:creationId xmlns:a16="http://schemas.microsoft.com/office/drawing/2014/main" id="{FC22FF65-1E8C-481C-4221-E2F3A19F296C}"/>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bg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328594489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_Bullets_Blue Panel with Icons">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68798C3-AB86-E64F-84CC-2A7184E366CF}"/>
              </a:ext>
            </a:extLst>
          </p:cNvPr>
          <p:cNvSpPr/>
          <p:nvPr userDrawn="1"/>
        </p:nvSpPr>
        <p:spPr>
          <a:xfrm>
            <a:off x="8153990" y="0"/>
            <a:ext cx="4035425" cy="6858000"/>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Text Placeholder 13">
            <a:extLst>
              <a:ext uri="{FF2B5EF4-FFF2-40B4-BE49-F238E27FC236}">
                <a16:creationId xmlns:a16="http://schemas.microsoft.com/office/drawing/2014/main" id="{B581D4F2-85AA-F228-D208-51C310C2A8B9}"/>
              </a:ext>
            </a:extLst>
          </p:cNvPr>
          <p:cNvSpPr>
            <a:spLocks noGrp="1"/>
          </p:cNvSpPr>
          <p:nvPr>
            <p:ph type="body" sz="quarter" idx="17" hasCustomPrompt="1"/>
          </p:nvPr>
        </p:nvSpPr>
        <p:spPr>
          <a:xfrm>
            <a:off x="8894190" y="1507502"/>
            <a:ext cx="2843784" cy="859536"/>
          </a:xfrm>
          <a:noFill/>
        </p:spPr>
        <p:txBody>
          <a:bodyPr rIns="0"/>
          <a:lstStyle>
            <a:lvl1pPr marL="285750" indent="-285750" algn="l">
              <a:lnSpc>
                <a:spcPct val="100000"/>
              </a:lnSpc>
              <a:spcAft>
                <a:spcPts val="600"/>
              </a:spcAft>
              <a:buFont typeface="Wingdings" pitchFamily="2" charset="2"/>
              <a:buChar char="§"/>
              <a:defRPr sz="14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r>
              <a:rPr lang="en-GB" sz="1400">
                <a:solidFill>
                  <a:schemeClr val="accent1"/>
                </a:solidFill>
              </a:rPr>
              <a:t>Lorem ipsum </a:t>
            </a:r>
            <a:r>
              <a:rPr lang="en-GB" sz="1400" err="1">
                <a:solidFill>
                  <a:schemeClr val="accent1"/>
                </a:solidFill>
              </a:rPr>
              <a:t>dolor</a:t>
            </a:r>
            <a:r>
              <a:rPr lang="en-GB" sz="1400">
                <a:solidFill>
                  <a:schemeClr val="accent1"/>
                </a:solidFill>
              </a:rPr>
              <a:t> sit amet, consectetur </a:t>
            </a:r>
            <a:r>
              <a:rPr lang="en-GB" sz="1400" err="1">
                <a:solidFill>
                  <a:schemeClr val="accent1"/>
                </a:solidFill>
              </a:rPr>
              <a:t>adipiscing</a:t>
            </a:r>
            <a:r>
              <a:rPr lang="en-GB" sz="1400">
                <a:solidFill>
                  <a:schemeClr val="accent1"/>
                </a:solidFill>
              </a:rPr>
              <a:t> </a:t>
            </a:r>
            <a:r>
              <a:rPr lang="en-GB" sz="1400" err="1">
                <a:solidFill>
                  <a:schemeClr val="accent1"/>
                </a:solidFill>
              </a:rPr>
              <a:t>elit</a:t>
            </a:r>
            <a:r>
              <a:rPr lang="en-GB" sz="1400">
                <a:solidFill>
                  <a:schemeClr val="accent1"/>
                </a:solidFill>
              </a:rPr>
              <a:t>. </a:t>
            </a:r>
            <a:r>
              <a:rPr lang="en-GB" sz="1400" err="1">
                <a:solidFill>
                  <a:schemeClr val="accent1"/>
                </a:solidFill>
              </a:rPr>
              <a:t>Fusce</a:t>
            </a:r>
            <a:r>
              <a:rPr lang="en-GB" sz="1400">
                <a:solidFill>
                  <a:schemeClr val="accent1"/>
                </a:solidFill>
              </a:rPr>
              <a:t> </a:t>
            </a:r>
            <a:r>
              <a:rPr lang="en-GB" sz="1400" err="1">
                <a:solidFill>
                  <a:schemeClr val="accent1"/>
                </a:solidFill>
              </a:rPr>
              <a:t>elit</a:t>
            </a:r>
            <a:r>
              <a:rPr lang="en-GB" sz="1400">
                <a:solidFill>
                  <a:schemeClr val="accent1"/>
                </a:solidFill>
              </a:rPr>
              <a:t> </a:t>
            </a:r>
            <a:r>
              <a:rPr lang="en-GB" sz="1400" err="1">
                <a:solidFill>
                  <a:schemeClr val="accent1"/>
                </a:solidFill>
              </a:rPr>
              <a:t>diam</a:t>
            </a:r>
            <a:r>
              <a:rPr lang="en-GB" sz="1400">
                <a:solidFill>
                  <a:schemeClr val="accent1"/>
                </a:solidFill>
              </a:rPr>
              <a:t>, maximus a </a:t>
            </a:r>
            <a:r>
              <a:rPr lang="en-GB" sz="1400" err="1">
                <a:solidFill>
                  <a:schemeClr val="accent1"/>
                </a:solidFill>
              </a:rPr>
              <a:t>condimentum</a:t>
            </a:r>
            <a:r>
              <a:rPr lang="en-GB" sz="1400">
                <a:solidFill>
                  <a:schemeClr val="accent1"/>
                </a:solidFill>
              </a:rPr>
              <a:t> </a:t>
            </a:r>
            <a:r>
              <a:rPr lang="en-GB" sz="1400" err="1">
                <a:solidFill>
                  <a:schemeClr val="accent1"/>
                </a:solidFill>
              </a:rPr>
              <a:t>eget</a:t>
            </a:r>
            <a:r>
              <a:rPr lang="en-GB" sz="1400">
                <a:solidFill>
                  <a:schemeClr val="accent1"/>
                </a:solidFill>
              </a:rPr>
              <a:t>, </a:t>
            </a:r>
            <a:r>
              <a:rPr lang="en-GB" sz="1400" err="1">
                <a:solidFill>
                  <a:schemeClr val="accent1"/>
                </a:solidFill>
              </a:rPr>
              <a:t>lobortis</a:t>
            </a:r>
            <a:r>
              <a:rPr lang="en-GB" sz="1400">
                <a:solidFill>
                  <a:schemeClr val="accent1"/>
                </a:solidFill>
              </a:rPr>
              <a:t> in </a:t>
            </a:r>
            <a:r>
              <a:rPr lang="en-GB" sz="1400" err="1">
                <a:solidFill>
                  <a:schemeClr val="accent1"/>
                </a:solidFill>
              </a:rPr>
              <a:t>erat</a:t>
            </a:r>
            <a:r>
              <a:rPr lang="en-GB" sz="1400">
                <a:solidFill>
                  <a:schemeClr val="accent1"/>
                </a:solidFill>
              </a:rPr>
              <a:t>. </a:t>
            </a:r>
            <a:r>
              <a:rPr lang="en-GB" sz="1400" err="1">
                <a:solidFill>
                  <a:schemeClr val="accent1"/>
                </a:solidFill>
              </a:rPr>
              <a:t>Mauris</a:t>
            </a:r>
            <a:r>
              <a:rPr lang="en-GB" sz="1400">
                <a:solidFill>
                  <a:schemeClr val="accent1"/>
                </a:solidFill>
              </a:rPr>
              <a:t> </a:t>
            </a:r>
            <a:r>
              <a:rPr lang="en-GB" sz="1400" err="1">
                <a:solidFill>
                  <a:schemeClr val="accent1"/>
                </a:solidFill>
              </a:rPr>
              <a:t>efficitur</a:t>
            </a:r>
            <a:r>
              <a:rPr lang="en-GB" sz="1400">
                <a:solidFill>
                  <a:schemeClr val="accent1"/>
                </a:solidFill>
              </a:rPr>
              <a:t>, </a:t>
            </a:r>
            <a:r>
              <a:rPr lang="en-GB" sz="1400" err="1">
                <a:solidFill>
                  <a:schemeClr val="accent1"/>
                </a:solidFill>
              </a:rPr>
              <a:t>erat</a:t>
            </a:r>
            <a:r>
              <a:rPr lang="en-GB" sz="1400">
                <a:solidFill>
                  <a:schemeClr val="accent1"/>
                </a:solidFill>
              </a:rPr>
              <a:t>.</a:t>
            </a:r>
          </a:p>
        </p:txBody>
      </p:sp>
      <p:sp>
        <p:nvSpPr>
          <p:cNvPr id="51" name="Text Placeholder 13">
            <a:extLst>
              <a:ext uri="{FF2B5EF4-FFF2-40B4-BE49-F238E27FC236}">
                <a16:creationId xmlns:a16="http://schemas.microsoft.com/office/drawing/2014/main" id="{C79775E2-8320-AE30-A148-9C62BD074F4A}"/>
              </a:ext>
            </a:extLst>
          </p:cNvPr>
          <p:cNvSpPr>
            <a:spLocks noGrp="1"/>
          </p:cNvSpPr>
          <p:nvPr>
            <p:ph type="body" sz="quarter" idx="18" hasCustomPrompt="1"/>
          </p:nvPr>
        </p:nvSpPr>
        <p:spPr>
          <a:xfrm>
            <a:off x="8887074" y="1151902"/>
            <a:ext cx="2660904" cy="274320"/>
          </a:xfrm>
        </p:spPr>
        <p:txBody>
          <a:bodyPr rIns="0"/>
          <a:lstStyle>
            <a:lvl1pPr marL="0" indent="0" algn="l">
              <a:lnSpc>
                <a:spcPts val="2200"/>
              </a:lnSpc>
              <a:spcAft>
                <a:spcPts val="0"/>
              </a:spcAft>
              <a:buFont typeface="Arial" panose="020B0604020202020204" pitchFamily="34" charset="0"/>
              <a:buNone/>
              <a:defRPr sz="18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err="1"/>
              <a:t>Firstname</a:t>
            </a:r>
            <a:r>
              <a:rPr lang="en-US"/>
              <a:t> </a:t>
            </a:r>
            <a:r>
              <a:rPr lang="en-US" err="1"/>
              <a:t>Lastname</a:t>
            </a:r>
            <a:endParaRPr lang="en-US"/>
          </a:p>
        </p:txBody>
      </p:sp>
      <p:sp>
        <p:nvSpPr>
          <p:cNvPr id="16" name="Text Placeholder 13">
            <a:extLst>
              <a:ext uri="{FF2B5EF4-FFF2-40B4-BE49-F238E27FC236}">
                <a16:creationId xmlns:a16="http://schemas.microsoft.com/office/drawing/2014/main" id="{DC64187B-A282-2044-9156-234E2F54228F}"/>
              </a:ext>
            </a:extLst>
          </p:cNvPr>
          <p:cNvSpPr>
            <a:spLocks noGrp="1"/>
          </p:cNvSpPr>
          <p:nvPr>
            <p:ph type="body" sz="quarter" idx="13"/>
          </p:nvPr>
        </p:nvSpPr>
        <p:spPr>
          <a:xfrm>
            <a:off x="457200" y="2011680"/>
            <a:ext cx="4543425" cy="3143250"/>
          </a:xfrm>
        </p:spPr>
        <p:txBody>
          <a:bodyPr rIns="0"/>
          <a:lstStyle>
            <a:lvl1pPr marL="285750" indent="-285750" algn="l">
              <a:lnSpc>
                <a:spcPct val="100000"/>
              </a:lnSpc>
              <a:spcAft>
                <a:spcPts val="500"/>
              </a:spcAft>
              <a:buFont typeface="Wingdings" pitchFamily="2" charset="2"/>
              <a:buChar char="§"/>
              <a:defRPr sz="16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endParaRPr lang="en-US"/>
          </a:p>
        </p:txBody>
      </p:sp>
      <p:grpSp>
        <p:nvGrpSpPr>
          <p:cNvPr id="15" name="Graphic 62" hidden="1">
            <a:extLst>
              <a:ext uri="{FF2B5EF4-FFF2-40B4-BE49-F238E27FC236}">
                <a16:creationId xmlns:a16="http://schemas.microsoft.com/office/drawing/2014/main" id="{948C6D59-25E7-3F49-95B5-507A52B13D58}"/>
              </a:ext>
            </a:extLst>
          </p:cNvPr>
          <p:cNvGrpSpPr/>
          <p:nvPr userDrawn="1"/>
        </p:nvGrpSpPr>
        <p:grpSpPr>
          <a:xfrm>
            <a:off x="11389259" y="6063628"/>
            <a:ext cx="352694" cy="349203"/>
            <a:chOff x="10767269" y="208371"/>
            <a:chExt cx="182844" cy="181034"/>
          </a:xfrm>
        </p:grpSpPr>
        <p:sp>
          <p:nvSpPr>
            <p:cNvPr id="17" name="Freeform 16">
              <a:extLst>
                <a:ext uri="{FF2B5EF4-FFF2-40B4-BE49-F238E27FC236}">
                  <a16:creationId xmlns:a16="http://schemas.microsoft.com/office/drawing/2014/main" id="{4EDFDC05-D06B-6849-AE12-5F347D510309}"/>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62322414-1743-1A47-AFC4-7C3EBFA5E755}"/>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D575E018-FFCB-D245-BB07-77C84F1394D1}"/>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60B54936-3681-5349-A116-139E9BF3B95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1A89DB89-B0E0-D249-9AD7-5F89967696CD}"/>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0" name="Rounded Rectangle 29">
            <a:extLst>
              <a:ext uri="{FF2B5EF4-FFF2-40B4-BE49-F238E27FC236}">
                <a16:creationId xmlns:a16="http://schemas.microsoft.com/office/drawing/2014/main" id="{BA7DC0DD-84D0-F241-C460-50A171FAC315}"/>
              </a:ext>
            </a:extLst>
          </p:cNvPr>
          <p:cNvSpPr/>
          <p:nvPr userDrawn="1"/>
        </p:nvSpPr>
        <p:spPr>
          <a:xfrm>
            <a:off x="7661434" y="1151902"/>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Rounded Rectangle 30">
            <a:extLst>
              <a:ext uri="{FF2B5EF4-FFF2-40B4-BE49-F238E27FC236}">
                <a16:creationId xmlns:a16="http://schemas.microsoft.com/office/drawing/2014/main" id="{AEB2E90A-D666-698A-184A-F4227C0C35A0}"/>
              </a:ext>
            </a:extLst>
          </p:cNvPr>
          <p:cNvSpPr/>
          <p:nvPr userDrawn="1"/>
        </p:nvSpPr>
        <p:spPr>
          <a:xfrm>
            <a:off x="7661434" y="4730012"/>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Rounded Rectangle 31">
            <a:extLst>
              <a:ext uri="{FF2B5EF4-FFF2-40B4-BE49-F238E27FC236}">
                <a16:creationId xmlns:a16="http://schemas.microsoft.com/office/drawing/2014/main" id="{8DE7A901-FA30-F321-1AED-B52CF34F2CD0}"/>
              </a:ext>
            </a:extLst>
          </p:cNvPr>
          <p:cNvSpPr/>
          <p:nvPr userDrawn="1"/>
        </p:nvSpPr>
        <p:spPr>
          <a:xfrm>
            <a:off x="7661434" y="2940957"/>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3" name="Straight Connector 42">
            <a:extLst>
              <a:ext uri="{FF2B5EF4-FFF2-40B4-BE49-F238E27FC236}">
                <a16:creationId xmlns:a16="http://schemas.microsoft.com/office/drawing/2014/main" id="{70A92BFE-3FAB-A410-6901-C4C56FF9FCCD}"/>
              </a:ext>
            </a:extLst>
          </p:cNvPr>
          <p:cNvCxnSpPr>
            <a:cxnSpLocks/>
          </p:cNvCxnSpPr>
          <p:nvPr userDrawn="1"/>
        </p:nvCxnSpPr>
        <p:spPr>
          <a:xfrm>
            <a:off x="8889999" y="1085622"/>
            <a:ext cx="262906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0CCC00BC-DFCE-EBAA-70D5-9496120BFC68}"/>
              </a:ext>
            </a:extLst>
          </p:cNvPr>
          <p:cNvCxnSpPr>
            <a:cxnSpLocks/>
          </p:cNvCxnSpPr>
          <p:nvPr userDrawn="1"/>
        </p:nvCxnSpPr>
        <p:spPr>
          <a:xfrm>
            <a:off x="8889999" y="2902065"/>
            <a:ext cx="262906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D7B42AA-8A30-EB05-D320-656BB5471D1A}"/>
              </a:ext>
            </a:extLst>
          </p:cNvPr>
          <p:cNvCxnSpPr>
            <a:cxnSpLocks/>
          </p:cNvCxnSpPr>
          <p:nvPr userDrawn="1"/>
        </p:nvCxnSpPr>
        <p:spPr>
          <a:xfrm>
            <a:off x="8889999" y="4669081"/>
            <a:ext cx="262906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55" name="Text Placeholder 13">
            <a:extLst>
              <a:ext uri="{FF2B5EF4-FFF2-40B4-BE49-F238E27FC236}">
                <a16:creationId xmlns:a16="http://schemas.microsoft.com/office/drawing/2014/main" id="{1A16D3DB-833F-ACFD-6D11-A42FAB7080EC}"/>
              </a:ext>
            </a:extLst>
          </p:cNvPr>
          <p:cNvSpPr>
            <a:spLocks noGrp="1"/>
          </p:cNvSpPr>
          <p:nvPr>
            <p:ph type="body" sz="quarter" idx="19" hasCustomPrompt="1"/>
          </p:nvPr>
        </p:nvSpPr>
        <p:spPr>
          <a:xfrm>
            <a:off x="8894190" y="3310596"/>
            <a:ext cx="2843784" cy="859536"/>
          </a:xfrm>
          <a:noFill/>
        </p:spPr>
        <p:txBody>
          <a:bodyPr rIns="0"/>
          <a:lstStyle>
            <a:lvl1pPr marL="285750" indent="-285750" algn="l">
              <a:lnSpc>
                <a:spcPct val="100000"/>
              </a:lnSpc>
              <a:spcAft>
                <a:spcPts val="600"/>
              </a:spcAft>
              <a:buFont typeface="Wingdings" pitchFamily="2" charset="2"/>
              <a:buChar char="§"/>
              <a:defRPr sz="14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r>
              <a:rPr lang="en-GB" sz="1400">
                <a:solidFill>
                  <a:schemeClr val="accent1"/>
                </a:solidFill>
              </a:rPr>
              <a:t>Lorem ipsum </a:t>
            </a:r>
            <a:r>
              <a:rPr lang="en-GB" sz="1400" err="1">
                <a:solidFill>
                  <a:schemeClr val="accent1"/>
                </a:solidFill>
              </a:rPr>
              <a:t>dolor</a:t>
            </a:r>
            <a:r>
              <a:rPr lang="en-GB" sz="1400">
                <a:solidFill>
                  <a:schemeClr val="accent1"/>
                </a:solidFill>
              </a:rPr>
              <a:t> sit amet, consectetur </a:t>
            </a:r>
            <a:r>
              <a:rPr lang="en-GB" sz="1400" err="1">
                <a:solidFill>
                  <a:schemeClr val="accent1"/>
                </a:solidFill>
              </a:rPr>
              <a:t>adipiscing</a:t>
            </a:r>
            <a:r>
              <a:rPr lang="en-GB" sz="1400">
                <a:solidFill>
                  <a:schemeClr val="accent1"/>
                </a:solidFill>
              </a:rPr>
              <a:t> </a:t>
            </a:r>
            <a:r>
              <a:rPr lang="en-GB" sz="1400" err="1">
                <a:solidFill>
                  <a:schemeClr val="accent1"/>
                </a:solidFill>
              </a:rPr>
              <a:t>elit</a:t>
            </a:r>
            <a:r>
              <a:rPr lang="en-GB" sz="1400">
                <a:solidFill>
                  <a:schemeClr val="accent1"/>
                </a:solidFill>
              </a:rPr>
              <a:t>. </a:t>
            </a:r>
            <a:r>
              <a:rPr lang="en-GB" sz="1400" err="1">
                <a:solidFill>
                  <a:schemeClr val="accent1"/>
                </a:solidFill>
              </a:rPr>
              <a:t>Fusce</a:t>
            </a:r>
            <a:r>
              <a:rPr lang="en-GB" sz="1400">
                <a:solidFill>
                  <a:schemeClr val="accent1"/>
                </a:solidFill>
              </a:rPr>
              <a:t> </a:t>
            </a:r>
            <a:r>
              <a:rPr lang="en-GB" sz="1400" err="1">
                <a:solidFill>
                  <a:schemeClr val="accent1"/>
                </a:solidFill>
              </a:rPr>
              <a:t>elit</a:t>
            </a:r>
            <a:r>
              <a:rPr lang="en-GB" sz="1400">
                <a:solidFill>
                  <a:schemeClr val="accent1"/>
                </a:solidFill>
              </a:rPr>
              <a:t> </a:t>
            </a:r>
            <a:r>
              <a:rPr lang="en-GB" sz="1400" err="1">
                <a:solidFill>
                  <a:schemeClr val="accent1"/>
                </a:solidFill>
              </a:rPr>
              <a:t>diam</a:t>
            </a:r>
            <a:r>
              <a:rPr lang="en-GB" sz="1400">
                <a:solidFill>
                  <a:schemeClr val="accent1"/>
                </a:solidFill>
              </a:rPr>
              <a:t>, maximus a </a:t>
            </a:r>
            <a:r>
              <a:rPr lang="en-GB" sz="1400" err="1">
                <a:solidFill>
                  <a:schemeClr val="accent1"/>
                </a:solidFill>
              </a:rPr>
              <a:t>condimentum</a:t>
            </a:r>
            <a:r>
              <a:rPr lang="en-GB" sz="1400">
                <a:solidFill>
                  <a:schemeClr val="accent1"/>
                </a:solidFill>
              </a:rPr>
              <a:t> </a:t>
            </a:r>
            <a:r>
              <a:rPr lang="en-GB" sz="1400" err="1">
                <a:solidFill>
                  <a:schemeClr val="accent1"/>
                </a:solidFill>
              </a:rPr>
              <a:t>eget</a:t>
            </a:r>
            <a:r>
              <a:rPr lang="en-GB" sz="1400">
                <a:solidFill>
                  <a:schemeClr val="accent1"/>
                </a:solidFill>
              </a:rPr>
              <a:t>, </a:t>
            </a:r>
            <a:r>
              <a:rPr lang="en-GB" sz="1400" err="1">
                <a:solidFill>
                  <a:schemeClr val="accent1"/>
                </a:solidFill>
              </a:rPr>
              <a:t>lobortis</a:t>
            </a:r>
            <a:r>
              <a:rPr lang="en-GB" sz="1400">
                <a:solidFill>
                  <a:schemeClr val="accent1"/>
                </a:solidFill>
              </a:rPr>
              <a:t> in </a:t>
            </a:r>
            <a:r>
              <a:rPr lang="en-GB" sz="1400" err="1">
                <a:solidFill>
                  <a:schemeClr val="accent1"/>
                </a:solidFill>
              </a:rPr>
              <a:t>erat</a:t>
            </a:r>
            <a:r>
              <a:rPr lang="en-GB" sz="1400">
                <a:solidFill>
                  <a:schemeClr val="accent1"/>
                </a:solidFill>
              </a:rPr>
              <a:t>. </a:t>
            </a:r>
            <a:r>
              <a:rPr lang="en-GB" sz="1400" err="1">
                <a:solidFill>
                  <a:schemeClr val="accent1"/>
                </a:solidFill>
              </a:rPr>
              <a:t>Mauris</a:t>
            </a:r>
            <a:r>
              <a:rPr lang="en-GB" sz="1400">
                <a:solidFill>
                  <a:schemeClr val="accent1"/>
                </a:solidFill>
              </a:rPr>
              <a:t> </a:t>
            </a:r>
            <a:r>
              <a:rPr lang="en-GB" sz="1400" err="1">
                <a:solidFill>
                  <a:schemeClr val="accent1"/>
                </a:solidFill>
              </a:rPr>
              <a:t>efficitur</a:t>
            </a:r>
            <a:r>
              <a:rPr lang="en-GB" sz="1400">
                <a:solidFill>
                  <a:schemeClr val="accent1"/>
                </a:solidFill>
              </a:rPr>
              <a:t>, </a:t>
            </a:r>
            <a:r>
              <a:rPr lang="en-GB" sz="1400" err="1">
                <a:solidFill>
                  <a:schemeClr val="accent1"/>
                </a:solidFill>
              </a:rPr>
              <a:t>erat</a:t>
            </a:r>
            <a:r>
              <a:rPr lang="en-GB" sz="1400">
                <a:solidFill>
                  <a:schemeClr val="accent1"/>
                </a:solidFill>
              </a:rPr>
              <a:t>.</a:t>
            </a:r>
          </a:p>
        </p:txBody>
      </p:sp>
      <p:sp>
        <p:nvSpPr>
          <p:cNvPr id="56" name="Text Placeholder 13">
            <a:extLst>
              <a:ext uri="{FF2B5EF4-FFF2-40B4-BE49-F238E27FC236}">
                <a16:creationId xmlns:a16="http://schemas.microsoft.com/office/drawing/2014/main" id="{C87B0BF4-4187-5450-E7BA-7CFAC0C7BFAE}"/>
              </a:ext>
            </a:extLst>
          </p:cNvPr>
          <p:cNvSpPr>
            <a:spLocks noGrp="1"/>
          </p:cNvSpPr>
          <p:nvPr>
            <p:ph type="body" sz="quarter" idx="20" hasCustomPrompt="1"/>
          </p:nvPr>
        </p:nvSpPr>
        <p:spPr>
          <a:xfrm>
            <a:off x="8887074" y="2954996"/>
            <a:ext cx="2660904" cy="274320"/>
          </a:xfrm>
        </p:spPr>
        <p:txBody>
          <a:bodyPr rIns="0"/>
          <a:lstStyle>
            <a:lvl1pPr marL="0" indent="0" algn="l">
              <a:lnSpc>
                <a:spcPts val="2200"/>
              </a:lnSpc>
              <a:spcAft>
                <a:spcPts val="0"/>
              </a:spcAft>
              <a:buFont typeface="Arial" panose="020B0604020202020204" pitchFamily="34" charset="0"/>
              <a:buNone/>
              <a:defRPr sz="18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err="1"/>
              <a:t>Firstname</a:t>
            </a:r>
            <a:r>
              <a:rPr lang="en-US"/>
              <a:t> </a:t>
            </a:r>
            <a:r>
              <a:rPr lang="en-US" err="1"/>
              <a:t>Lastname</a:t>
            </a:r>
            <a:endParaRPr lang="en-US"/>
          </a:p>
        </p:txBody>
      </p:sp>
      <p:sp>
        <p:nvSpPr>
          <p:cNvPr id="59" name="Text Placeholder 13">
            <a:extLst>
              <a:ext uri="{FF2B5EF4-FFF2-40B4-BE49-F238E27FC236}">
                <a16:creationId xmlns:a16="http://schemas.microsoft.com/office/drawing/2014/main" id="{7E09C724-C851-6605-7927-33C10D8A483F}"/>
              </a:ext>
            </a:extLst>
          </p:cNvPr>
          <p:cNvSpPr>
            <a:spLocks noGrp="1"/>
          </p:cNvSpPr>
          <p:nvPr>
            <p:ph type="body" sz="quarter" idx="21" hasCustomPrompt="1"/>
          </p:nvPr>
        </p:nvSpPr>
        <p:spPr>
          <a:xfrm>
            <a:off x="8894190" y="5077264"/>
            <a:ext cx="2843784" cy="859536"/>
          </a:xfrm>
          <a:noFill/>
        </p:spPr>
        <p:txBody>
          <a:bodyPr rIns="0"/>
          <a:lstStyle>
            <a:lvl1pPr marL="285750" indent="-285750" algn="l">
              <a:lnSpc>
                <a:spcPct val="100000"/>
              </a:lnSpc>
              <a:spcAft>
                <a:spcPts val="600"/>
              </a:spcAft>
              <a:buFont typeface="Wingdings" pitchFamily="2" charset="2"/>
              <a:buChar char="§"/>
              <a:defRPr sz="14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r>
              <a:rPr lang="en-GB" sz="1400">
                <a:solidFill>
                  <a:schemeClr val="accent1"/>
                </a:solidFill>
              </a:rPr>
              <a:t>Lorem ipsum </a:t>
            </a:r>
            <a:r>
              <a:rPr lang="en-GB" sz="1400" err="1">
                <a:solidFill>
                  <a:schemeClr val="accent1"/>
                </a:solidFill>
              </a:rPr>
              <a:t>dolor</a:t>
            </a:r>
            <a:r>
              <a:rPr lang="en-GB" sz="1400">
                <a:solidFill>
                  <a:schemeClr val="accent1"/>
                </a:solidFill>
              </a:rPr>
              <a:t> sit amet, consectetur </a:t>
            </a:r>
            <a:r>
              <a:rPr lang="en-GB" sz="1400" err="1">
                <a:solidFill>
                  <a:schemeClr val="accent1"/>
                </a:solidFill>
              </a:rPr>
              <a:t>adipiscing</a:t>
            </a:r>
            <a:r>
              <a:rPr lang="en-GB" sz="1400">
                <a:solidFill>
                  <a:schemeClr val="accent1"/>
                </a:solidFill>
              </a:rPr>
              <a:t> </a:t>
            </a:r>
            <a:r>
              <a:rPr lang="en-GB" sz="1400" err="1">
                <a:solidFill>
                  <a:schemeClr val="accent1"/>
                </a:solidFill>
              </a:rPr>
              <a:t>elit</a:t>
            </a:r>
            <a:r>
              <a:rPr lang="en-GB" sz="1400">
                <a:solidFill>
                  <a:schemeClr val="accent1"/>
                </a:solidFill>
              </a:rPr>
              <a:t>. </a:t>
            </a:r>
            <a:r>
              <a:rPr lang="en-GB" sz="1400" err="1">
                <a:solidFill>
                  <a:schemeClr val="accent1"/>
                </a:solidFill>
              </a:rPr>
              <a:t>Fusce</a:t>
            </a:r>
            <a:r>
              <a:rPr lang="en-GB" sz="1400">
                <a:solidFill>
                  <a:schemeClr val="accent1"/>
                </a:solidFill>
              </a:rPr>
              <a:t> </a:t>
            </a:r>
            <a:r>
              <a:rPr lang="en-GB" sz="1400" err="1">
                <a:solidFill>
                  <a:schemeClr val="accent1"/>
                </a:solidFill>
              </a:rPr>
              <a:t>elit</a:t>
            </a:r>
            <a:r>
              <a:rPr lang="en-GB" sz="1400">
                <a:solidFill>
                  <a:schemeClr val="accent1"/>
                </a:solidFill>
              </a:rPr>
              <a:t> </a:t>
            </a:r>
            <a:r>
              <a:rPr lang="en-GB" sz="1400" err="1">
                <a:solidFill>
                  <a:schemeClr val="accent1"/>
                </a:solidFill>
              </a:rPr>
              <a:t>diam</a:t>
            </a:r>
            <a:r>
              <a:rPr lang="en-GB" sz="1400">
                <a:solidFill>
                  <a:schemeClr val="accent1"/>
                </a:solidFill>
              </a:rPr>
              <a:t>, maximus a </a:t>
            </a:r>
            <a:r>
              <a:rPr lang="en-GB" sz="1400" err="1">
                <a:solidFill>
                  <a:schemeClr val="accent1"/>
                </a:solidFill>
              </a:rPr>
              <a:t>condimentum</a:t>
            </a:r>
            <a:r>
              <a:rPr lang="en-GB" sz="1400">
                <a:solidFill>
                  <a:schemeClr val="accent1"/>
                </a:solidFill>
              </a:rPr>
              <a:t> </a:t>
            </a:r>
            <a:r>
              <a:rPr lang="en-GB" sz="1400" err="1">
                <a:solidFill>
                  <a:schemeClr val="accent1"/>
                </a:solidFill>
              </a:rPr>
              <a:t>eget</a:t>
            </a:r>
            <a:r>
              <a:rPr lang="en-GB" sz="1400">
                <a:solidFill>
                  <a:schemeClr val="accent1"/>
                </a:solidFill>
              </a:rPr>
              <a:t>, </a:t>
            </a:r>
            <a:r>
              <a:rPr lang="en-GB" sz="1400" err="1">
                <a:solidFill>
                  <a:schemeClr val="accent1"/>
                </a:solidFill>
              </a:rPr>
              <a:t>lobortis</a:t>
            </a:r>
            <a:r>
              <a:rPr lang="en-GB" sz="1400">
                <a:solidFill>
                  <a:schemeClr val="accent1"/>
                </a:solidFill>
              </a:rPr>
              <a:t> in </a:t>
            </a:r>
            <a:r>
              <a:rPr lang="en-GB" sz="1400" err="1">
                <a:solidFill>
                  <a:schemeClr val="accent1"/>
                </a:solidFill>
              </a:rPr>
              <a:t>erat</a:t>
            </a:r>
            <a:r>
              <a:rPr lang="en-GB" sz="1400">
                <a:solidFill>
                  <a:schemeClr val="accent1"/>
                </a:solidFill>
              </a:rPr>
              <a:t>. </a:t>
            </a:r>
            <a:r>
              <a:rPr lang="en-GB" sz="1400" err="1">
                <a:solidFill>
                  <a:schemeClr val="accent1"/>
                </a:solidFill>
              </a:rPr>
              <a:t>Mauris</a:t>
            </a:r>
            <a:r>
              <a:rPr lang="en-GB" sz="1400">
                <a:solidFill>
                  <a:schemeClr val="accent1"/>
                </a:solidFill>
              </a:rPr>
              <a:t> </a:t>
            </a:r>
            <a:r>
              <a:rPr lang="en-GB" sz="1400" err="1">
                <a:solidFill>
                  <a:schemeClr val="accent1"/>
                </a:solidFill>
              </a:rPr>
              <a:t>efficitur</a:t>
            </a:r>
            <a:r>
              <a:rPr lang="en-GB" sz="1400">
                <a:solidFill>
                  <a:schemeClr val="accent1"/>
                </a:solidFill>
              </a:rPr>
              <a:t>, </a:t>
            </a:r>
            <a:r>
              <a:rPr lang="en-GB" sz="1400" err="1">
                <a:solidFill>
                  <a:schemeClr val="accent1"/>
                </a:solidFill>
              </a:rPr>
              <a:t>erat</a:t>
            </a:r>
            <a:r>
              <a:rPr lang="en-GB" sz="1400">
                <a:solidFill>
                  <a:schemeClr val="accent1"/>
                </a:solidFill>
              </a:rPr>
              <a:t>.</a:t>
            </a:r>
          </a:p>
        </p:txBody>
      </p:sp>
      <p:sp>
        <p:nvSpPr>
          <p:cNvPr id="60" name="Text Placeholder 13">
            <a:extLst>
              <a:ext uri="{FF2B5EF4-FFF2-40B4-BE49-F238E27FC236}">
                <a16:creationId xmlns:a16="http://schemas.microsoft.com/office/drawing/2014/main" id="{DDF2B709-0915-EE64-F6E8-641D4A57FE03}"/>
              </a:ext>
            </a:extLst>
          </p:cNvPr>
          <p:cNvSpPr>
            <a:spLocks noGrp="1"/>
          </p:cNvSpPr>
          <p:nvPr>
            <p:ph type="body" sz="quarter" idx="22" hasCustomPrompt="1"/>
          </p:nvPr>
        </p:nvSpPr>
        <p:spPr>
          <a:xfrm>
            <a:off x="8887074" y="4721664"/>
            <a:ext cx="2660904" cy="274320"/>
          </a:xfrm>
        </p:spPr>
        <p:txBody>
          <a:bodyPr rIns="0"/>
          <a:lstStyle>
            <a:lvl1pPr marL="0" indent="0" algn="l">
              <a:lnSpc>
                <a:spcPts val="2200"/>
              </a:lnSpc>
              <a:spcAft>
                <a:spcPts val="0"/>
              </a:spcAft>
              <a:buFont typeface="Arial" panose="020B0604020202020204" pitchFamily="34" charset="0"/>
              <a:buNone/>
              <a:defRPr sz="18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err="1"/>
              <a:t>Firstname</a:t>
            </a:r>
            <a:r>
              <a:rPr lang="en-US"/>
              <a:t> </a:t>
            </a:r>
            <a:r>
              <a:rPr lang="en-US" err="1"/>
              <a:t>Lastname</a:t>
            </a:r>
            <a:endParaRPr lang="en-US"/>
          </a:p>
        </p:txBody>
      </p:sp>
      <p:sp>
        <p:nvSpPr>
          <p:cNvPr id="61" name="Title 36">
            <a:extLst>
              <a:ext uri="{FF2B5EF4-FFF2-40B4-BE49-F238E27FC236}">
                <a16:creationId xmlns:a16="http://schemas.microsoft.com/office/drawing/2014/main" id="{25C82455-F01E-1BE9-CAD4-F182BB271205}"/>
              </a:ext>
            </a:extLst>
          </p:cNvPr>
          <p:cNvSpPr>
            <a:spLocks noGrp="1"/>
          </p:cNvSpPr>
          <p:nvPr>
            <p:ph type="title" hasCustomPrompt="1"/>
          </p:nvPr>
        </p:nvSpPr>
        <p:spPr>
          <a:xfrm>
            <a:off x="454026" y="447392"/>
            <a:ext cx="5505450" cy="695608"/>
          </a:xfrm>
        </p:spPr>
        <p:txBody>
          <a:bodyPr/>
          <a:lstStyle/>
          <a:p>
            <a:r>
              <a:rPr lang="en-US"/>
              <a:t>Click To Edit Master Title Style</a:t>
            </a:r>
            <a:endParaRPr lang="en-GB"/>
          </a:p>
        </p:txBody>
      </p:sp>
      <p:sp>
        <p:nvSpPr>
          <p:cNvPr id="62" name="Subtitle 2">
            <a:extLst>
              <a:ext uri="{FF2B5EF4-FFF2-40B4-BE49-F238E27FC236}">
                <a16:creationId xmlns:a16="http://schemas.microsoft.com/office/drawing/2014/main" id="{4F5972DB-2B7F-13E6-3931-73AE28DAFF71}"/>
              </a:ext>
            </a:extLst>
          </p:cNvPr>
          <p:cNvSpPr>
            <a:spLocks noGrp="1"/>
          </p:cNvSpPr>
          <p:nvPr>
            <p:ph type="subTitle" idx="1" hasCustomPrompt="1"/>
          </p:nvPr>
        </p:nvSpPr>
        <p:spPr>
          <a:xfrm>
            <a:off x="454025" y="1155700"/>
            <a:ext cx="4543426"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cxnSp>
        <p:nvCxnSpPr>
          <p:cNvPr id="33" name="Straight Connector 32">
            <a:extLst>
              <a:ext uri="{FF2B5EF4-FFF2-40B4-BE49-F238E27FC236}">
                <a16:creationId xmlns:a16="http://schemas.microsoft.com/office/drawing/2014/main" id="{2632122A-1F78-1F5C-9B6C-0FCD22D20439}"/>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4" name="Rounded Rectangle 33">
            <a:extLst>
              <a:ext uri="{FF2B5EF4-FFF2-40B4-BE49-F238E27FC236}">
                <a16:creationId xmlns:a16="http://schemas.microsoft.com/office/drawing/2014/main" id="{DF27D3F4-D6D8-8656-3151-5C1BCF53BD5C}"/>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2" name="Graphic 62">
            <a:extLst>
              <a:ext uri="{FF2B5EF4-FFF2-40B4-BE49-F238E27FC236}">
                <a16:creationId xmlns:a16="http://schemas.microsoft.com/office/drawing/2014/main" id="{96B97764-E61E-4DB0-4FA8-D0792027906D}"/>
              </a:ext>
            </a:extLst>
          </p:cNvPr>
          <p:cNvGrpSpPr/>
          <p:nvPr userDrawn="1"/>
        </p:nvGrpSpPr>
        <p:grpSpPr>
          <a:xfrm>
            <a:off x="11389259" y="459884"/>
            <a:ext cx="352694" cy="349203"/>
            <a:chOff x="10767269" y="208371"/>
            <a:chExt cx="182844" cy="181034"/>
          </a:xfrm>
        </p:grpSpPr>
        <p:sp>
          <p:nvSpPr>
            <p:cNvPr id="44" name="Freeform 43">
              <a:extLst>
                <a:ext uri="{FF2B5EF4-FFF2-40B4-BE49-F238E27FC236}">
                  <a16:creationId xmlns:a16="http://schemas.microsoft.com/office/drawing/2014/main" id="{D76C21D8-795A-60FD-92CF-F50785452B80}"/>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5" name="Freeform 44">
              <a:extLst>
                <a:ext uri="{FF2B5EF4-FFF2-40B4-BE49-F238E27FC236}">
                  <a16:creationId xmlns:a16="http://schemas.microsoft.com/office/drawing/2014/main" id="{78133464-1B42-C74F-DAD6-8CBBDEEBFD68}"/>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46" name="Freeform 45">
              <a:extLst>
                <a:ext uri="{FF2B5EF4-FFF2-40B4-BE49-F238E27FC236}">
                  <a16:creationId xmlns:a16="http://schemas.microsoft.com/office/drawing/2014/main" id="{966F4625-2A61-4D5A-7154-BA20307DBE7F}"/>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9" name="Freeform 48">
              <a:extLst>
                <a:ext uri="{FF2B5EF4-FFF2-40B4-BE49-F238E27FC236}">
                  <a16:creationId xmlns:a16="http://schemas.microsoft.com/office/drawing/2014/main" id="{5E26A34A-5AC2-D09D-344D-642E1A1BA8B6}"/>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52" name="Freeform 51">
              <a:extLst>
                <a:ext uri="{FF2B5EF4-FFF2-40B4-BE49-F238E27FC236}">
                  <a16:creationId xmlns:a16="http://schemas.microsoft.com/office/drawing/2014/main" id="{2BA205F5-F76B-7295-ADD1-3318708455F3}"/>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7" name="Slide Number Placeholder 5">
            <a:extLst>
              <a:ext uri="{FF2B5EF4-FFF2-40B4-BE49-F238E27FC236}">
                <a16:creationId xmlns:a16="http://schemas.microsoft.com/office/drawing/2014/main" id="{611C7E6D-96A3-0621-D76D-A1538421AEB8}"/>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2576027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4 Subject_2 Columns">
    <p:bg>
      <p:bgPr>
        <a:solidFill>
          <a:schemeClr val="bg1"/>
        </a:solidFill>
        <a:effectLst/>
      </p:bgPr>
    </p:bg>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8699"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cxnSp>
        <p:nvCxnSpPr>
          <p:cNvPr id="31" name="Straight Connector 30">
            <a:extLst>
              <a:ext uri="{FF2B5EF4-FFF2-40B4-BE49-F238E27FC236}">
                <a16:creationId xmlns:a16="http://schemas.microsoft.com/office/drawing/2014/main" id="{1E64591D-EA91-FDE2-ACA8-B721589A33D1}"/>
              </a:ext>
            </a:extLst>
          </p:cNvPr>
          <p:cNvCxnSpPr>
            <a:cxnSpLocks/>
          </p:cNvCxnSpPr>
          <p:nvPr userDrawn="1"/>
        </p:nvCxnSpPr>
        <p:spPr>
          <a:xfrm>
            <a:off x="454025" y="4145416"/>
            <a:ext cx="676656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C7ACB552-005E-8733-D6E4-A2D353836469}"/>
              </a:ext>
            </a:extLst>
          </p:cNvPr>
          <p:cNvCxnSpPr>
            <a:cxnSpLocks/>
          </p:cNvCxnSpPr>
          <p:nvPr userDrawn="1"/>
        </p:nvCxnSpPr>
        <p:spPr>
          <a:xfrm>
            <a:off x="7576456" y="3104676"/>
            <a:ext cx="4164693"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FD4A826-F74E-0756-73EC-0253EE3B2B18}"/>
              </a:ext>
            </a:extLst>
          </p:cNvPr>
          <p:cNvCxnSpPr>
            <a:cxnSpLocks/>
          </p:cNvCxnSpPr>
          <p:nvPr userDrawn="1"/>
        </p:nvCxnSpPr>
        <p:spPr>
          <a:xfrm>
            <a:off x="7576456" y="4145416"/>
            <a:ext cx="4164693"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B13043A8-F438-57C7-144F-63CCFCE26FF8}"/>
              </a:ext>
            </a:extLst>
          </p:cNvPr>
          <p:cNvSpPr txBox="1"/>
          <p:nvPr userDrawn="1"/>
        </p:nvSpPr>
        <p:spPr>
          <a:xfrm>
            <a:off x="17944881" y="2258815"/>
            <a:ext cx="3717982" cy="369332"/>
          </a:xfrm>
          <a:prstGeom prst="rect">
            <a:avLst/>
          </a:prstGeom>
          <a:noFill/>
        </p:spPr>
        <p:txBody>
          <a:bodyPr wrap="square" lIns="0" tIns="0" rIns="0" bIns="0" rtlCol="0">
            <a:noAutofit/>
          </a:bodyPr>
          <a:lstStyle/>
          <a:p>
            <a:r>
              <a:rPr lang="en-US">
                <a:solidFill>
                  <a:schemeClr val="accent1"/>
                </a:solidFill>
                <a:latin typeface="+mj-lt"/>
              </a:rPr>
              <a:t>Title Here</a:t>
            </a:r>
          </a:p>
        </p:txBody>
      </p:sp>
      <p:sp>
        <p:nvSpPr>
          <p:cNvPr id="69" name="TextBox 68">
            <a:extLst>
              <a:ext uri="{FF2B5EF4-FFF2-40B4-BE49-F238E27FC236}">
                <a16:creationId xmlns:a16="http://schemas.microsoft.com/office/drawing/2014/main" id="{EE920E44-46CE-3126-CB31-0F9B6F53882D}"/>
              </a:ext>
            </a:extLst>
          </p:cNvPr>
          <p:cNvSpPr txBox="1"/>
          <p:nvPr userDrawn="1"/>
        </p:nvSpPr>
        <p:spPr>
          <a:xfrm>
            <a:off x="17944881" y="2616622"/>
            <a:ext cx="4533900" cy="583387"/>
          </a:xfrm>
          <a:prstGeom prst="rect">
            <a:avLst/>
          </a:prstGeom>
          <a:noFill/>
        </p:spPr>
        <p:txBody>
          <a:bodyPr wrap="square" lIns="0" tIns="0" rIns="0" bIns="0" rtlCol="0">
            <a:noAutofit/>
          </a:bodyPr>
          <a:lstStyle/>
          <a:p>
            <a:pPr>
              <a:lnSpc>
                <a:spcPts val="1400"/>
              </a:lnSpc>
            </a:pPr>
            <a:r>
              <a:rPr lang="en-US" sz="1200">
                <a:solidFill>
                  <a:schemeClr val="tx2"/>
                </a:solidFill>
              </a:rPr>
              <a:t>Lorem ipsum dolor sit amet, consectetur adipiscing elit. Fusce elit diam, maximus a condimentum eget, lobortis in erat. Mauris efficitur, erat a sagittis vestibulum, dui.</a:t>
            </a:r>
          </a:p>
        </p:txBody>
      </p:sp>
      <p:sp>
        <p:nvSpPr>
          <p:cNvPr id="70" name="TextBox 69">
            <a:extLst>
              <a:ext uri="{FF2B5EF4-FFF2-40B4-BE49-F238E27FC236}">
                <a16:creationId xmlns:a16="http://schemas.microsoft.com/office/drawing/2014/main" id="{FCC56459-1BEA-BF2C-ECEC-4D00155F558F}"/>
              </a:ext>
            </a:extLst>
          </p:cNvPr>
          <p:cNvSpPr txBox="1"/>
          <p:nvPr userDrawn="1"/>
        </p:nvSpPr>
        <p:spPr>
          <a:xfrm>
            <a:off x="17944881" y="3633539"/>
            <a:ext cx="3717982" cy="369332"/>
          </a:xfrm>
          <a:prstGeom prst="rect">
            <a:avLst/>
          </a:prstGeom>
          <a:noFill/>
        </p:spPr>
        <p:txBody>
          <a:bodyPr wrap="square" lIns="0" tIns="0" rIns="0" bIns="0" rtlCol="0">
            <a:noAutofit/>
          </a:bodyPr>
          <a:lstStyle/>
          <a:p>
            <a:r>
              <a:rPr lang="en-US">
                <a:solidFill>
                  <a:schemeClr val="accent1"/>
                </a:solidFill>
                <a:latin typeface="+mj-lt"/>
              </a:rPr>
              <a:t>Title Here</a:t>
            </a:r>
          </a:p>
        </p:txBody>
      </p:sp>
      <p:sp>
        <p:nvSpPr>
          <p:cNvPr id="71" name="TextBox 70">
            <a:extLst>
              <a:ext uri="{FF2B5EF4-FFF2-40B4-BE49-F238E27FC236}">
                <a16:creationId xmlns:a16="http://schemas.microsoft.com/office/drawing/2014/main" id="{DF8FE10A-95EB-F607-98B9-71B1F567DB73}"/>
              </a:ext>
            </a:extLst>
          </p:cNvPr>
          <p:cNvSpPr txBox="1"/>
          <p:nvPr userDrawn="1"/>
        </p:nvSpPr>
        <p:spPr>
          <a:xfrm>
            <a:off x="17944881" y="3991346"/>
            <a:ext cx="4533900" cy="583387"/>
          </a:xfrm>
          <a:prstGeom prst="rect">
            <a:avLst/>
          </a:prstGeom>
          <a:noFill/>
        </p:spPr>
        <p:txBody>
          <a:bodyPr wrap="square" lIns="0" tIns="0" rIns="0" bIns="0" rtlCol="0">
            <a:noAutofit/>
          </a:bodyPr>
          <a:lstStyle/>
          <a:p>
            <a:pPr>
              <a:lnSpc>
                <a:spcPts val="1400"/>
              </a:lnSpc>
            </a:pPr>
            <a:r>
              <a:rPr lang="en-US" sz="1200">
                <a:solidFill>
                  <a:schemeClr val="tx2"/>
                </a:solidFill>
              </a:rPr>
              <a:t>Lorem ipsum dolor sit amet, consectetur adipiscing elit. Fusce elit diam, maximus a condimentum eget, lobortis in erat. Mauris efficitur, erat a sagittis vestibulum, dui.</a:t>
            </a:r>
          </a:p>
        </p:txBody>
      </p:sp>
      <p:sp>
        <p:nvSpPr>
          <p:cNvPr id="72" name="TextBox 71">
            <a:extLst>
              <a:ext uri="{FF2B5EF4-FFF2-40B4-BE49-F238E27FC236}">
                <a16:creationId xmlns:a16="http://schemas.microsoft.com/office/drawing/2014/main" id="{B585E651-C2E7-9E93-B1B3-1B75184078F6}"/>
              </a:ext>
            </a:extLst>
          </p:cNvPr>
          <p:cNvSpPr txBox="1"/>
          <p:nvPr userDrawn="1"/>
        </p:nvSpPr>
        <p:spPr>
          <a:xfrm>
            <a:off x="17944881" y="4999023"/>
            <a:ext cx="3717982" cy="369332"/>
          </a:xfrm>
          <a:prstGeom prst="rect">
            <a:avLst/>
          </a:prstGeom>
          <a:noFill/>
        </p:spPr>
        <p:txBody>
          <a:bodyPr wrap="square" lIns="0" tIns="0" rIns="0" bIns="0" rtlCol="0">
            <a:noAutofit/>
          </a:bodyPr>
          <a:lstStyle/>
          <a:p>
            <a:r>
              <a:rPr lang="en-US">
                <a:solidFill>
                  <a:schemeClr val="accent1"/>
                </a:solidFill>
                <a:latin typeface="+mj-lt"/>
              </a:rPr>
              <a:t>Title Here</a:t>
            </a:r>
          </a:p>
        </p:txBody>
      </p:sp>
      <p:sp>
        <p:nvSpPr>
          <p:cNvPr id="73" name="TextBox 72">
            <a:extLst>
              <a:ext uri="{FF2B5EF4-FFF2-40B4-BE49-F238E27FC236}">
                <a16:creationId xmlns:a16="http://schemas.microsoft.com/office/drawing/2014/main" id="{070B0F16-2326-29E8-8F75-C293E56A2FBD}"/>
              </a:ext>
            </a:extLst>
          </p:cNvPr>
          <p:cNvSpPr txBox="1"/>
          <p:nvPr userDrawn="1"/>
        </p:nvSpPr>
        <p:spPr>
          <a:xfrm>
            <a:off x="17944881" y="5356830"/>
            <a:ext cx="4533900" cy="583387"/>
          </a:xfrm>
          <a:prstGeom prst="rect">
            <a:avLst/>
          </a:prstGeom>
          <a:noFill/>
        </p:spPr>
        <p:txBody>
          <a:bodyPr wrap="square" lIns="0" tIns="0" rIns="0" bIns="0" rtlCol="0">
            <a:noAutofit/>
          </a:bodyPr>
          <a:lstStyle/>
          <a:p>
            <a:pPr>
              <a:lnSpc>
                <a:spcPts val="1400"/>
              </a:lnSpc>
            </a:pPr>
            <a:r>
              <a:rPr lang="en-US" sz="1200">
                <a:solidFill>
                  <a:schemeClr val="tx2"/>
                </a:solidFill>
              </a:rPr>
              <a:t>Lorem ipsum dolor sit amet, consectetur adipiscing elit. Fusce elit diam, maximus a condimentum eget, lobortis in erat. Mauris efficitur, erat a sagittis vestibulum, dui.</a:t>
            </a:r>
          </a:p>
        </p:txBody>
      </p:sp>
      <p:cxnSp>
        <p:nvCxnSpPr>
          <p:cNvPr id="101" name="Straight Connector 100">
            <a:extLst>
              <a:ext uri="{FF2B5EF4-FFF2-40B4-BE49-F238E27FC236}">
                <a16:creationId xmlns:a16="http://schemas.microsoft.com/office/drawing/2014/main" id="{0D39690D-8DF4-6C00-03E0-75796658154A}"/>
              </a:ext>
            </a:extLst>
          </p:cNvPr>
          <p:cNvCxnSpPr>
            <a:cxnSpLocks/>
          </p:cNvCxnSpPr>
          <p:nvPr userDrawn="1"/>
        </p:nvCxnSpPr>
        <p:spPr>
          <a:xfrm>
            <a:off x="454025" y="3104676"/>
            <a:ext cx="676656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4" name="Subtitle 2">
            <a:extLst>
              <a:ext uri="{FF2B5EF4-FFF2-40B4-BE49-F238E27FC236}">
                <a16:creationId xmlns:a16="http://schemas.microsoft.com/office/drawing/2014/main" id="{9535EF7B-A8C0-FF4E-DDC0-C4A958AB421A}"/>
              </a:ext>
            </a:extLst>
          </p:cNvPr>
          <p:cNvSpPr>
            <a:spLocks noGrp="1"/>
          </p:cNvSpPr>
          <p:nvPr>
            <p:ph type="subTitle" idx="1" hasCustomPrompt="1"/>
          </p:nvPr>
        </p:nvSpPr>
        <p:spPr>
          <a:xfrm>
            <a:off x="454025" y="1155700"/>
            <a:ext cx="550468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2" name="Text Placeholder 47">
            <a:extLst>
              <a:ext uri="{FF2B5EF4-FFF2-40B4-BE49-F238E27FC236}">
                <a16:creationId xmlns:a16="http://schemas.microsoft.com/office/drawing/2014/main" id="{53C3144B-AA66-7D75-841C-88A9FA185B10}"/>
              </a:ext>
            </a:extLst>
          </p:cNvPr>
          <p:cNvSpPr>
            <a:spLocks noGrp="1"/>
          </p:cNvSpPr>
          <p:nvPr>
            <p:ph type="body" sz="quarter" idx="38" hasCustomPrompt="1"/>
          </p:nvPr>
        </p:nvSpPr>
        <p:spPr>
          <a:xfrm>
            <a:off x="7600207" y="2310244"/>
            <a:ext cx="4120737" cy="54864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endParaRPr lang="en-US"/>
          </a:p>
        </p:txBody>
      </p:sp>
      <p:sp>
        <p:nvSpPr>
          <p:cNvPr id="47" name="Text Placeholder 47">
            <a:extLst>
              <a:ext uri="{FF2B5EF4-FFF2-40B4-BE49-F238E27FC236}">
                <a16:creationId xmlns:a16="http://schemas.microsoft.com/office/drawing/2014/main" id="{979C5601-AAE1-5A10-9EF2-27DB560C4C9B}"/>
              </a:ext>
            </a:extLst>
          </p:cNvPr>
          <p:cNvSpPr>
            <a:spLocks noGrp="1"/>
          </p:cNvSpPr>
          <p:nvPr>
            <p:ph type="body" sz="quarter" idx="40" hasCustomPrompt="1"/>
          </p:nvPr>
        </p:nvSpPr>
        <p:spPr>
          <a:xfrm>
            <a:off x="7600207" y="3270668"/>
            <a:ext cx="4120737" cy="54864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endParaRPr lang="en-US"/>
          </a:p>
        </p:txBody>
      </p:sp>
      <p:sp>
        <p:nvSpPr>
          <p:cNvPr id="48" name="Text Placeholder 47">
            <a:extLst>
              <a:ext uri="{FF2B5EF4-FFF2-40B4-BE49-F238E27FC236}">
                <a16:creationId xmlns:a16="http://schemas.microsoft.com/office/drawing/2014/main" id="{7B27357F-0EC3-F5D5-CEF0-342BA821F800}"/>
              </a:ext>
            </a:extLst>
          </p:cNvPr>
          <p:cNvSpPr>
            <a:spLocks noGrp="1"/>
          </p:cNvSpPr>
          <p:nvPr>
            <p:ph type="body" sz="quarter" idx="41" hasCustomPrompt="1"/>
          </p:nvPr>
        </p:nvSpPr>
        <p:spPr>
          <a:xfrm>
            <a:off x="7600207" y="4316683"/>
            <a:ext cx="4120737" cy="54864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endParaRPr lang="en-US"/>
          </a:p>
        </p:txBody>
      </p:sp>
      <p:sp>
        <p:nvSpPr>
          <p:cNvPr id="49" name="Text Placeholder 47">
            <a:extLst>
              <a:ext uri="{FF2B5EF4-FFF2-40B4-BE49-F238E27FC236}">
                <a16:creationId xmlns:a16="http://schemas.microsoft.com/office/drawing/2014/main" id="{73A7F993-3AF8-CEB8-3DB3-F2C3E332771E}"/>
              </a:ext>
            </a:extLst>
          </p:cNvPr>
          <p:cNvSpPr>
            <a:spLocks noGrp="1"/>
          </p:cNvSpPr>
          <p:nvPr>
            <p:ph type="body" sz="quarter" idx="42" hasCustomPrompt="1"/>
          </p:nvPr>
        </p:nvSpPr>
        <p:spPr>
          <a:xfrm>
            <a:off x="3088575" y="2310244"/>
            <a:ext cx="4120737" cy="54864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endParaRPr lang="en-US"/>
          </a:p>
        </p:txBody>
      </p:sp>
      <p:sp>
        <p:nvSpPr>
          <p:cNvPr id="51" name="Text Placeholder 47">
            <a:extLst>
              <a:ext uri="{FF2B5EF4-FFF2-40B4-BE49-F238E27FC236}">
                <a16:creationId xmlns:a16="http://schemas.microsoft.com/office/drawing/2014/main" id="{C3A94785-DD49-7977-E2E0-94075C7C1703}"/>
              </a:ext>
            </a:extLst>
          </p:cNvPr>
          <p:cNvSpPr>
            <a:spLocks noGrp="1"/>
          </p:cNvSpPr>
          <p:nvPr>
            <p:ph type="body" sz="quarter" idx="44" hasCustomPrompt="1"/>
          </p:nvPr>
        </p:nvSpPr>
        <p:spPr>
          <a:xfrm>
            <a:off x="3088575" y="3270668"/>
            <a:ext cx="4120737" cy="54864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endParaRPr lang="en-US"/>
          </a:p>
        </p:txBody>
      </p:sp>
      <p:sp>
        <p:nvSpPr>
          <p:cNvPr id="52" name="Text Placeholder 47">
            <a:extLst>
              <a:ext uri="{FF2B5EF4-FFF2-40B4-BE49-F238E27FC236}">
                <a16:creationId xmlns:a16="http://schemas.microsoft.com/office/drawing/2014/main" id="{93B8E0BA-CA6C-22CA-F636-EF00AFBB35D0}"/>
              </a:ext>
            </a:extLst>
          </p:cNvPr>
          <p:cNvSpPr>
            <a:spLocks noGrp="1"/>
          </p:cNvSpPr>
          <p:nvPr>
            <p:ph type="body" sz="quarter" idx="45" hasCustomPrompt="1"/>
          </p:nvPr>
        </p:nvSpPr>
        <p:spPr>
          <a:xfrm>
            <a:off x="3088575" y="4316683"/>
            <a:ext cx="4120737" cy="54864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endParaRPr lang="en-US"/>
          </a:p>
        </p:txBody>
      </p:sp>
      <p:sp>
        <p:nvSpPr>
          <p:cNvPr id="53" name="Content Placeholder 5">
            <a:extLst>
              <a:ext uri="{FF2B5EF4-FFF2-40B4-BE49-F238E27FC236}">
                <a16:creationId xmlns:a16="http://schemas.microsoft.com/office/drawing/2014/main" id="{3CE74447-B630-2A68-6F8A-11F1039A4CE8}"/>
              </a:ext>
            </a:extLst>
          </p:cNvPr>
          <p:cNvSpPr>
            <a:spLocks noGrp="1"/>
          </p:cNvSpPr>
          <p:nvPr>
            <p:ph sz="quarter" idx="10"/>
          </p:nvPr>
        </p:nvSpPr>
        <p:spPr>
          <a:xfrm>
            <a:off x="454025" y="2258608"/>
            <a:ext cx="2336675" cy="699025"/>
          </a:xfrm>
          <a:prstGeom prst="roundRect">
            <a:avLst/>
          </a:prstGeom>
          <a:solidFill>
            <a:schemeClr val="accent1"/>
          </a:solidFill>
        </p:spPr>
        <p:txBody>
          <a:bodyPr lIns="182880" anchor="ctr"/>
          <a:lstStyle>
            <a:lvl1pPr marL="0" indent="0" algn="l">
              <a:buNone/>
              <a:defRPr sz="1800">
                <a:solidFill>
                  <a:schemeClr val="bg1"/>
                </a:solidFill>
                <a:latin typeface="+mj-lt"/>
              </a:defRPr>
            </a:lvl1pPr>
          </a:lstStyle>
          <a:p>
            <a:pPr lvl="0"/>
            <a:endParaRPr lang="en-US"/>
          </a:p>
        </p:txBody>
      </p:sp>
      <p:sp>
        <p:nvSpPr>
          <p:cNvPr id="54" name="Content Placeholder 5">
            <a:extLst>
              <a:ext uri="{FF2B5EF4-FFF2-40B4-BE49-F238E27FC236}">
                <a16:creationId xmlns:a16="http://schemas.microsoft.com/office/drawing/2014/main" id="{F83F6D76-07AA-3F4F-2375-1E76BE641C40}"/>
              </a:ext>
            </a:extLst>
          </p:cNvPr>
          <p:cNvSpPr>
            <a:spLocks noGrp="1"/>
          </p:cNvSpPr>
          <p:nvPr>
            <p:ph sz="quarter" idx="46"/>
          </p:nvPr>
        </p:nvSpPr>
        <p:spPr>
          <a:xfrm>
            <a:off x="454025" y="3288794"/>
            <a:ext cx="2336675" cy="699025"/>
          </a:xfrm>
          <a:prstGeom prst="roundRect">
            <a:avLst/>
          </a:prstGeom>
          <a:solidFill>
            <a:schemeClr val="accent2"/>
          </a:solidFill>
        </p:spPr>
        <p:txBody>
          <a:bodyPr lIns="182880" anchor="ctr"/>
          <a:lstStyle>
            <a:lvl1pPr marL="0" indent="0" algn="l">
              <a:buNone/>
              <a:defRPr sz="1800">
                <a:solidFill>
                  <a:schemeClr val="bg1"/>
                </a:solidFill>
                <a:latin typeface="+mj-lt"/>
              </a:defRPr>
            </a:lvl1pPr>
          </a:lstStyle>
          <a:p>
            <a:pPr lvl="0"/>
            <a:endParaRPr lang="en-US"/>
          </a:p>
        </p:txBody>
      </p:sp>
      <p:sp>
        <p:nvSpPr>
          <p:cNvPr id="55" name="Content Placeholder 5">
            <a:extLst>
              <a:ext uri="{FF2B5EF4-FFF2-40B4-BE49-F238E27FC236}">
                <a16:creationId xmlns:a16="http://schemas.microsoft.com/office/drawing/2014/main" id="{8A189AE0-C344-0805-0CE4-0E6C3E8014CB}"/>
              </a:ext>
            </a:extLst>
          </p:cNvPr>
          <p:cNvSpPr>
            <a:spLocks noGrp="1"/>
          </p:cNvSpPr>
          <p:nvPr>
            <p:ph sz="quarter" idx="47"/>
          </p:nvPr>
        </p:nvSpPr>
        <p:spPr>
          <a:xfrm>
            <a:off x="454025" y="4299184"/>
            <a:ext cx="2336675" cy="699025"/>
          </a:xfrm>
          <a:prstGeom prst="roundRect">
            <a:avLst/>
          </a:prstGeom>
          <a:solidFill>
            <a:schemeClr val="accent3">
              <a:lumMod val="90000"/>
            </a:schemeClr>
          </a:solidFill>
        </p:spPr>
        <p:txBody>
          <a:bodyPr lIns="182880" anchor="ctr"/>
          <a:lstStyle>
            <a:lvl1pPr marL="0" indent="0" algn="l">
              <a:buNone/>
              <a:defRPr sz="1800">
                <a:solidFill>
                  <a:schemeClr val="bg1"/>
                </a:solidFill>
                <a:latin typeface="+mj-lt"/>
              </a:defRPr>
            </a:lvl1pPr>
          </a:lstStyle>
          <a:p>
            <a:pPr lvl="0"/>
            <a:endParaRPr lang="en-US"/>
          </a:p>
        </p:txBody>
      </p:sp>
      <p:cxnSp>
        <p:nvCxnSpPr>
          <p:cNvPr id="56" name="Straight Connector 55">
            <a:extLst>
              <a:ext uri="{FF2B5EF4-FFF2-40B4-BE49-F238E27FC236}">
                <a16:creationId xmlns:a16="http://schemas.microsoft.com/office/drawing/2014/main" id="{8C60932E-C7AD-B408-F209-66E1BC4EF26E}"/>
              </a:ext>
            </a:extLst>
          </p:cNvPr>
          <p:cNvCxnSpPr>
            <a:cxnSpLocks/>
          </p:cNvCxnSpPr>
          <p:nvPr userDrawn="1"/>
        </p:nvCxnSpPr>
        <p:spPr>
          <a:xfrm>
            <a:off x="454025" y="5179558"/>
            <a:ext cx="676656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9CF5DE2B-C7D2-EDC5-1C19-4105EDBCA7BF}"/>
              </a:ext>
            </a:extLst>
          </p:cNvPr>
          <p:cNvCxnSpPr>
            <a:cxnSpLocks/>
          </p:cNvCxnSpPr>
          <p:nvPr userDrawn="1"/>
        </p:nvCxnSpPr>
        <p:spPr>
          <a:xfrm>
            <a:off x="7576456" y="5179558"/>
            <a:ext cx="4164693"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
        <p:nvSpPr>
          <p:cNvPr id="58" name="Text Placeholder 47">
            <a:extLst>
              <a:ext uri="{FF2B5EF4-FFF2-40B4-BE49-F238E27FC236}">
                <a16:creationId xmlns:a16="http://schemas.microsoft.com/office/drawing/2014/main" id="{00D7668A-1CAC-9D03-0170-AE2B53502894}"/>
              </a:ext>
            </a:extLst>
          </p:cNvPr>
          <p:cNvSpPr>
            <a:spLocks noGrp="1"/>
          </p:cNvSpPr>
          <p:nvPr>
            <p:ph type="body" sz="quarter" idx="48" hasCustomPrompt="1"/>
          </p:nvPr>
        </p:nvSpPr>
        <p:spPr>
          <a:xfrm>
            <a:off x="7600207" y="5350825"/>
            <a:ext cx="4120737" cy="54864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endParaRPr lang="en-US"/>
          </a:p>
        </p:txBody>
      </p:sp>
      <p:sp>
        <p:nvSpPr>
          <p:cNvPr id="59" name="Text Placeholder 47">
            <a:extLst>
              <a:ext uri="{FF2B5EF4-FFF2-40B4-BE49-F238E27FC236}">
                <a16:creationId xmlns:a16="http://schemas.microsoft.com/office/drawing/2014/main" id="{D50B8643-8A07-D200-8BF4-2DF8E4E99E2D}"/>
              </a:ext>
            </a:extLst>
          </p:cNvPr>
          <p:cNvSpPr>
            <a:spLocks noGrp="1"/>
          </p:cNvSpPr>
          <p:nvPr>
            <p:ph type="body" sz="quarter" idx="49" hasCustomPrompt="1"/>
          </p:nvPr>
        </p:nvSpPr>
        <p:spPr>
          <a:xfrm>
            <a:off x="3088575" y="5350825"/>
            <a:ext cx="4120737" cy="54864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endParaRPr lang="en-US"/>
          </a:p>
        </p:txBody>
      </p:sp>
      <p:sp>
        <p:nvSpPr>
          <p:cNvPr id="60" name="Content Placeholder 5">
            <a:extLst>
              <a:ext uri="{FF2B5EF4-FFF2-40B4-BE49-F238E27FC236}">
                <a16:creationId xmlns:a16="http://schemas.microsoft.com/office/drawing/2014/main" id="{5863B8A7-3D54-BA12-2887-9C85599E93C7}"/>
              </a:ext>
            </a:extLst>
          </p:cNvPr>
          <p:cNvSpPr>
            <a:spLocks noGrp="1"/>
          </p:cNvSpPr>
          <p:nvPr>
            <p:ph sz="quarter" idx="50"/>
          </p:nvPr>
        </p:nvSpPr>
        <p:spPr>
          <a:xfrm>
            <a:off x="454025" y="5333326"/>
            <a:ext cx="2336675" cy="699025"/>
          </a:xfrm>
          <a:prstGeom prst="roundRect">
            <a:avLst/>
          </a:prstGeom>
          <a:solidFill>
            <a:schemeClr val="accent5"/>
          </a:solidFill>
        </p:spPr>
        <p:txBody>
          <a:bodyPr lIns="182880" anchor="ctr"/>
          <a:lstStyle>
            <a:lvl1pPr marL="0" indent="0" algn="l">
              <a:buNone/>
              <a:defRPr sz="1800">
                <a:solidFill>
                  <a:schemeClr val="bg1"/>
                </a:solidFill>
                <a:latin typeface="+mj-lt"/>
              </a:defRPr>
            </a:lvl1pPr>
          </a:lstStyle>
          <a:p>
            <a:pPr lvl="0"/>
            <a:endParaRPr lang="en-US"/>
          </a:p>
        </p:txBody>
      </p:sp>
      <p:cxnSp>
        <p:nvCxnSpPr>
          <p:cNvPr id="61" name="Straight Connector 60">
            <a:extLst>
              <a:ext uri="{FF2B5EF4-FFF2-40B4-BE49-F238E27FC236}">
                <a16:creationId xmlns:a16="http://schemas.microsoft.com/office/drawing/2014/main" id="{2EBEB8BF-1A5A-4808-718D-C09ABEF5CBCE}"/>
              </a:ext>
            </a:extLst>
          </p:cNvPr>
          <p:cNvCxnSpPr>
            <a:cxnSpLocks/>
          </p:cNvCxnSpPr>
          <p:nvPr userDrawn="1"/>
        </p:nvCxnSpPr>
        <p:spPr>
          <a:xfrm>
            <a:off x="7402284" y="1952580"/>
            <a:ext cx="0" cy="4184148"/>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98DC3670-FF77-0C68-2648-21B627B10CF1}"/>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63" name="Rounded Rectangle 62">
            <a:extLst>
              <a:ext uri="{FF2B5EF4-FFF2-40B4-BE49-F238E27FC236}">
                <a16:creationId xmlns:a16="http://schemas.microsoft.com/office/drawing/2014/main" id="{613766A5-D451-7378-7170-747B236A4AE0}"/>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6" name="Graphic 62">
            <a:extLst>
              <a:ext uri="{FF2B5EF4-FFF2-40B4-BE49-F238E27FC236}">
                <a16:creationId xmlns:a16="http://schemas.microsoft.com/office/drawing/2014/main" id="{6415D2CF-0274-423F-8FC0-CEEC51F21318}"/>
              </a:ext>
            </a:extLst>
          </p:cNvPr>
          <p:cNvGrpSpPr/>
          <p:nvPr userDrawn="1"/>
        </p:nvGrpSpPr>
        <p:grpSpPr>
          <a:xfrm>
            <a:off x="11389259" y="459884"/>
            <a:ext cx="352694" cy="349203"/>
            <a:chOff x="10767269" y="208371"/>
            <a:chExt cx="182844" cy="181034"/>
          </a:xfrm>
        </p:grpSpPr>
        <p:sp>
          <p:nvSpPr>
            <p:cNvPr id="77" name="Freeform 76">
              <a:extLst>
                <a:ext uri="{FF2B5EF4-FFF2-40B4-BE49-F238E27FC236}">
                  <a16:creationId xmlns:a16="http://schemas.microsoft.com/office/drawing/2014/main" id="{42C78611-155A-89D1-27F3-60CD3F5D90DE}"/>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78" name="Freeform 77">
              <a:extLst>
                <a:ext uri="{FF2B5EF4-FFF2-40B4-BE49-F238E27FC236}">
                  <a16:creationId xmlns:a16="http://schemas.microsoft.com/office/drawing/2014/main" id="{2B3CDACE-C97A-8BE4-1A5F-2716691F8FFA}"/>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79" name="Freeform 78">
              <a:extLst>
                <a:ext uri="{FF2B5EF4-FFF2-40B4-BE49-F238E27FC236}">
                  <a16:creationId xmlns:a16="http://schemas.microsoft.com/office/drawing/2014/main" id="{A46609A7-E62E-F85D-1B31-0F97A3EBD9F5}"/>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80" name="Freeform 79">
              <a:extLst>
                <a:ext uri="{FF2B5EF4-FFF2-40B4-BE49-F238E27FC236}">
                  <a16:creationId xmlns:a16="http://schemas.microsoft.com/office/drawing/2014/main" id="{4DB64414-76CE-9519-1707-860E1E95EF1B}"/>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81" name="Freeform 80">
              <a:extLst>
                <a:ext uri="{FF2B5EF4-FFF2-40B4-BE49-F238E27FC236}">
                  <a16:creationId xmlns:a16="http://schemas.microsoft.com/office/drawing/2014/main" id="{E51A74BC-CA99-B78B-E2F5-E48428739D4E}"/>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65" name="Slide Number Placeholder 5">
            <a:extLst>
              <a:ext uri="{FF2B5EF4-FFF2-40B4-BE49-F238E27FC236}">
                <a16:creationId xmlns:a16="http://schemas.microsoft.com/office/drawing/2014/main" id="{BF2AE536-8A11-B3E4-2F27-104F7D7C7EE5}"/>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
        <p:nvSpPr>
          <p:cNvPr id="46" name="Text Placeholder 47">
            <a:extLst>
              <a:ext uri="{FF2B5EF4-FFF2-40B4-BE49-F238E27FC236}">
                <a16:creationId xmlns:a16="http://schemas.microsoft.com/office/drawing/2014/main" id="{451FF669-DE55-38BF-9A38-C515A7AD94F3}"/>
              </a:ext>
            </a:extLst>
          </p:cNvPr>
          <p:cNvSpPr>
            <a:spLocks noGrp="1"/>
          </p:cNvSpPr>
          <p:nvPr>
            <p:ph type="body" sz="quarter" idx="39" hasCustomPrompt="1"/>
          </p:nvPr>
        </p:nvSpPr>
        <p:spPr>
          <a:xfrm>
            <a:off x="7600207" y="1955334"/>
            <a:ext cx="4120737" cy="348906"/>
          </a:xfrm>
        </p:spPr>
        <p:txBody>
          <a:bodyPr/>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64" name="Text Placeholder 47">
            <a:extLst>
              <a:ext uri="{FF2B5EF4-FFF2-40B4-BE49-F238E27FC236}">
                <a16:creationId xmlns:a16="http://schemas.microsoft.com/office/drawing/2014/main" id="{66336051-26A9-233D-4190-A87787D1DF5B}"/>
              </a:ext>
            </a:extLst>
          </p:cNvPr>
          <p:cNvSpPr>
            <a:spLocks noGrp="1"/>
          </p:cNvSpPr>
          <p:nvPr>
            <p:ph type="body" sz="quarter" idx="43" hasCustomPrompt="1"/>
          </p:nvPr>
        </p:nvSpPr>
        <p:spPr>
          <a:xfrm>
            <a:off x="3088575" y="1955334"/>
            <a:ext cx="4120737" cy="348906"/>
          </a:xfrm>
        </p:spPr>
        <p:txBody>
          <a:bodyPr/>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Tree>
    <p:extLst>
      <p:ext uri="{BB962C8B-B14F-4D97-AF65-F5344CB8AC3E}">
        <p14:creationId xmlns:p14="http://schemas.microsoft.com/office/powerpoint/2010/main" val="30413046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ascading List + Icons">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2"/>
            <a:ext cx="6468699" cy="695608"/>
          </a:xfrm>
        </p:spPr>
        <p:txBody>
          <a:bodyPr/>
          <a:lstStyle/>
          <a:p>
            <a:r>
              <a:rPr lang="en-US"/>
              <a:t>Click To Edit Master Title Style</a:t>
            </a:r>
            <a:endParaRPr lang="en-GB"/>
          </a:p>
        </p:txBody>
      </p:sp>
      <p:sp>
        <p:nvSpPr>
          <p:cNvPr id="48" name="Text Placeholder 47">
            <a:extLst>
              <a:ext uri="{FF2B5EF4-FFF2-40B4-BE49-F238E27FC236}">
                <a16:creationId xmlns:a16="http://schemas.microsoft.com/office/drawing/2014/main" id="{FFCCB661-53E0-5448-AF21-F8198A7FB0F6}"/>
              </a:ext>
            </a:extLst>
          </p:cNvPr>
          <p:cNvSpPr>
            <a:spLocks noGrp="1"/>
          </p:cNvSpPr>
          <p:nvPr>
            <p:ph type="body" sz="quarter" idx="22" hasCustomPrompt="1"/>
          </p:nvPr>
        </p:nvSpPr>
        <p:spPr>
          <a:xfrm>
            <a:off x="454025" y="4680310"/>
            <a:ext cx="1929384"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7" name="Text Placeholder 47">
            <a:extLst>
              <a:ext uri="{FF2B5EF4-FFF2-40B4-BE49-F238E27FC236}">
                <a16:creationId xmlns:a16="http://schemas.microsoft.com/office/drawing/2014/main" id="{19400723-BC54-8349-8A95-23946DB2C51A}"/>
              </a:ext>
            </a:extLst>
          </p:cNvPr>
          <p:cNvSpPr>
            <a:spLocks noGrp="1"/>
          </p:cNvSpPr>
          <p:nvPr>
            <p:ph type="body" sz="quarter" idx="25" hasCustomPrompt="1"/>
          </p:nvPr>
        </p:nvSpPr>
        <p:spPr>
          <a:xfrm>
            <a:off x="454025" y="4325398"/>
            <a:ext cx="1929384" cy="347472"/>
          </a:xfrm>
        </p:spPr>
        <p:txBody>
          <a:bodyPr/>
          <a:lstStyle>
            <a:lvl1pPr marL="0" indent="0">
              <a:lnSpc>
                <a:spcPts val="1600"/>
              </a:lnSpc>
              <a:buNone/>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grpSp>
        <p:nvGrpSpPr>
          <p:cNvPr id="25" name="Graphic 62" hidden="1">
            <a:extLst>
              <a:ext uri="{FF2B5EF4-FFF2-40B4-BE49-F238E27FC236}">
                <a16:creationId xmlns:a16="http://schemas.microsoft.com/office/drawing/2014/main" id="{37E8EFD6-93AF-7C40-8F83-1CC6A17CF023}"/>
              </a:ext>
            </a:extLst>
          </p:cNvPr>
          <p:cNvGrpSpPr/>
          <p:nvPr userDrawn="1"/>
        </p:nvGrpSpPr>
        <p:grpSpPr>
          <a:xfrm>
            <a:off x="11389259" y="6063628"/>
            <a:ext cx="352694" cy="349203"/>
            <a:chOff x="10767269" y="208371"/>
            <a:chExt cx="182844" cy="181034"/>
          </a:xfrm>
        </p:grpSpPr>
        <p:sp>
          <p:nvSpPr>
            <p:cNvPr id="26" name="Freeform 25">
              <a:extLst>
                <a:ext uri="{FF2B5EF4-FFF2-40B4-BE49-F238E27FC236}">
                  <a16:creationId xmlns:a16="http://schemas.microsoft.com/office/drawing/2014/main" id="{4F651056-D366-E545-9DE0-774E7A8D6A3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AD7B71D8-BB1F-F844-9402-FE9AF1EF66C9}"/>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30EBE199-BDA1-6A49-914A-B62A8829C8A3}"/>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54E1BC0B-11CF-C343-B4DA-25D4DECBE1A9}"/>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2" name="Freeform 31">
              <a:extLst>
                <a:ext uri="{FF2B5EF4-FFF2-40B4-BE49-F238E27FC236}">
                  <a16:creationId xmlns:a16="http://schemas.microsoft.com/office/drawing/2014/main" id="{C065C08D-2708-B64D-8AD3-C0ADC2A2307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80" name="Text Placeholder 47">
            <a:extLst>
              <a:ext uri="{FF2B5EF4-FFF2-40B4-BE49-F238E27FC236}">
                <a16:creationId xmlns:a16="http://schemas.microsoft.com/office/drawing/2014/main" id="{769CF6C3-F090-E7F1-BB56-4531E57B70BE}"/>
              </a:ext>
            </a:extLst>
          </p:cNvPr>
          <p:cNvSpPr>
            <a:spLocks noGrp="1"/>
          </p:cNvSpPr>
          <p:nvPr>
            <p:ph type="body" sz="quarter" idx="26" hasCustomPrompt="1"/>
          </p:nvPr>
        </p:nvSpPr>
        <p:spPr>
          <a:xfrm>
            <a:off x="2802478" y="4059423"/>
            <a:ext cx="1929384"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81" name="Text Placeholder 47">
            <a:extLst>
              <a:ext uri="{FF2B5EF4-FFF2-40B4-BE49-F238E27FC236}">
                <a16:creationId xmlns:a16="http://schemas.microsoft.com/office/drawing/2014/main" id="{D99C8652-1EA0-C7E1-2AAC-6D6BDB302D03}"/>
              </a:ext>
            </a:extLst>
          </p:cNvPr>
          <p:cNvSpPr>
            <a:spLocks noGrp="1"/>
          </p:cNvSpPr>
          <p:nvPr>
            <p:ph type="body" sz="quarter" idx="27" hasCustomPrompt="1"/>
          </p:nvPr>
        </p:nvSpPr>
        <p:spPr>
          <a:xfrm>
            <a:off x="2802478" y="3704511"/>
            <a:ext cx="1929384" cy="347472"/>
          </a:xfrm>
        </p:spPr>
        <p:txBody>
          <a:bodyPr/>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83" name="Text Placeholder 47">
            <a:extLst>
              <a:ext uri="{FF2B5EF4-FFF2-40B4-BE49-F238E27FC236}">
                <a16:creationId xmlns:a16="http://schemas.microsoft.com/office/drawing/2014/main" id="{8EF1F521-2C1F-660B-1B66-26361DD0EAD3}"/>
              </a:ext>
            </a:extLst>
          </p:cNvPr>
          <p:cNvSpPr>
            <a:spLocks noGrp="1"/>
          </p:cNvSpPr>
          <p:nvPr>
            <p:ph type="body" sz="quarter" idx="28" hasCustomPrompt="1"/>
          </p:nvPr>
        </p:nvSpPr>
        <p:spPr>
          <a:xfrm>
            <a:off x="5147073" y="3449828"/>
            <a:ext cx="1929384"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84" name="Text Placeholder 47">
            <a:extLst>
              <a:ext uri="{FF2B5EF4-FFF2-40B4-BE49-F238E27FC236}">
                <a16:creationId xmlns:a16="http://schemas.microsoft.com/office/drawing/2014/main" id="{DB26188A-25C6-B60E-C2B7-9E66A70F33A1}"/>
              </a:ext>
            </a:extLst>
          </p:cNvPr>
          <p:cNvSpPr>
            <a:spLocks noGrp="1"/>
          </p:cNvSpPr>
          <p:nvPr>
            <p:ph type="body" sz="quarter" idx="29" hasCustomPrompt="1"/>
          </p:nvPr>
        </p:nvSpPr>
        <p:spPr>
          <a:xfrm>
            <a:off x="5147073" y="3094916"/>
            <a:ext cx="1929384" cy="347472"/>
          </a:xfrm>
        </p:spPr>
        <p:txBody>
          <a:bodyPr/>
          <a:lstStyle>
            <a:lvl1pPr marL="0" indent="0">
              <a:lnSpc>
                <a:spcPts val="1600"/>
              </a:lnSpc>
              <a:buNone/>
              <a:defRPr sz="1600" b="0" i="0">
                <a:solidFill>
                  <a:schemeClr val="accent3">
                    <a:lumMod val="90000"/>
                  </a:schemeClr>
                </a:solidFill>
                <a:latin typeface="Franklin Gothic Medium" panose="020B0603020102020204" pitchFamily="34" charset="0"/>
              </a:defRPr>
            </a:lvl1pPr>
            <a:lvl2pPr marL="239712" indent="0">
              <a:buNone/>
              <a:defRPr sz="1200"/>
            </a:lvl2pPr>
          </a:lstStyle>
          <a:p>
            <a:pPr lvl="0"/>
            <a:r>
              <a:rPr lang="en-US"/>
              <a:t>Title Here</a:t>
            </a:r>
          </a:p>
        </p:txBody>
      </p:sp>
      <p:sp>
        <p:nvSpPr>
          <p:cNvPr id="86" name="Text Placeholder 47">
            <a:extLst>
              <a:ext uri="{FF2B5EF4-FFF2-40B4-BE49-F238E27FC236}">
                <a16:creationId xmlns:a16="http://schemas.microsoft.com/office/drawing/2014/main" id="{A8BD44EB-4746-14D0-03DB-B7FB64BE3F29}"/>
              </a:ext>
            </a:extLst>
          </p:cNvPr>
          <p:cNvSpPr>
            <a:spLocks noGrp="1"/>
          </p:cNvSpPr>
          <p:nvPr>
            <p:ph type="body" sz="quarter" idx="30" hasCustomPrompt="1"/>
          </p:nvPr>
        </p:nvSpPr>
        <p:spPr>
          <a:xfrm>
            <a:off x="7504920" y="2840227"/>
            <a:ext cx="1929384"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87" name="Text Placeholder 47">
            <a:extLst>
              <a:ext uri="{FF2B5EF4-FFF2-40B4-BE49-F238E27FC236}">
                <a16:creationId xmlns:a16="http://schemas.microsoft.com/office/drawing/2014/main" id="{A46F8B32-2734-A492-7730-1BFAD6C1A939}"/>
              </a:ext>
            </a:extLst>
          </p:cNvPr>
          <p:cNvSpPr>
            <a:spLocks noGrp="1"/>
          </p:cNvSpPr>
          <p:nvPr>
            <p:ph type="body" sz="quarter" idx="31" hasCustomPrompt="1"/>
          </p:nvPr>
        </p:nvSpPr>
        <p:spPr>
          <a:xfrm>
            <a:off x="7504920" y="2485315"/>
            <a:ext cx="1929384" cy="347472"/>
          </a:xfrm>
        </p:spPr>
        <p:txBody>
          <a:bodyPr/>
          <a:lstStyle>
            <a:lvl1pPr marL="0" indent="0">
              <a:lnSpc>
                <a:spcPts val="1600"/>
              </a:lnSpc>
              <a:buNone/>
              <a:defRPr sz="1600" b="0" i="0">
                <a:solidFill>
                  <a:schemeClr val="accent5"/>
                </a:solidFill>
                <a:latin typeface="Franklin Gothic Medium" panose="020B0603020102020204" pitchFamily="34" charset="0"/>
              </a:defRPr>
            </a:lvl1pPr>
            <a:lvl2pPr marL="239712" indent="0">
              <a:buNone/>
              <a:defRPr sz="1200"/>
            </a:lvl2pPr>
          </a:lstStyle>
          <a:p>
            <a:pPr lvl="0"/>
            <a:r>
              <a:rPr lang="en-US"/>
              <a:t>Title Here</a:t>
            </a:r>
          </a:p>
        </p:txBody>
      </p:sp>
      <p:sp>
        <p:nvSpPr>
          <p:cNvPr id="89" name="Text Placeholder 47">
            <a:extLst>
              <a:ext uri="{FF2B5EF4-FFF2-40B4-BE49-F238E27FC236}">
                <a16:creationId xmlns:a16="http://schemas.microsoft.com/office/drawing/2014/main" id="{C2A6A512-7A61-D1B1-EFEF-EF532A9B7B65}"/>
              </a:ext>
            </a:extLst>
          </p:cNvPr>
          <p:cNvSpPr>
            <a:spLocks noGrp="1"/>
          </p:cNvSpPr>
          <p:nvPr>
            <p:ph type="body" sz="quarter" idx="32" hasCustomPrompt="1"/>
          </p:nvPr>
        </p:nvSpPr>
        <p:spPr>
          <a:xfrm>
            <a:off x="9820080" y="2219339"/>
            <a:ext cx="1929384"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90" name="Text Placeholder 47">
            <a:extLst>
              <a:ext uri="{FF2B5EF4-FFF2-40B4-BE49-F238E27FC236}">
                <a16:creationId xmlns:a16="http://schemas.microsoft.com/office/drawing/2014/main" id="{C982340C-E7AA-21AE-9202-6AA0148335D9}"/>
              </a:ext>
            </a:extLst>
          </p:cNvPr>
          <p:cNvSpPr>
            <a:spLocks noGrp="1"/>
          </p:cNvSpPr>
          <p:nvPr>
            <p:ph type="body" sz="quarter" idx="33" hasCustomPrompt="1"/>
          </p:nvPr>
        </p:nvSpPr>
        <p:spPr>
          <a:xfrm>
            <a:off x="9820080" y="1864427"/>
            <a:ext cx="1929384" cy="347472"/>
          </a:xfrm>
        </p:spPr>
        <p:txBody>
          <a:bodyPr/>
          <a:lstStyle>
            <a:lvl1pPr marL="0" indent="0">
              <a:lnSpc>
                <a:spcPts val="1600"/>
              </a:lnSpc>
              <a:buNone/>
              <a:defRPr sz="1600" b="0" i="0">
                <a:solidFill>
                  <a:schemeClr val="accent4"/>
                </a:solidFill>
                <a:latin typeface="Franklin Gothic Medium" panose="020B0603020102020204" pitchFamily="34" charset="0"/>
              </a:defRPr>
            </a:lvl1pPr>
            <a:lvl2pPr marL="239712" indent="0">
              <a:buNone/>
              <a:defRPr sz="1200"/>
            </a:lvl2pPr>
          </a:lstStyle>
          <a:p>
            <a:pPr lvl="0"/>
            <a:r>
              <a:rPr lang="en-US"/>
              <a:t>Title Here</a:t>
            </a:r>
          </a:p>
        </p:txBody>
      </p:sp>
      <p:cxnSp>
        <p:nvCxnSpPr>
          <p:cNvPr id="41" name="Straight Connector 40">
            <a:extLst>
              <a:ext uri="{FF2B5EF4-FFF2-40B4-BE49-F238E27FC236}">
                <a16:creationId xmlns:a16="http://schemas.microsoft.com/office/drawing/2014/main" id="{F61C5F15-8030-5EAA-BE60-148BD594586C}"/>
              </a:ext>
            </a:extLst>
          </p:cNvPr>
          <p:cNvCxnSpPr>
            <a:cxnSpLocks/>
          </p:cNvCxnSpPr>
          <p:nvPr userDrawn="1"/>
        </p:nvCxnSpPr>
        <p:spPr>
          <a:xfrm>
            <a:off x="450047" y="4199466"/>
            <a:ext cx="1929384"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DEFF11D-A20A-A582-A472-2F68FA33E9B3}"/>
              </a:ext>
            </a:extLst>
          </p:cNvPr>
          <p:cNvCxnSpPr>
            <a:cxnSpLocks/>
          </p:cNvCxnSpPr>
          <p:nvPr userDrawn="1"/>
        </p:nvCxnSpPr>
        <p:spPr>
          <a:xfrm>
            <a:off x="2810934" y="3584223"/>
            <a:ext cx="1929384"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42F6B07A-AA26-2FEE-8AC1-CBF89E195CB2}"/>
              </a:ext>
            </a:extLst>
          </p:cNvPr>
          <p:cNvCxnSpPr>
            <a:cxnSpLocks/>
          </p:cNvCxnSpPr>
          <p:nvPr userDrawn="1"/>
        </p:nvCxnSpPr>
        <p:spPr>
          <a:xfrm>
            <a:off x="5147733" y="2968980"/>
            <a:ext cx="1929384" cy="0"/>
          </a:xfrm>
          <a:prstGeom prst="line">
            <a:avLst/>
          </a:prstGeom>
          <a:ln w="25400">
            <a:solidFill>
              <a:schemeClr val="accent3">
                <a:lumMod val="90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3AC1A8FB-7CF7-B6FB-964B-159C142C907A}"/>
              </a:ext>
            </a:extLst>
          </p:cNvPr>
          <p:cNvCxnSpPr>
            <a:cxnSpLocks/>
          </p:cNvCxnSpPr>
          <p:nvPr userDrawn="1"/>
        </p:nvCxnSpPr>
        <p:spPr>
          <a:xfrm>
            <a:off x="7490178" y="2353737"/>
            <a:ext cx="1929384"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F7954AD-0483-8853-D09F-68809CC42EA8}"/>
              </a:ext>
            </a:extLst>
          </p:cNvPr>
          <p:cNvCxnSpPr>
            <a:cxnSpLocks/>
          </p:cNvCxnSpPr>
          <p:nvPr userDrawn="1"/>
        </p:nvCxnSpPr>
        <p:spPr>
          <a:xfrm>
            <a:off x="9820080" y="1738494"/>
            <a:ext cx="1929384" cy="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8CF015E2-2DAD-3FBB-20CA-DC0B40F808CC}"/>
              </a:ext>
            </a:extLst>
          </p:cNvPr>
          <p:cNvCxnSpPr>
            <a:cxnSpLocks/>
          </p:cNvCxnSpPr>
          <p:nvPr userDrawn="1"/>
        </p:nvCxnSpPr>
        <p:spPr>
          <a:xfrm>
            <a:off x="2594811" y="3592286"/>
            <a:ext cx="0" cy="2639442"/>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AD06B4C0-1D24-D1D3-94B8-EEB8EDB17E2A}"/>
              </a:ext>
            </a:extLst>
          </p:cNvPr>
          <p:cNvCxnSpPr>
            <a:cxnSpLocks/>
          </p:cNvCxnSpPr>
          <p:nvPr userDrawn="1"/>
        </p:nvCxnSpPr>
        <p:spPr>
          <a:xfrm>
            <a:off x="4953000" y="2988129"/>
            <a:ext cx="0" cy="3243599"/>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DF4A1D68-319F-E2F3-5CDC-275997BA8C73}"/>
              </a:ext>
            </a:extLst>
          </p:cNvPr>
          <p:cNvCxnSpPr>
            <a:cxnSpLocks/>
          </p:cNvCxnSpPr>
          <p:nvPr userDrawn="1"/>
        </p:nvCxnSpPr>
        <p:spPr>
          <a:xfrm>
            <a:off x="7303169" y="2334986"/>
            <a:ext cx="0" cy="3896742"/>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D644995D-B7AC-F4FF-E5A9-B96461D7C67F}"/>
              </a:ext>
            </a:extLst>
          </p:cNvPr>
          <p:cNvCxnSpPr>
            <a:cxnSpLocks/>
          </p:cNvCxnSpPr>
          <p:nvPr userDrawn="1"/>
        </p:nvCxnSpPr>
        <p:spPr>
          <a:xfrm>
            <a:off x="9637296" y="1747157"/>
            <a:ext cx="0" cy="4484571"/>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401A874-674A-14F7-7D6B-190D010F019C}"/>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5" name="Rounded Rectangle 34">
            <a:extLst>
              <a:ext uri="{FF2B5EF4-FFF2-40B4-BE49-F238E27FC236}">
                <a16:creationId xmlns:a16="http://schemas.microsoft.com/office/drawing/2014/main" id="{EC03EF5F-2012-C2A2-2AA2-164FFD2BB131}"/>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9" name="Graphic 62">
            <a:extLst>
              <a:ext uri="{FF2B5EF4-FFF2-40B4-BE49-F238E27FC236}">
                <a16:creationId xmlns:a16="http://schemas.microsoft.com/office/drawing/2014/main" id="{8275475F-B2CA-AB48-6820-FA940C99B74E}"/>
              </a:ext>
            </a:extLst>
          </p:cNvPr>
          <p:cNvGrpSpPr/>
          <p:nvPr userDrawn="1"/>
        </p:nvGrpSpPr>
        <p:grpSpPr>
          <a:xfrm>
            <a:off x="11389259" y="459884"/>
            <a:ext cx="352694" cy="349203"/>
            <a:chOff x="10767269" y="208371"/>
            <a:chExt cx="182844" cy="181034"/>
          </a:xfrm>
        </p:grpSpPr>
        <p:sp>
          <p:nvSpPr>
            <p:cNvPr id="40" name="Freeform 39">
              <a:extLst>
                <a:ext uri="{FF2B5EF4-FFF2-40B4-BE49-F238E27FC236}">
                  <a16:creationId xmlns:a16="http://schemas.microsoft.com/office/drawing/2014/main" id="{1C7E7DA9-8061-D52B-8D7B-2FC01AEB21C8}"/>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7" name="Freeform 46">
              <a:extLst>
                <a:ext uri="{FF2B5EF4-FFF2-40B4-BE49-F238E27FC236}">
                  <a16:creationId xmlns:a16="http://schemas.microsoft.com/office/drawing/2014/main" id="{09EB92B4-86FF-CA4C-9D58-854BFE011247}"/>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58" name="Freeform 57">
              <a:extLst>
                <a:ext uri="{FF2B5EF4-FFF2-40B4-BE49-F238E27FC236}">
                  <a16:creationId xmlns:a16="http://schemas.microsoft.com/office/drawing/2014/main" id="{DC9F347D-8156-3D9A-5286-FD800839B03B}"/>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59" name="Freeform 58">
              <a:extLst>
                <a:ext uri="{FF2B5EF4-FFF2-40B4-BE49-F238E27FC236}">
                  <a16:creationId xmlns:a16="http://schemas.microsoft.com/office/drawing/2014/main" id="{9C5ECF37-CA95-DA39-8E11-49355B700C33}"/>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60" name="Freeform 59">
              <a:extLst>
                <a:ext uri="{FF2B5EF4-FFF2-40B4-BE49-F238E27FC236}">
                  <a16:creationId xmlns:a16="http://schemas.microsoft.com/office/drawing/2014/main" id="{15E68615-D812-060C-D5CD-CD0F8C62519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50" name="Slide Number Placeholder 5">
            <a:extLst>
              <a:ext uri="{FF2B5EF4-FFF2-40B4-BE49-F238E27FC236}">
                <a16:creationId xmlns:a16="http://schemas.microsoft.com/office/drawing/2014/main" id="{1073A487-4BDF-16F6-96E2-EDC95367DBCF}"/>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89012021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ascading List + Icons 2">
    <p:spTree>
      <p:nvGrpSpPr>
        <p:cNvPr id="1" name=""/>
        <p:cNvGrpSpPr/>
        <p:nvPr/>
      </p:nvGrpSpPr>
      <p:grpSpPr>
        <a:xfrm>
          <a:off x="0" y="0"/>
          <a:ext cx="0" cy="0"/>
          <a:chOff x="0" y="0"/>
          <a:chExt cx="0" cy="0"/>
        </a:xfrm>
      </p:grpSpPr>
      <p:sp>
        <p:nvSpPr>
          <p:cNvPr id="12" name="Right Triangle 11">
            <a:extLst>
              <a:ext uri="{FF2B5EF4-FFF2-40B4-BE49-F238E27FC236}">
                <a16:creationId xmlns:a16="http://schemas.microsoft.com/office/drawing/2014/main" id="{F266E12F-941C-FDD2-973A-E47A28ECB253}"/>
              </a:ext>
            </a:extLst>
          </p:cNvPr>
          <p:cNvSpPr/>
          <p:nvPr userDrawn="1"/>
        </p:nvSpPr>
        <p:spPr>
          <a:xfrm flipV="1">
            <a:off x="0" y="0"/>
            <a:ext cx="8223956" cy="6324600"/>
          </a:xfrm>
          <a:prstGeom prst="rtTriangle">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2"/>
            <a:ext cx="4196997" cy="695608"/>
          </a:xfrm>
        </p:spPr>
        <p:txBody>
          <a:bodyPr/>
          <a:lstStyle/>
          <a:p>
            <a:r>
              <a:rPr lang="en-US"/>
              <a:t>Click To Edit Master Title Style</a:t>
            </a:r>
            <a:endParaRPr lang="en-GB"/>
          </a:p>
        </p:txBody>
      </p:sp>
      <p:sp>
        <p:nvSpPr>
          <p:cNvPr id="48" name="Text Placeholder 47">
            <a:extLst>
              <a:ext uri="{FF2B5EF4-FFF2-40B4-BE49-F238E27FC236}">
                <a16:creationId xmlns:a16="http://schemas.microsoft.com/office/drawing/2014/main" id="{FFCCB661-53E0-5448-AF21-F8198A7FB0F6}"/>
              </a:ext>
            </a:extLst>
          </p:cNvPr>
          <p:cNvSpPr>
            <a:spLocks noGrp="1"/>
          </p:cNvSpPr>
          <p:nvPr>
            <p:ph type="body" sz="quarter" idx="22" hasCustomPrompt="1"/>
          </p:nvPr>
        </p:nvSpPr>
        <p:spPr>
          <a:xfrm>
            <a:off x="1612803" y="5764046"/>
            <a:ext cx="10105064" cy="36576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7" name="Text Placeholder 47">
            <a:extLst>
              <a:ext uri="{FF2B5EF4-FFF2-40B4-BE49-F238E27FC236}">
                <a16:creationId xmlns:a16="http://schemas.microsoft.com/office/drawing/2014/main" id="{19400723-BC54-8349-8A95-23946DB2C51A}"/>
              </a:ext>
            </a:extLst>
          </p:cNvPr>
          <p:cNvSpPr>
            <a:spLocks noGrp="1"/>
          </p:cNvSpPr>
          <p:nvPr>
            <p:ph type="body" sz="quarter" idx="25" hasCustomPrompt="1"/>
          </p:nvPr>
        </p:nvSpPr>
        <p:spPr>
          <a:xfrm>
            <a:off x="1612802" y="5522024"/>
            <a:ext cx="10104120" cy="182880"/>
          </a:xfrm>
        </p:spPr>
        <p:txBody>
          <a:bodyPr/>
          <a:lstStyle>
            <a:lvl1pPr marL="0" indent="0">
              <a:lnSpc>
                <a:spcPts val="1600"/>
              </a:lnSpc>
              <a:buNone/>
              <a:defRPr sz="1600" b="0" i="0">
                <a:solidFill>
                  <a:schemeClr val="accent5"/>
                </a:solidFill>
                <a:latin typeface="Franklin Gothic Medium" panose="020B0603020102020204" pitchFamily="34" charset="0"/>
              </a:defRPr>
            </a:lvl1pPr>
            <a:lvl2pPr marL="239712" indent="0">
              <a:buNone/>
              <a:defRPr sz="1200"/>
            </a:lvl2pPr>
          </a:lstStyle>
          <a:p>
            <a:pPr lvl="0"/>
            <a:r>
              <a:rPr lang="en-US"/>
              <a:t>Title Here</a:t>
            </a:r>
          </a:p>
        </p:txBody>
      </p:sp>
      <p:grpSp>
        <p:nvGrpSpPr>
          <p:cNvPr id="25" name="Graphic 62" hidden="1">
            <a:extLst>
              <a:ext uri="{FF2B5EF4-FFF2-40B4-BE49-F238E27FC236}">
                <a16:creationId xmlns:a16="http://schemas.microsoft.com/office/drawing/2014/main" id="{37E8EFD6-93AF-7C40-8F83-1CC6A17CF023}"/>
              </a:ext>
            </a:extLst>
          </p:cNvPr>
          <p:cNvGrpSpPr/>
          <p:nvPr userDrawn="1"/>
        </p:nvGrpSpPr>
        <p:grpSpPr>
          <a:xfrm>
            <a:off x="11389259" y="6063628"/>
            <a:ext cx="352694" cy="349203"/>
            <a:chOff x="10767269" y="208371"/>
            <a:chExt cx="182844" cy="181034"/>
          </a:xfrm>
        </p:grpSpPr>
        <p:sp>
          <p:nvSpPr>
            <p:cNvPr id="26" name="Freeform 25">
              <a:extLst>
                <a:ext uri="{FF2B5EF4-FFF2-40B4-BE49-F238E27FC236}">
                  <a16:creationId xmlns:a16="http://schemas.microsoft.com/office/drawing/2014/main" id="{4F651056-D366-E545-9DE0-774E7A8D6A3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AD7B71D8-BB1F-F844-9402-FE9AF1EF66C9}"/>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30EBE199-BDA1-6A49-914A-B62A8829C8A3}"/>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54E1BC0B-11CF-C343-B4DA-25D4DECBE1A9}"/>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2" name="Freeform 31">
              <a:extLst>
                <a:ext uri="{FF2B5EF4-FFF2-40B4-BE49-F238E27FC236}">
                  <a16:creationId xmlns:a16="http://schemas.microsoft.com/office/drawing/2014/main" id="{C065C08D-2708-B64D-8AD3-C0ADC2A2307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80" name="Text Placeholder 47">
            <a:extLst>
              <a:ext uri="{FF2B5EF4-FFF2-40B4-BE49-F238E27FC236}">
                <a16:creationId xmlns:a16="http://schemas.microsoft.com/office/drawing/2014/main" id="{769CF6C3-F090-E7F1-BB56-4531E57B70BE}"/>
              </a:ext>
            </a:extLst>
          </p:cNvPr>
          <p:cNvSpPr>
            <a:spLocks noGrp="1"/>
          </p:cNvSpPr>
          <p:nvPr>
            <p:ph type="body" sz="quarter" idx="26" hasCustomPrompt="1"/>
          </p:nvPr>
        </p:nvSpPr>
        <p:spPr>
          <a:xfrm>
            <a:off x="3008257" y="4748048"/>
            <a:ext cx="8709609" cy="36576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81" name="Text Placeholder 47">
            <a:extLst>
              <a:ext uri="{FF2B5EF4-FFF2-40B4-BE49-F238E27FC236}">
                <a16:creationId xmlns:a16="http://schemas.microsoft.com/office/drawing/2014/main" id="{D99C8652-1EA0-C7E1-2AAC-6D6BDB302D03}"/>
              </a:ext>
            </a:extLst>
          </p:cNvPr>
          <p:cNvSpPr>
            <a:spLocks noGrp="1"/>
          </p:cNvSpPr>
          <p:nvPr>
            <p:ph type="body" sz="quarter" idx="27" hasCustomPrompt="1"/>
          </p:nvPr>
        </p:nvSpPr>
        <p:spPr>
          <a:xfrm>
            <a:off x="3008258" y="4506026"/>
            <a:ext cx="8705088" cy="182880"/>
          </a:xfrm>
        </p:spPr>
        <p:txBody>
          <a:bodyPr/>
          <a:lstStyle>
            <a:lvl1pPr marL="0" indent="0">
              <a:lnSpc>
                <a:spcPts val="1600"/>
              </a:lnSpc>
              <a:buNone/>
              <a:defRPr sz="1600" b="0" i="0">
                <a:solidFill>
                  <a:schemeClr val="accent5"/>
                </a:solidFill>
                <a:latin typeface="Franklin Gothic Medium" panose="020B0603020102020204" pitchFamily="34" charset="0"/>
              </a:defRPr>
            </a:lvl1pPr>
            <a:lvl2pPr marL="239712" indent="0">
              <a:buNone/>
              <a:defRPr sz="1200"/>
            </a:lvl2pPr>
          </a:lstStyle>
          <a:p>
            <a:pPr lvl="0"/>
            <a:r>
              <a:rPr lang="en-US"/>
              <a:t>Title Here</a:t>
            </a:r>
          </a:p>
        </p:txBody>
      </p:sp>
      <p:sp>
        <p:nvSpPr>
          <p:cNvPr id="83" name="Text Placeholder 47">
            <a:extLst>
              <a:ext uri="{FF2B5EF4-FFF2-40B4-BE49-F238E27FC236}">
                <a16:creationId xmlns:a16="http://schemas.microsoft.com/office/drawing/2014/main" id="{8EF1F521-2C1F-660B-1B66-26361DD0EAD3}"/>
              </a:ext>
            </a:extLst>
          </p:cNvPr>
          <p:cNvSpPr>
            <a:spLocks noGrp="1"/>
          </p:cNvSpPr>
          <p:nvPr>
            <p:ph type="body" sz="quarter" idx="28" hasCustomPrompt="1"/>
          </p:nvPr>
        </p:nvSpPr>
        <p:spPr>
          <a:xfrm>
            <a:off x="4394569" y="3754631"/>
            <a:ext cx="7333488" cy="36576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84" name="Text Placeholder 47">
            <a:extLst>
              <a:ext uri="{FF2B5EF4-FFF2-40B4-BE49-F238E27FC236}">
                <a16:creationId xmlns:a16="http://schemas.microsoft.com/office/drawing/2014/main" id="{DB26188A-25C6-B60E-C2B7-9E66A70F33A1}"/>
              </a:ext>
            </a:extLst>
          </p:cNvPr>
          <p:cNvSpPr>
            <a:spLocks noGrp="1"/>
          </p:cNvSpPr>
          <p:nvPr>
            <p:ph type="body" sz="quarter" idx="29" hasCustomPrompt="1"/>
          </p:nvPr>
        </p:nvSpPr>
        <p:spPr>
          <a:xfrm>
            <a:off x="4394569" y="3512609"/>
            <a:ext cx="7333488" cy="182880"/>
          </a:xfrm>
        </p:spPr>
        <p:txBody>
          <a:bodyPr/>
          <a:lstStyle>
            <a:lvl1pPr marL="0" indent="0">
              <a:lnSpc>
                <a:spcPts val="1600"/>
              </a:lnSpc>
              <a:buNone/>
              <a:defRPr sz="1600" b="0" i="0">
                <a:solidFill>
                  <a:schemeClr val="accent5"/>
                </a:solidFill>
                <a:latin typeface="Franklin Gothic Medium" panose="020B0603020102020204" pitchFamily="34" charset="0"/>
              </a:defRPr>
            </a:lvl1pPr>
            <a:lvl2pPr marL="239712" indent="0">
              <a:buNone/>
              <a:defRPr sz="1200"/>
            </a:lvl2pPr>
          </a:lstStyle>
          <a:p>
            <a:pPr lvl="0"/>
            <a:r>
              <a:rPr lang="en-US"/>
              <a:t>Title Here</a:t>
            </a:r>
          </a:p>
        </p:txBody>
      </p:sp>
      <p:sp>
        <p:nvSpPr>
          <p:cNvPr id="86" name="Text Placeholder 47">
            <a:extLst>
              <a:ext uri="{FF2B5EF4-FFF2-40B4-BE49-F238E27FC236}">
                <a16:creationId xmlns:a16="http://schemas.microsoft.com/office/drawing/2014/main" id="{A8BD44EB-4746-14D0-03DB-B7FB64BE3F29}"/>
              </a:ext>
            </a:extLst>
          </p:cNvPr>
          <p:cNvSpPr>
            <a:spLocks noGrp="1"/>
          </p:cNvSpPr>
          <p:nvPr>
            <p:ph type="body" sz="quarter" idx="30" hasCustomPrompt="1"/>
          </p:nvPr>
        </p:nvSpPr>
        <p:spPr>
          <a:xfrm>
            <a:off x="5780880" y="2749919"/>
            <a:ext cx="5959564" cy="36576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87" name="Text Placeholder 47">
            <a:extLst>
              <a:ext uri="{FF2B5EF4-FFF2-40B4-BE49-F238E27FC236}">
                <a16:creationId xmlns:a16="http://schemas.microsoft.com/office/drawing/2014/main" id="{A46F8B32-2734-A492-7730-1BFAD6C1A939}"/>
              </a:ext>
            </a:extLst>
          </p:cNvPr>
          <p:cNvSpPr>
            <a:spLocks noGrp="1"/>
          </p:cNvSpPr>
          <p:nvPr>
            <p:ph type="body" sz="quarter" idx="31" hasCustomPrompt="1"/>
          </p:nvPr>
        </p:nvSpPr>
        <p:spPr>
          <a:xfrm>
            <a:off x="5780879" y="2507897"/>
            <a:ext cx="5970853" cy="201436"/>
          </a:xfrm>
        </p:spPr>
        <p:txBody>
          <a:bodyPr/>
          <a:lstStyle>
            <a:lvl1pPr marL="0" indent="0">
              <a:lnSpc>
                <a:spcPts val="1600"/>
              </a:lnSpc>
              <a:buNone/>
              <a:defRPr sz="1600" b="0" i="0">
                <a:solidFill>
                  <a:schemeClr val="accent5"/>
                </a:solidFill>
                <a:latin typeface="Franklin Gothic Medium" panose="020B0603020102020204" pitchFamily="34" charset="0"/>
              </a:defRPr>
            </a:lvl1pPr>
            <a:lvl2pPr marL="239712" indent="0">
              <a:buNone/>
              <a:defRPr sz="1200"/>
            </a:lvl2pPr>
          </a:lstStyle>
          <a:p>
            <a:pPr lvl="0"/>
            <a:r>
              <a:rPr lang="en-US"/>
              <a:t>Title Here</a:t>
            </a:r>
          </a:p>
        </p:txBody>
      </p:sp>
      <p:sp>
        <p:nvSpPr>
          <p:cNvPr id="89" name="Text Placeholder 47">
            <a:extLst>
              <a:ext uri="{FF2B5EF4-FFF2-40B4-BE49-F238E27FC236}">
                <a16:creationId xmlns:a16="http://schemas.microsoft.com/office/drawing/2014/main" id="{C2A6A512-7A61-D1B1-EFEF-EF532A9B7B65}"/>
              </a:ext>
            </a:extLst>
          </p:cNvPr>
          <p:cNvSpPr>
            <a:spLocks noGrp="1"/>
          </p:cNvSpPr>
          <p:nvPr>
            <p:ph type="body" sz="quarter" idx="32" hasCustomPrompt="1"/>
          </p:nvPr>
        </p:nvSpPr>
        <p:spPr>
          <a:xfrm>
            <a:off x="7167191" y="1722631"/>
            <a:ext cx="4629698" cy="36576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90" name="Text Placeholder 47">
            <a:extLst>
              <a:ext uri="{FF2B5EF4-FFF2-40B4-BE49-F238E27FC236}">
                <a16:creationId xmlns:a16="http://schemas.microsoft.com/office/drawing/2014/main" id="{C982340C-E7AA-21AE-9202-6AA0148335D9}"/>
              </a:ext>
            </a:extLst>
          </p:cNvPr>
          <p:cNvSpPr>
            <a:spLocks noGrp="1"/>
          </p:cNvSpPr>
          <p:nvPr>
            <p:ph type="body" sz="quarter" idx="33" hasCustomPrompt="1"/>
          </p:nvPr>
        </p:nvSpPr>
        <p:spPr>
          <a:xfrm>
            <a:off x="7167191" y="1480609"/>
            <a:ext cx="4622351" cy="182880"/>
          </a:xfrm>
        </p:spPr>
        <p:txBody>
          <a:bodyPr/>
          <a:lstStyle>
            <a:lvl1pPr marL="0" indent="0">
              <a:lnSpc>
                <a:spcPts val="1600"/>
              </a:lnSpc>
              <a:buNone/>
              <a:defRPr sz="1600" b="0" i="0">
                <a:solidFill>
                  <a:schemeClr val="accent5"/>
                </a:solidFill>
                <a:latin typeface="Franklin Gothic Medium" panose="020B0603020102020204" pitchFamily="34" charset="0"/>
              </a:defRPr>
            </a:lvl1pPr>
            <a:lvl2pPr marL="239712" indent="0">
              <a:buNone/>
              <a:defRPr sz="1200"/>
            </a:lvl2pPr>
          </a:lstStyle>
          <a:p>
            <a:pPr lvl="0"/>
            <a:r>
              <a:rPr lang="en-US"/>
              <a:t>Title Here</a:t>
            </a:r>
          </a:p>
        </p:txBody>
      </p:sp>
      <p:cxnSp>
        <p:nvCxnSpPr>
          <p:cNvPr id="41" name="Straight Connector 40">
            <a:extLst>
              <a:ext uri="{FF2B5EF4-FFF2-40B4-BE49-F238E27FC236}">
                <a16:creationId xmlns:a16="http://schemas.microsoft.com/office/drawing/2014/main" id="{F61C5F15-8030-5EAA-BE60-148BD594586C}"/>
              </a:ext>
            </a:extLst>
          </p:cNvPr>
          <p:cNvCxnSpPr>
            <a:cxnSpLocks/>
          </p:cNvCxnSpPr>
          <p:nvPr userDrawn="1"/>
        </p:nvCxnSpPr>
        <p:spPr>
          <a:xfrm>
            <a:off x="1049867" y="5396092"/>
            <a:ext cx="10715288"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DEFF11D-A20A-A582-A472-2F68FA33E9B3}"/>
              </a:ext>
            </a:extLst>
          </p:cNvPr>
          <p:cNvCxnSpPr>
            <a:cxnSpLocks/>
          </p:cNvCxnSpPr>
          <p:nvPr userDrawn="1"/>
        </p:nvCxnSpPr>
        <p:spPr>
          <a:xfrm>
            <a:off x="2449689" y="4385738"/>
            <a:ext cx="9315466"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42F6B07A-AA26-2FEE-8AC1-CBF89E195CB2}"/>
              </a:ext>
            </a:extLst>
          </p:cNvPr>
          <p:cNvCxnSpPr>
            <a:cxnSpLocks/>
          </p:cNvCxnSpPr>
          <p:nvPr userDrawn="1"/>
        </p:nvCxnSpPr>
        <p:spPr>
          <a:xfrm>
            <a:off x="3804356" y="3386673"/>
            <a:ext cx="7960799"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3AC1A8FB-7CF7-B6FB-964B-159C142C907A}"/>
              </a:ext>
            </a:extLst>
          </p:cNvPr>
          <p:cNvCxnSpPr>
            <a:cxnSpLocks/>
          </p:cNvCxnSpPr>
          <p:nvPr userDrawn="1"/>
        </p:nvCxnSpPr>
        <p:spPr>
          <a:xfrm>
            <a:off x="5238044" y="2376319"/>
            <a:ext cx="6527111"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F7954AD-0483-8853-D09F-68809CC42EA8}"/>
              </a:ext>
            </a:extLst>
          </p:cNvPr>
          <p:cNvCxnSpPr>
            <a:cxnSpLocks/>
          </p:cNvCxnSpPr>
          <p:nvPr userDrawn="1"/>
        </p:nvCxnSpPr>
        <p:spPr>
          <a:xfrm>
            <a:off x="6004435" y="1354676"/>
            <a:ext cx="5760720"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sp>
        <p:nvSpPr>
          <p:cNvPr id="56" name="Rounded Rectangle 55">
            <a:extLst>
              <a:ext uri="{FF2B5EF4-FFF2-40B4-BE49-F238E27FC236}">
                <a16:creationId xmlns:a16="http://schemas.microsoft.com/office/drawing/2014/main" id="{40B86BF7-21DA-A00C-8DFE-20E092EEF8DE}"/>
              </a:ext>
            </a:extLst>
          </p:cNvPr>
          <p:cNvSpPr/>
          <p:nvPr userDrawn="1"/>
        </p:nvSpPr>
        <p:spPr>
          <a:xfrm>
            <a:off x="425969" y="4911106"/>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Rounded Rectangle 57">
            <a:extLst>
              <a:ext uri="{FF2B5EF4-FFF2-40B4-BE49-F238E27FC236}">
                <a16:creationId xmlns:a16="http://schemas.microsoft.com/office/drawing/2014/main" id="{1F94612E-7815-9CE1-69AB-E8197FAD8D89}"/>
              </a:ext>
            </a:extLst>
          </p:cNvPr>
          <p:cNvSpPr/>
          <p:nvPr userDrawn="1"/>
        </p:nvSpPr>
        <p:spPr>
          <a:xfrm>
            <a:off x="1828800" y="3905958"/>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Rounded Rectangle 58">
            <a:extLst>
              <a:ext uri="{FF2B5EF4-FFF2-40B4-BE49-F238E27FC236}">
                <a16:creationId xmlns:a16="http://schemas.microsoft.com/office/drawing/2014/main" id="{5BA14176-81DA-CF7F-EE3A-0FD20879789B}"/>
              </a:ext>
            </a:extLst>
          </p:cNvPr>
          <p:cNvSpPr/>
          <p:nvPr userDrawn="1"/>
        </p:nvSpPr>
        <p:spPr>
          <a:xfrm>
            <a:off x="3200400" y="2904070"/>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Rounded Rectangle 59">
            <a:extLst>
              <a:ext uri="{FF2B5EF4-FFF2-40B4-BE49-F238E27FC236}">
                <a16:creationId xmlns:a16="http://schemas.microsoft.com/office/drawing/2014/main" id="{9FB7E5B1-F674-9126-BC14-E0E71CABAD4F}"/>
              </a:ext>
            </a:extLst>
          </p:cNvPr>
          <p:cNvSpPr/>
          <p:nvPr userDrawn="1"/>
        </p:nvSpPr>
        <p:spPr>
          <a:xfrm>
            <a:off x="4648200" y="1902180"/>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Rounded Rectangle 60">
            <a:extLst>
              <a:ext uri="{FF2B5EF4-FFF2-40B4-BE49-F238E27FC236}">
                <a16:creationId xmlns:a16="http://schemas.microsoft.com/office/drawing/2014/main" id="{F33B4E51-650F-6FEE-E66D-0034CC43E1F8}"/>
              </a:ext>
            </a:extLst>
          </p:cNvPr>
          <p:cNvSpPr/>
          <p:nvPr userDrawn="1"/>
        </p:nvSpPr>
        <p:spPr>
          <a:xfrm>
            <a:off x="5943600" y="869247"/>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6" name="Straight Connector 35">
            <a:extLst>
              <a:ext uri="{FF2B5EF4-FFF2-40B4-BE49-F238E27FC236}">
                <a16:creationId xmlns:a16="http://schemas.microsoft.com/office/drawing/2014/main" id="{28A85FF6-6165-BB42-C81F-54B549E463AB}"/>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8" name="Rounded Rectangle 37">
            <a:extLst>
              <a:ext uri="{FF2B5EF4-FFF2-40B4-BE49-F238E27FC236}">
                <a16:creationId xmlns:a16="http://schemas.microsoft.com/office/drawing/2014/main" id="{5EE108E3-9322-00E3-E53B-C9BD9F64CDCF}"/>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9" name="Graphic 62">
            <a:extLst>
              <a:ext uri="{FF2B5EF4-FFF2-40B4-BE49-F238E27FC236}">
                <a16:creationId xmlns:a16="http://schemas.microsoft.com/office/drawing/2014/main" id="{A3121F31-6E06-6153-62BE-A33B2140D76E}"/>
              </a:ext>
            </a:extLst>
          </p:cNvPr>
          <p:cNvGrpSpPr/>
          <p:nvPr userDrawn="1"/>
        </p:nvGrpSpPr>
        <p:grpSpPr>
          <a:xfrm>
            <a:off x="11389259" y="459884"/>
            <a:ext cx="352694" cy="349203"/>
            <a:chOff x="10767269" y="208371"/>
            <a:chExt cx="182844" cy="181034"/>
          </a:xfrm>
        </p:grpSpPr>
        <p:sp>
          <p:nvSpPr>
            <p:cNvPr id="46" name="Freeform 45">
              <a:extLst>
                <a:ext uri="{FF2B5EF4-FFF2-40B4-BE49-F238E27FC236}">
                  <a16:creationId xmlns:a16="http://schemas.microsoft.com/office/drawing/2014/main" id="{FCF87850-B53C-F217-5533-C06EA486DA10}"/>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7" name="Freeform 46">
              <a:extLst>
                <a:ext uri="{FF2B5EF4-FFF2-40B4-BE49-F238E27FC236}">
                  <a16:creationId xmlns:a16="http://schemas.microsoft.com/office/drawing/2014/main" id="{2833A422-385A-532B-31F7-D1DB9B28EBEE}"/>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51" name="Freeform 50">
              <a:extLst>
                <a:ext uri="{FF2B5EF4-FFF2-40B4-BE49-F238E27FC236}">
                  <a16:creationId xmlns:a16="http://schemas.microsoft.com/office/drawing/2014/main" id="{66E8EEC2-7369-D14B-C18A-BE4098601263}"/>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52" name="Freeform 51">
              <a:extLst>
                <a:ext uri="{FF2B5EF4-FFF2-40B4-BE49-F238E27FC236}">
                  <a16:creationId xmlns:a16="http://schemas.microsoft.com/office/drawing/2014/main" id="{57B5A773-F39F-A419-F925-453D319E60A4}"/>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62" name="Freeform 61">
              <a:extLst>
                <a:ext uri="{FF2B5EF4-FFF2-40B4-BE49-F238E27FC236}">
                  <a16:creationId xmlns:a16="http://schemas.microsoft.com/office/drawing/2014/main" id="{B567FF41-24F8-48BE-A57E-15CB948FFCCD}"/>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50" name="Slide Number Placeholder 5">
            <a:extLst>
              <a:ext uri="{FF2B5EF4-FFF2-40B4-BE49-F238E27FC236}">
                <a16:creationId xmlns:a16="http://schemas.microsoft.com/office/drawing/2014/main" id="{5725C0FF-965B-807C-B5A8-099402C0EF2C}"/>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20670462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Subtitle_White">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FC9932B5-3C00-02B2-7400-890A0D4A3D40}"/>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D42DEBBC-106B-AD4C-B838-42D7F7EB23BC}"/>
              </a:ext>
            </a:extLst>
          </p:cNvPr>
          <p:cNvSpPr>
            <a:spLocks noGrp="1"/>
          </p:cNvSpPr>
          <p:nvPr>
            <p:ph type="title" hasCustomPrompt="1"/>
          </p:nvPr>
        </p:nvSpPr>
        <p:spPr>
          <a:xfrm>
            <a:off x="450047" y="447392"/>
            <a:ext cx="5504688" cy="694944"/>
          </a:xfrm>
        </p:spPr>
        <p:txBody>
          <a:bodyPr/>
          <a:lstStyle/>
          <a:p>
            <a:r>
              <a:rPr lang="en-US"/>
              <a:t>Click To Edit Master Title Style</a:t>
            </a:r>
            <a:endParaRPr lang="en-GB"/>
          </a:p>
        </p:txBody>
      </p:sp>
      <p:sp>
        <p:nvSpPr>
          <p:cNvPr id="15" name="Subtitle 2">
            <a:extLst>
              <a:ext uri="{FF2B5EF4-FFF2-40B4-BE49-F238E27FC236}">
                <a16:creationId xmlns:a16="http://schemas.microsoft.com/office/drawing/2014/main" id="{789C878C-1518-8883-F48E-04532A69AF99}"/>
              </a:ext>
            </a:extLst>
          </p:cNvPr>
          <p:cNvSpPr>
            <a:spLocks noGrp="1"/>
          </p:cNvSpPr>
          <p:nvPr>
            <p:ph type="subTitle" idx="1" hasCustomPrompt="1"/>
          </p:nvPr>
        </p:nvSpPr>
        <p:spPr>
          <a:xfrm>
            <a:off x="454025" y="1155700"/>
            <a:ext cx="550468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cxnSp>
        <p:nvCxnSpPr>
          <p:cNvPr id="13" name="Straight Connector 12">
            <a:extLst>
              <a:ext uri="{FF2B5EF4-FFF2-40B4-BE49-F238E27FC236}">
                <a16:creationId xmlns:a16="http://schemas.microsoft.com/office/drawing/2014/main" id="{33289A75-BBAF-6E4A-44BA-1DD8ED4C6ACA}"/>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14" name="Rounded Rectangle 13">
            <a:extLst>
              <a:ext uri="{FF2B5EF4-FFF2-40B4-BE49-F238E27FC236}">
                <a16:creationId xmlns:a16="http://schemas.microsoft.com/office/drawing/2014/main" id="{01011BFD-AF33-FED0-984E-E5EEE89FADE6}"/>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Slide Number Placeholder 5">
            <a:extLst>
              <a:ext uri="{FF2B5EF4-FFF2-40B4-BE49-F238E27FC236}">
                <a16:creationId xmlns:a16="http://schemas.microsoft.com/office/drawing/2014/main" id="{FFFB7602-A045-137F-9CA3-5D7408EAEAC9}"/>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57897758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_Content_White">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8699"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026D8BD6-9828-7A47-883D-E86FAC90F0F6}"/>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EF8D6C47-4F24-294F-AD4E-49AE68CE9D0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5ED918B2-DF70-E64E-BC9E-7B9A74283A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E0EC8DBC-201D-B44A-8F91-EFA72C61D247}"/>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FFB5CA89-8729-3D4A-B8E9-12B9E4D915E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39915B2B-2D62-0A48-B633-5C7346FB029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9" name="Subtitle 2">
            <a:extLst>
              <a:ext uri="{FF2B5EF4-FFF2-40B4-BE49-F238E27FC236}">
                <a16:creationId xmlns:a16="http://schemas.microsoft.com/office/drawing/2014/main" id="{BDB3D6A1-5F7E-6C84-BBC1-9194E3389BC9}"/>
              </a:ext>
            </a:extLst>
          </p:cNvPr>
          <p:cNvSpPr>
            <a:spLocks noGrp="1"/>
          </p:cNvSpPr>
          <p:nvPr>
            <p:ph type="subTitle" idx="1" hasCustomPrompt="1"/>
          </p:nvPr>
        </p:nvSpPr>
        <p:spPr>
          <a:xfrm>
            <a:off x="454025" y="1155700"/>
            <a:ext cx="646480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32" name="Content Placeholder 2">
            <a:extLst>
              <a:ext uri="{FF2B5EF4-FFF2-40B4-BE49-F238E27FC236}">
                <a16:creationId xmlns:a16="http://schemas.microsoft.com/office/drawing/2014/main" id="{58ECA327-9F43-8183-B20F-1EB0D55D23CA}"/>
              </a:ext>
            </a:extLst>
          </p:cNvPr>
          <p:cNvSpPr>
            <a:spLocks noGrp="1"/>
          </p:cNvSpPr>
          <p:nvPr>
            <p:ph sz="quarter" idx="15"/>
          </p:nvPr>
        </p:nvSpPr>
        <p:spPr>
          <a:xfrm>
            <a:off x="454025" y="2011680"/>
            <a:ext cx="646480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309BF6F9-E114-6C42-23BD-D7F4A6598B22}"/>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F29D045D-42D1-7753-B600-2A9E8AA8BA80}"/>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Slide Number Placeholder 5">
            <a:extLst>
              <a:ext uri="{FF2B5EF4-FFF2-40B4-BE49-F238E27FC236}">
                <a16:creationId xmlns:a16="http://schemas.microsoft.com/office/drawing/2014/main" id="{ED87E951-EA79-CBCB-C78C-12AA83A579C4}"/>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2543798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_Title+Subtitle_Whit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2DEBBC-106B-AD4C-B838-42D7F7EB23BC}"/>
              </a:ext>
            </a:extLst>
          </p:cNvPr>
          <p:cNvSpPr>
            <a:spLocks noGrp="1"/>
          </p:cNvSpPr>
          <p:nvPr>
            <p:ph type="title" hasCustomPrompt="1"/>
          </p:nvPr>
        </p:nvSpPr>
        <p:spPr>
          <a:xfrm>
            <a:off x="450047" y="447392"/>
            <a:ext cx="5504688" cy="694944"/>
          </a:xfrm>
        </p:spPr>
        <p:txBody>
          <a:bodyPr/>
          <a:lstStyle/>
          <a:p>
            <a:r>
              <a:rPr lang="en-US"/>
              <a:t>Click To Edit Master Title Style</a:t>
            </a:r>
            <a:endParaRPr lang="en-GB"/>
          </a:p>
        </p:txBody>
      </p:sp>
      <p:sp>
        <p:nvSpPr>
          <p:cNvPr id="15" name="Subtitle 2">
            <a:extLst>
              <a:ext uri="{FF2B5EF4-FFF2-40B4-BE49-F238E27FC236}">
                <a16:creationId xmlns:a16="http://schemas.microsoft.com/office/drawing/2014/main" id="{789C878C-1518-8883-F48E-04532A69AF99}"/>
              </a:ext>
            </a:extLst>
          </p:cNvPr>
          <p:cNvSpPr>
            <a:spLocks noGrp="1"/>
          </p:cNvSpPr>
          <p:nvPr>
            <p:ph type="subTitle" idx="1" hasCustomPrompt="1"/>
          </p:nvPr>
        </p:nvSpPr>
        <p:spPr>
          <a:xfrm>
            <a:off x="454025" y="1155700"/>
            <a:ext cx="550468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cxnSp>
        <p:nvCxnSpPr>
          <p:cNvPr id="13" name="Straight Connector 12">
            <a:extLst>
              <a:ext uri="{FF2B5EF4-FFF2-40B4-BE49-F238E27FC236}">
                <a16:creationId xmlns:a16="http://schemas.microsoft.com/office/drawing/2014/main" id="{33289A75-BBAF-6E4A-44BA-1DD8ED4C6ACA}"/>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14" name="Rounded Rectangle 13">
            <a:extLst>
              <a:ext uri="{FF2B5EF4-FFF2-40B4-BE49-F238E27FC236}">
                <a16:creationId xmlns:a16="http://schemas.microsoft.com/office/drawing/2014/main" id="{01011BFD-AF33-FED0-984E-E5EEE89FADE6}"/>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3" name="Graphic 62">
            <a:extLst>
              <a:ext uri="{FF2B5EF4-FFF2-40B4-BE49-F238E27FC236}">
                <a16:creationId xmlns:a16="http://schemas.microsoft.com/office/drawing/2014/main" id="{B27CE7BE-3A2C-245D-D1B5-CF64360AA86C}"/>
              </a:ext>
            </a:extLst>
          </p:cNvPr>
          <p:cNvGrpSpPr/>
          <p:nvPr userDrawn="1"/>
        </p:nvGrpSpPr>
        <p:grpSpPr>
          <a:xfrm>
            <a:off x="11389259" y="459884"/>
            <a:ext cx="352694" cy="349203"/>
            <a:chOff x="10767269" y="208371"/>
            <a:chExt cx="182844" cy="181034"/>
          </a:xfrm>
        </p:grpSpPr>
        <p:sp>
          <p:nvSpPr>
            <p:cNvPr id="24" name="Freeform 23">
              <a:extLst>
                <a:ext uri="{FF2B5EF4-FFF2-40B4-BE49-F238E27FC236}">
                  <a16:creationId xmlns:a16="http://schemas.microsoft.com/office/drawing/2014/main" id="{32366F23-734C-6B4C-85AC-8C6305DBB1BE}"/>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5" name="Freeform 24">
              <a:extLst>
                <a:ext uri="{FF2B5EF4-FFF2-40B4-BE49-F238E27FC236}">
                  <a16:creationId xmlns:a16="http://schemas.microsoft.com/office/drawing/2014/main" id="{F4E9BFA3-41B4-2CB4-8ADB-460C1B0708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9E047BF-1772-D2D9-D504-BF14C9C0E269}"/>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E41E6199-BFE4-DDD6-546A-19F6D98E52D8}"/>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8" name="Freeform 27">
              <a:extLst>
                <a:ext uri="{FF2B5EF4-FFF2-40B4-BE49-F238E27FC236}">
                  <a16:creationId xmlns:a16="http://schemas.microsoft.com/office/drawing/2014/main" id="{11D140D0-C708-B6BB-ADD0-E5349FBD5EED}"/>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18" name="Slide Number Placeholder 5">
            <a:extLst>
              <a:ext uri="{FF2B5EF4-FFF2-40B4-BE49-F238E27FC236}">
                <a16:creationId xmlns:a16="http://schemas.microsoft.com/office/drawing/2014/main" id="{FFFB7602-A045-137F-9CA3-5D7408EAEAC9}"/>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4260140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3_Title+Subtitle_Grey">
    <p:bg>
      <p:bgPr>
        <a:solidFill>
          <a:schemeClr val="bg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2DEBBC-106B-AD4C-B838-42D7F7EB23BC}"/>
              </a:ext>
            </a:extLst>
          </p:cNvPr>
          <p:cNvSpPr>
            <a:spLocks noGrp="1"/>
          </p:cNvSpPr>
          <p:nvPr>
            <p:ph type="title" hasCustomPrompt="1"/>
          </p:nvPr>
        </p:nvSpPr>
        <p:spPr>
          <a:xfrm>
            <a:off x="450047" y="447392"/>
            <a:ext cx="5504688" cy="694944"/>
          </a:xfrm>
        </p:spPr>
        <p:txBody>
          <a:bodyPr/>
          <a:lstStyle/>
          <a:p>
            <a:r>
              <a:rPr lang="en-US"/>
              <a:t>Click To Edit Master Title Style</a:t>
            </a:r>
            <a:endParaRPr lang="en-GB"/>
          </a:p>
        </p:txBody>
      </p:sp>
      <p:sp>
        <p:nvSpPr>
          <p:cNvPr id="15" name="Subtitle 2">
            <a:extLst>
              <a:ext uri="{FF2B5EF4-FFF2-40B4-BE49-F238E27FC236}">
                <a16:creationId xmlns:a16="http://schemas.microsoft.com/office/drawing/2014/main" id="{789C878C-1518-8883-F48E-04532A69AF99}"/>
              </a:ext>
            </a:extLst>
          </p:cNvPr>
          <p:cNvSpPr>
            <a:spLocks noGrp="1"/>
          </p:cNvSpPr>
          <p:nvPr>
            <p:ph type="subTitle" idx="1" hasCustomPrompt="1"/>
          </p:nvPr>
        </p:nvSpPr>
        <p:spPr>
          <a:xfrm>
            <a:off x="454025" y="1155700"/>
            <a:ext cx="550468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cxnSp>
        <p:nvCxnSpPr>
          <p:cNvPr id="13" name="Straight Connector 12">
            <a:extLst>
              <a:ext uri="{FF2B5EF4-FFF2-40B4-BE49-F238E27FC236}">
                <a16:creationId xmlns:a16="http://schemas.microsoft.com/office/drawing/2014/main" id="{33289A75-BBAF-6E4A-44BA-1DD8ED4C6ACA}"/>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14" name="Rounded Rectangle 13">
            <a:extLst>
              <a:ext uri="{FF2B5EF4-FFF2-40B4-BE49-F238E27FC236}">
                <a16:creationId xmlns:a16="http://schemas.microsoft.com/office/drawing/2014/main" id="{01011BFD-AF33-FED0-984E-E5EEE89FADE6}"/>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3" name="Graphic 62">
            <a:extLst>
              <a:ext uri="{FF2B5EF4-FFF2-40B4-BE49-F238E27FC236}">
                <a16:creationId xmlns:a16="http://schemas.microsoft.com/office/drawing/2014/main" id="{B27CE7BE-3A2C-245D-D1B5-CF64360AA86C}"/>
              </a:ext>
            </a:extLst>
          </p:cNvPr>
          <p:cNvGrpSpPr/>
          <p:nvPr userDrawn="1"/>
        </p:nvGrpSpPr>
        <p:grpSpPr>
          <a:xfrm>
            <a:off x="11389259" y="459884"/>
            <a:ext cx="352694" cy="349203"/>
            <a:chOff x="10767269" y="208371"/>
            <a:chExt cx="182844" cy="181034"/>
          </a:xfrm>
        </p:grpSpPr>
        <p:sp>
          <p:nvSpPr>
            <p:cNvPr id="24" name="Freeform 23">
              <a:extLst>
                <a:ext uri="{FF2B5EF4-FFF2-40B4-BE49-F238E27FC236}">
                  <a16:creationId xmlns:a16="http://schemas.microsoft.com/office/drawing/2014/main" id="{32366F23-734C-6B4C-85AC-8C6305DBB1BE}"/>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5" name="Freeform 24">
              <a:extLst>
                <a:ext uri="{FF2B5EF4-FFF2-40B4-BE49-F238E27FC236}">
                  <a16:creationId xmlns:a16="http://schemas.microsoft.com/office/drawing/2014/main" id="{F4E9BFA3-41B4-2CB4-8ADB-460C1B0708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9E047BF-1772-D2D9-D504-BF14C9C0E269}"/>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E41E6199-BFE4-DDD6-546A-19F6D98E52D8}"/>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8" name="Freeform 27">
              <a:extLst>
                <a:ext uri="{FF2B5EF4-FFF2-40B4-BE49-F238E27FC236}">
                  <a16:creationId xmlns:a16="http://schemas.microsoft.com/office/drawing/2014/main" id="{11D140D0-C708-B6BB-ADD0-E5349FBD5EED}"/>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18" name="Slide Number Placeholder 5">
            <a:extLst>
              <a:ext uri="{FF2B5EF4-FFF2-40B4-BE49-F238E27FC236}">
                <a16:creationId xmlns:a16="http://schemas.microsoft.com/office/drawing/2014/main" id="{FFFB7602-A045-137F-9CA3-5D7408EAEAC9}"/>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10631006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Bullets + Photo_Orange Panel">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68798C3-AB86-E64F-84CC-2A7184E366CF}"/>
              </a:ext>
            </a:extLst>
          </p:cNvPr>
          <p:cNvSpPr/>
          <p:nvPr userDrawn="1"/>
        </p:nvSpPr>
        <p:spPr>
          <a:xfrm>
            <a:off x="8153990" y="0"/>
            <a:ext cx="4035425"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6" name="Graphic 25">
            <a:extLst>
              <a:ext uri="{FF2B5EF4-FFF2-40B4-BE49-F238E27FC236}">
                <a16:creationId xmlns:a16="http://schemas.microsoft.com/office/drawing/2014/main" id="{4671CA12-7321-87F4-0E01-C140229C3E87}"/>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58646" t="6589" r="4077" b="6589"/>
          <a:stretch/>
        </p:blipFill>
        <p:spPr>
          <a:xfrm>
            <a:off x="8139289" y="0"/>
            <a:ext cx="4073019" cy="6858000"/>
          </a:xfrm>
          <a:prstGeom prst="rect">
            <a:avLst/>
          </a:prstGeom>
        </p:spPr>
      </p:pic>
      <p:grpSp>
        <p:nvGrpSpPr>
          <p:cNvPr id="20" name="Graphic 62">
            <a:extLst>
              <a:ext uri="{FF2B5EF4-FFF2-40B4-BE49-F238E27FC236}">
                <a16:creationId xmlns:a16="http://schemas.microsoft.com/office/drawing/2014/main" id="{9A6BF85A-974F-7D07-07B4-A7D320A37DE8}"/>
              </a:ext>
            </a:extLst>
          </p:cNvPr>
          <p:cNvGrpSpPr/>
          <p:nvPr userDrawn="1"/>
        </p:nvGrpSpPr>
        <p:grpSpPr>
          <a:xfrm>
            <a:off x="11389259" y="459884"/>
            <a:ext cx="352694" cy="349203"/>
            <a:chOff x="10767269" y="208371"/>
            <a:chExt cx="182844" cy="181034"/>
          </a:xfrm>
          <a:solidFill>
            <a:schemeClr val="bg1"/>
          </a:solidFill>
        </p:grpSpPr>
        <p:sp>
          <p:nvSpPr>
            <p:cNvPr id="23" name="Freeform 22">
              <a:extLst>
                <a:ext uri="{FF2B5EF4-FFF2-40B4-BE49-F238E27FC236}">
                  <a16:creationId xmlns:a16="http://schemas.microsoft.com/office/drawing/2014/main" id="{BB2E52F2-5174-3DDE-AA60-E72BEA22043F}"/>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grpFill/>
            <a:ln w="1795"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C928149E-7E2B-69CB-9224-AA12216CFDA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grpFill/>
            <a:ln w="1795" cap="flat">
              <a:noFill/>
              <a:prstDash val="solid"/>
              <a:miter/>
            </a:ln>
          </p:spPr>
          <p:txBody>
            <a:bodyPr rtlCol="0" anchor="ctr"/>
            <a:lstStyle/>
            <a:p>
              <a:endParaRPr lang="en-GB"/>
            </a:p>
          </p:txBody>
        </p:sp>
        <p:sp>
          <p:nvSpPr>
            <p:cNvPr id="25" name="Freeform 24">
              <a:extLst>
                <a:ext uri="{FF2B5EF4-FFF2-40B4-BE49-F238E27FC236}">
                  <a16:creationId xmlns:a16="http://schemas.microsoft.com/office/drawing/2014/main" id="{62323336-B0B4-E0C7-0719-102F6932A0D5}"/>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grpFill/>
            <a:ln w="1795" cap="flat">
              <a:noFill/>
              <a:prstDash val="solid"/>
              <a:miter/>
            </a:ln>
          </p:spPr>
          <p:txBody>
            <a:bodyPr rtlCol="0" anchor="ctr"/>
            <a:lstStyle/>
            <a:p>
              <a:endParaRPr lang="en-GB"/>
            </a:p>
          </p:txBody>
        </p:sp>
        <p:sp>
          <p:nvSpPr>
            <p:cNvPr id="32" name="Freeform 31">
              <a:extLst>
                <a:ext uri="{FF2B5EF4-FFF2-40B4-BE49-F238E27FC236}">
                  <a16:creationId xmlns:a16="http://schemas.microsoft.com/office/drawing/2014/main" id="{59320E58-7035-E740-2B91-4AB78003BC2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grpFill/>
            <a:ln w="1795" cap="flat">
              <a:noFill/>
              <a:prstDash val="solid"/>
              <a:miter/>
            </a:ln>
          </p:spPr>
          <p:txBody>
            <a:bodyPr rtlCol="0" anchor="ctr"/>
            <a:lstStyle/>
            <a:p>
              <a:endParaRPr lang="en-GB"/>
            </a:p>
          </p:txBody>
        </p:sp>
        <p:sp>
          <p:nvSpPr>
            <p:cNvPr id="33" name="Freeform 32">
              <a:extLst>
                <a:ext uri="{FF2B5EF4-FFF2-40B4-BE49-F238E27FC236}">
                  <a16:creationId xmlns:a16="http://schemas.microsoft.com/office/drawing/2014/main" id="{1360E0DD-2350-505F-1EC8-B2136740C363}"/>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grpFill/>
            <a:ln w="1795" cap="flat">
              <a:noFill/>
              <a:prstDash val="solid"/>
              <a:miter/>
            </a:ln>
          </p:spPr>
          <p:txBody>
            <a:bodyPr rtlCol="0" anchor="ctr"/>
            <a:lstStyle/>
            <a:p>
              <a:endParaRPr lang="en-GB"/>
            </a:p>
          </p:txBody>
        </p:sp>
      </p:grpSp>
      <p:sp>
        <p:nvSpPr>
          <p:cNvPr id="16" name="Text Placeholder 13">
            <a:extLst>
              <a:ext uri="{FF2B5EF4-FFF2-40B4-BE49-F238E27FC236}">
                <a16:creationId xmlns:a16="http://schemas.microsoft.com/office/drawing/2014/main" id="{DC64187B-A282-2044-9156-234E2F54228F}"/>
              </a:ext>
            </a:extLst>
          </p:cNvPr>
          <p:cNvSpPr>
            <a:spLocks noGrp="1"/>
          </p:cNvSpPr>
          <p:nvPr>
            <p:ph type="body" sz="quarter" idx="13"/>
          </p:nvPr>
        </p:nvSpPr>
        <p:spPr>
          <a:xfrm>
            <a:off x="454025" y="2011680"/>
            <a:ext cx="4543425" cy="3143250"/>
          </a:xfrm>
        </p:spPr>
        <p:txBody>
          <a:bodyPr rIns="0"/>
          <a:lstStyle>
            <a:lvl1pPr marL="285750" indent="-285750" algn="l">
              <a:lnSpc>
                <a:spcPct val="100000"/>
              </a:lnSpc>
              <a:spcAft>
                <a:spcPts val="500"/>
              </a:spcAft>
              <a:buFont typeface="Wingdings" pitchFamily="2" charset="2"/>
              <a:buChar char="§"/>
              <a:defRPr sz="16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endParaRPr lang="en-US"/>
          </a:p>
        </p:txBody>
      </p:sp>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6" y="447392"/>
            <a:ext cx="5505450" cy="695608"/>
          </a:xfrm>
        </p:spPr>
        <p:txBody>
          <a:bodyPr/>
          <a:lstStyle/>
          <a:p>
            <a:r>
              <a:rPr lang="en-US"/>
              <a:t>Click To Edit Master Title Style</a:t>
            </a:r>
            <a:endParaRPr lang="en-GB"/>
          </a:p>
        </p:txBody>
      </p:sp>
      <p:sp>
        <p:nvSpPr>
          <p:cNvPr id="49" name="Subtitle 2">
            <a:extLst>
              <a:ext uri="{FF2B5EF4-FFF2-40B4-BE49-F238E27FC236}">
                <a16:creationId xmlns:a16="http://schemas.microsoft.com/office/drawing/2014/main" id="{8226063C-9D21-E24E-8D6D-C2A9DEC924C9}"/>
              </a:ext>
            </a:extLst>
          </p:cNvPr>
          <p:cNvSpPr>
            <a:spLocks noGrp="1"/>
          </p:cNvSpPr>
          <p:nvPr>
            <p:ph type="subTitle" idx="1" hasCustomPrompt="1"/>
          </p:nvPr>
        </p:nvSpPr>
        <p:spPr>
          <a:xfrm>
            <a:off x="454025" y="1155700"/>
            <a:ext cx="4543426"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cxnSp>
        <p:nvCxnSpPr>
          <p:cNvPr id="17" name="Straight Connector 16">
            <a:extLst>
              <a:ext uri="{FF2B5EF4-FFF2-40B4-BE49-F238E27FC236}">
                <a16:creationId xmlns:a16="http://schemas.microsoft.com/office/drawing/2014/main" id="{E5F78E8C-F715-E56F-F6AF-5F7C00300956}"/>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19" name="Rounded Rectangle 18">
            <a:extLst>
              <a:ext uri="{FF2B5EF4-FFF2-40B4-BE49-F238E27FC236}">
                <a16:creationId xmlns:a16="http://schemas.microsoft.com/office/drawing/2014/main" id="{A077781D-60EC-7883-6F5A-587911DC8A21}"/>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Slide Number Placeholder 5">
            <a:extLst>
              <a:ext uri="{FF2B5EF4-FFF2-40B4-BE49-F238E27FC236}">
                <a16:creationId xmlns:a16="http://schemas.microsoft.com/office/drawing/2014/main" id="{EF2D5FDA-EC4A-7B70-D0B8-DB7E798DAED8}"/>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bg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326430421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_Title_Content_White">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8699"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026D8BD6-9828-7A47-883D-E86FAC90F0F6}"/>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EF8D6C47-4F24-294F-AD4E-49AE68CE9D0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5ED918B2-DF70-E64E-BC9E-7B9A74283A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E0EC8DBC-201D-B44A-8F91-EFA72C61D247}"/>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FFB5CA89-8729-3D4A-B8E9-12B9E4D915E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39915B2B-2D62-0A48-B633-5C7346FB029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9" name="Subtitle 2">
            <a:extLst>
              <a:ext uri="{FF2B5EF4-FFF2-40B4-BE49-F238E27FC236}">
                <a16:creationId xmlns:a16="http://schemas.microsoft.com/office/drawing/2014/main" id="{BDB3D6A1-5F7E-6C84-BBC1-9194E3389BC9}"/>
              </a:ext>
            </a:extLst>
          </p:cNvPr>
          <p:cNvSpPr>
            <a:spLocks noGrp="1"/>
          </p:cNvSpPr>
          <p:nvPr>
            <p:ph type="subTitle" idx="1" hasCustomPrompt="1"/>
          </p:nvPr>
        </p:nvSpPr>
        <p:spPr>
          <a:xfrm>
            <a:off x="454025" y="1155700"/>
            <a:ext cx="646480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32" name="Content Placeholder 2">
            <a:extLst>
              <a:ext uri="{FF2B5EF4-FFF2-40B4-BE49-F238E27FC236}">
                <a16:creationId xmlns:a16="http://schemas.microsoft.com/office/drawing/2014/main" id="{58ECA327-9F43-8183-B20F-1EB0D55D23CA}"/>
              </a:ext>
            </a:extLst>
          </p:cNvPr>
          <p:cNvSpPr>
            <a:spLocks noGrp="1"/>
          </p:cNvSpPr>
          <p:nvPr>
            <p:ph sz="quarter" idx="15"/>
          </p:nvPr>
        </p:nvSpPr>
        <p:spPr>
          <a:xfrm>
            <a:off x="454025" y="2011680"/>
            <a:ext cx="646480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309BF6F9-E114-6C42-23BD-D7F4A6598B22}"/>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F29D045D-42D1-7753-B600-2A9E8AA8BA80}"/>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1" name="Graphic 62">
            <a:extLst>
              <a:ext uri="{FF2B5EF4-FFF2-40B4-BE49-F238E27FC236}">
                <a16:creationId xmlns:a16="http://schemas.microsoft.com/office/drawing/2014/main" id="{94F594C2-C000-5574-C817-E0626BA4CACF}"/>
              </a:ext>
            </a:extLst>
          </p:cNvPr>
          <p:cNvGrpSpPr/>
          <p:nvPr userDrawn="1"/>
        </p:nvGrpSpPr>
        <p:grpSpPr>
          <a:xfrm>
            <a:off x="11389259" y="459884"/>
            <a:ext cx="352694" cy="349203"/>
            <a:chOff x="10767269" y="208371"/>
            <a:chExt cx="182844" cy="181034"/>
          </a:xfrm>
        </p:grpSpPr>
        <p:sp>
          <p:nvSpPr>
            <p:cNvPr id="22" name="Freeform 21">
              <a:extLst>
                <a:ext uri="{FF2B5EF4-FFF2-40B4-BE49-F238E27FC236}">
                  <a16:creationId xmlns:a16="http://schemas.microsoft.com/office/drawing/2014/main" id="{A58785F5-98C7-BAB9-3545-981669E73711}"/>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19D99A9F-5712-4E65-1A1D-5416686A16C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87BDAE2E-3864-096F-3805-928863884F80}"/>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5" name="Freeform 24">
              <a:extLst>
                <a:ext uri="{FF2B5EF4-FFF2-40B4-BE49-F238E27FC236}">
                  <a16:creationId xmlns:a16="http://schemas.microsoft.com/office/drawing/2014/main" id="{10CBCCD2-BCA5-385E-1754-6FEC600EB45B}"/>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48A0B4BB-A578-D013-193A-45AC80913485}"/>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3" name="Slide Number Placeholder 5">
            <a:extLst>
              <a:ext uri="{FF2B5EF4-FFF2-40B4-BE49-F238E27FC236}">
                <a16:creationId xmlns:a16="http://schemas.microsoft.com/office/drawing/2014/main" id="{ED87E951-EA79-CBCB-C78C-12AA83A579C4}"/>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300647304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2 Column Content_White">
    <p:bg>
      <p:bgPr>
        <a:solidFill>
          <a:schemeClr val="bg1"/>
        </a:solidFill>
        <a:effectLst/>
      </p:bgPr>
    </p:bg>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4808"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89" name="Subtitle 2">
            <a:extLst>
              <a:ext uri="{FF2B5EF4-FFF2-40B4-BE49-F238E27FC236}">
                <a16:creationId xmlns:a16="http://schemas.microsoft.com/office/drawing/2014/main" id="{B8051558-696D-93B1-48C5-5BB9B0DB577D}"/>
              </a:ext>
            </a:extLst>
          </p:cNvPr>
          <p:cNvSpPr>
            <a:spLocks noGrp="1"/>
          </p:cNvSpPr>
          <p:nvPr>
            <p:ph type="subTitle" idx="1" hasCustomPrompt="1"/>
          </p:nvPr>
        </p:nvSpPr>
        <p:spPr>
          <a:xfrm>
            <a:off x="454025" y="1155700"/>
            <a:ext cx="550468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9" name="Content Placeholder 2">
            <a:extLst>
              <a:ext uri="{FF2B5EF4-FFF2-40B4-BE49-F238E27FC236}">
                <a16:creationId xmlns:a16="http://schemas.microsoft.com/office/drawing/2014/main" id="{1BB6CE3F-1115-D1AD-2076-CE0B2E75D254}"/>
              </a:ext>
            </a:extLst>
          </p:cNvPr>
          <p:cNvSpPr>
            <a:spLocks noGrp="1"/>
          </p:cNvSpPr>
          <p:nvPr>
            <p:ph sz="quarter" idx="15"/>
          </p:nvPr>
        </p:nvSpPr>
        <p:spPr>
          <a:xfrm>
            <a:off x="454025" y="2011680"/>
            <a:ext cx="541324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31" name="Content Placeholder 2">
            <a:extLst>
              <a:ext uri="{FF2B5EF4-FFF2-40B4-BE49-F238E27FC236}">
                <a16:creationId xmlns:a16="http://schemas.microsoft.com/office/drawing/2014/main" id="{716CE1B6-2D90-FC71-F880-75C20FDD1441}"/>
              </a:ext>
            </a:extLst>
          </p:cNvPr>
          <p:cNvSpPr>
            <a:spLocks noGrp="1"/>
          </p:cNvSpPr>
          <p:nvPr>
            <p:ph sz="quarter" idx="16"/>
          </p:nvPr>
        </p:nvSpPr>
        <p:spPr>
          <a:xfrm>
            <a:off x="6323555" y="2011680"/>
            <a:ext cx="541324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F423E19E-9FF4-B589-F3D4-AE95C92F5CBB}"/>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93871CF7-0F4D-9A61-B520-82CC526C60C7}"/>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0" name="Graphic 62">
            <a:extLst>
              <a:ext uri="{FF2B5EF4-FFF2-40B4-BE49-F238E27FC236}">
                <a16:creationId xmlns:a16="http://schemas.microsoft.com/office/drawing/2014/main" id="{8D5F75B4-690C-B107-8CB8-B8A6978C2941}"/>
              </a:ext>
            </a:extLst>
          </p:cNvPr>
          <p:cNvGrpSpPr/>
          <p:nvPr userDrawn="1"/>
        </p:nvGrpSpPr>
        <p:grpSpPr>
          <a:xfrm>
            <a:off x="11389259" y="459884"/>
            <a:ext cx="352694" cy="349203"/>
            <a:chOff x="10767269" y="208371"/>
            <a:chExt cx="182844" cy="181034"/>
          </a:xfrm>
        </p:grpSpPr>
        <p:sp>
          <p:nvSpPr>
            <p:cNvPr id="33" name="Freeform 32">
              <a:extLst>
                <a:ext uri="{FF2B5EF4-FFF2-40B4-BE49-F238E27FC236}">
                  <a16:creationId xmlns:a16="http://schemas.microsoft.com/office/drawing/2014/main" id="{09B04A78-F7C2-F855-1C08-8F994D1CBC77}"/>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4" name="Freeform 33">
              <a:extLst>
                <a:ext uri="{FF2B5EF4-FFF2-40B4-BE49-F238E27FC236}">
                  <a16:creationId xmlns:a16="http://schemas.microsoft.com/office/drawing/2014/main" id="{552D3E4E-6BEA-51AB-A270-A20CBC4129F9}"/>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5ED13D76-138D-7AEC-505B-3A1E84392F9E}"/>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4F6A852A-9ABB-931C-E781-BB42AB0F8F4A}"/>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8" name="Freeform 37">
              <a:extLst>
                <a:ext uri="{FF2B5EF4-FFF2-40B4-BE49-F238E27FC236}">
                  <a16:creationId xmlns:a16="http://schemas.microsoft.com/office/drawing/2014/main" id="{23B2E47A-61A5-59FE-20CF-488DB49385AC}"/>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2" name="Slide Number Placeholder 5">
            <a:extLst>
              <a:ext uri="{FF2B5EF4-FFF2-40B4-BE49-F238E27FC236}">
                <a16:creationId xmlns:a16="http://schemas.microsoft.com/office/drawing/2014/main" id="{F43DEEE1-7950-A298-536F-44801A9661F2}"/>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62130678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2 Column Content_Grey">
    <p:bg>
      <p:bgRef idx="1001">
        <a:schemeClr val="bg1"/>
      </p:bgRef>
    </p:bg>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4808"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89" name="Subtitle 2">
            <a:extLst>
              <a:ext uri="{FF2B5EF4-FFF2-40B4-BE49-F238E27FC236}">
                <a16:creationId xmlns:a16="http://schemas.microsoft.com/office/drawing/2014/main" id="{B8051558-696D-93B1-48C5-5BB9B0DB577D}"/>
              </a:ext>
            </a:extLst>
          </p:cNvPr>
          <p:cNvSpPr>
            <a:spLocks noGrp="1"/>
          </p:cNvSpPr>
          <p:nvPr>
            <p:ph type="subTitle" idx="1" hasCustomPrompt="1"/>
          </p:nvPr>
        </p:nvSpPr>
        <p:spPr>
          <a:xfrm>
            <a:off x="454025" y="1155700"/>
            <a:ext cx="550468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9" name="Content Placeholder 2">
            <a:extLst>
              <a:ext uri="{FF2B5EF4-FFF2-40B4-BE49-F238E27FC236}">
                <a16:creationId xmlns:a16="http://schemas.microsoft.com/office/drawing/2014/main" id="{1BB6CE3F-1115-D1AD-2076-CE0B2E75D254}"/>
              </a:ext>
            </a:extLst>
          </p:cNvPr>
          <p:cNvSpPr>
            <a:spLocks noGrp="1"/>
          </p:cNvSpPr>
          <p:nvPr>
            <p:ph sz="quarter" idx="15"/>
          </p:nvPr>
        </p:nvSpPr>
        <p:spPr>
          <a:xfrm>
            <a:off x="454025" y="2011680"/>
            <a:ext cx="541324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31" name="Content Placeholder 2">
            <a:extLst>
              <a:ext uri="{FF2B5EF4-FFF2-40B4-BE49-F238E27FC236}">
                <a16:creationId xmlns:a16="http://schemas.microsoft.com/office/drawing/2014/main" id="{716CE1B6-2D90-FC71-F880-75C20FDD1441}"/>
              </a:ext>
            </a:extLst>
          </p:cNvPr>
          <p:cNvSpPr>
            <a:spLocks noGrp="1"/>
          </p:cNvSpPr>
          <p:nvPr>
            <p:ph sz="quarter" idx="16"/>
          </p:nvPr>
        </p:nvSpPr>
        <p:spPr>
          <a:xfrm>
            <a:off x="6323555" y="2011680"/>
            <a:ext cx="541324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D8ADF46A-390D-6732-A295-FA7E2084FAB5}"/>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CE4F6C72-03B6-AE6A-B868-DECDD3BA2914}"/>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0" name="Graphic 62">
            <a:extLst>
              <a:ext uri="{FF2B5EF4-FFF2-40B4-BE49-F238E27FC236}">
                <a16:creationId xmlns:a16="http://schemas.microsoft.com/office/drawing/2014/main" id="{76B9A445-4246-5194-C892-5FA71304B408}"/>
              </a:ext>
            </a:extLst>
          </p:cNvPr>
          <p:cNvGrpSpPr/>
          <p:nvPr userDrawn="1"/>
        </p:nvGrpSpPr>
        <p:grpSpPr>
          <a:xfrm>
            <a:off x="11389259" y="459884"/>
            <a:ext cx="352694" cy="349203"/>
            <a:chOff x="10767269" y="208371"/>
            <a:chExt cx="182844" cy="181034"/>
          </a:xfrm>
        </p:grpSpPr>
        <p:sp>
          <p:nvSpPr>
            <p:cNvPr id="33" name="Freeform 32">
              <a:extLst>
                <a:ext uri="{FF2B5EF4-FFF2-40B4-BE49-F238E27FC236}">
                  <a16:creationId xmlns:a16="http://schemas.microsoft.com/office/drawing/2014/main" id="{CEA34F39-007C-367C-AE7E-576ABB3D7E5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4" name="Freeform 33">
              <a:extLst>
                <a:ext uri="{FF2B5EF4-FFF2-40B4-BE49-F238E27FC236}">
                  <a16:creationId xmlns:a16="http://schemas.microsoft.com/office/drawing/2014/main" id="{EC28EC92-81B3-EAD1-4C9D-7723D496321B}"/>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8AE3DA68-A588-3F9E-6D82-1ABA60BB8EBE}"/>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FDE1076D-0CFC-4DC2-CC07-E9D4C94D593A}"/>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8" name="Freeform 37">
              <a:extLst>
                <a:ext uri="{FF2B5EF4-FFF2-40B4-BE49-F238E27FC236}">
                  <a16:creationId xmlns:a16="http://schemas.microsoft.com/office/drawing/2014/main" id="{22317709-7427-87F3-2226-F4A6ED7438A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2" name="Slide Number Placeholder 5">
            <a:extLst>
              <a:ext uri="{FF2B5EF4-FFF2-40B4-BE49-F238E27FC236}">
                <a16:creationId xmlns:a16="http://schemas.microsoft.com/office/drawing/2014/main" id="{4DD2FBEB-F6B7-ACA4-773B-6B4EE0E04A03}"/>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759652368"/>
      </p:ext>
    </p:extLst>
  </p:cSld>
  <p:clrMapOvr>
    <a:overrideClrMapping bg1="lt1" tx1="dk1" bg2="lt2" tx2="dk2" accent1="accent1" accent2="accent2" accent3="accent3" accent4="accent4" accent5="accent5" accent6="accent6" hlink="hlink" folHlink="folHlink"/>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2 Column Content + Subheaders">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2"/>
            <a:ext cx="6468699" cy="695608"/>
          </a:xfrm>
        </p:spPr>
        <p:txBody>
          <a:bodyPr/>
          <a:lstStyle/>
          <a:p>
            <a:r>
              <a:rPr lang="en-US"/>
              <a:t>Click To Edit Master Title Style</a:t>
            </a:r>
            <a:endParaRPr lang="en-GB"/>
          </a:p>
        </p:txBody>
      </p:sp>
      <p:sp>
        <p:nvSpPr>
          <p:cNvPr id="48" name="Text Placeholder 47">
            <a:extLst>
              <a:ext uri="{FF2B5EF4-FFF2-40B4-BE49-F238E27FC236}">
                <a16:creationId xmlns:a16="http://schemas.microsoft.com/office/drawing/2014/main" id="{FFCCB661-53E0-5448-AF21-F8198A7FB0F6}"/>
              </a:ext>
            </a:extLst>
          </p:cNvPr>
          <p:cNvSpPr>
            <a:spLocks noGrp="1"/>
          </p:cNvSpPr>
          <p:nvPr>
            <p:ph type="body" sz="quarter" idx="22" hasCustomPrompt="1"/>
          </p:nvPr>
        </p:nvSpPr>
        <p:spPr>
          <a:xfrm>
            <a:off x="454023" y="2820495"/>
            <a:ext cx="5413248" cy="292608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7" name="Text Placeholder 47">
            <a:extLst>
              <a:ext uri="{FF2B5EF4-FFF2-40B4-BE49-F238E27FC236}">
                <a16:creationId xmlns:a16="http://schemas.microsoft.com/office/drawing/2014/main" id="{19400723-BC54-8349-8A95-23946DB2C51A}"/>
              </a:ext>
            </a:extLst>
          </p:cNvPr>
          <p:cNvSpPr>
            <a:spLocks noGrp="1"/>
          </p:cNvSpPr>
          <p:nvPr>
            <p:ph type="body" sz="quarter" idx="25" hasCustomPrompt="1"/>
          </p:nvPr>
        </p:nvSpPr>
        <p:spPr>
          <a:xfrm>
            <a:off x="454025" y="2350320"/>
            <a:ext cx="5413248" cy="347472"/>
          </a:xfrm>
        </p:spPr>
        <p:txBody>
          <a:bodyPr anchor="b"/>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27" name="Text Placeholder 47">
            <a:extLst>
              <a:ext uri="{FF2B5EF4-FFF2-40B4-BE49-F238E27FC236}">
                <a16:creationId xmlns:a16="http://schemas.microsoft.com/office/drawing/2014/main" id="{18D04E88-0E43-3D4F-ABC7-025375BEE5B4}"/>
              </a:ext>
            </a:extLst>
          </p:cNvPr>
          <p:cNvSpPr>
            <a:spLocks noGrp="1"/>
          </p:cNvSpPr>
          <p:nvPr>
            <p:ph type="body" sz="quarter" idx="28" hasCustomPrompt="1"/>
          </p:nvPr>
        </p:nvSpPr>
        <p:spPr>
          <a:xfrm>
            <a:off x="6323555" y="2820495"/>
            <a:ext cx="5413248" cy="292608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28" name="Text Placeholder 47">
            <a:extLst>
              <a:ext uri="{FF2B5EF4-FFF2-40B4-BE49-F238E27FC236}">
                <a16:creationId xmlns:a16="http://schemas.microsoft.com/office/drawing/2014/main" id="{D35F66E5-307D-9D4A-9063-0FAD0E63B822}"/>
              </a:ext>
            </a:extLst>
          </p:cNvPr>
          <p:cNvSpPr>
            <a:spLocks noGrp="1"/>
          </p:cNvSpPr>
          <p:nvPr>
            <p:ph type="body" sz="quarter" idx="29" hasCustomPrompt="1"/>
          </p:nvPr>
        </p:nvSpPr>
        <p:spPr>
          <a:xfrm>
            <a:off x="6323555" y="2350321"/>
            <a:ext cx="5413248" cy="348906"/>
          </a:xfrm>
        </p:spPr>
        <p:txBody>
          <a:bodyPr anchor="b"/>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grpSp>
        <p:nvGrpSpPr>
          <p:cNvPr id="25" name="Graphic 62" hidden="1">
            <a:extLst>
              <a:ext uri="{FF2B5EF4-FFF2-40B4-BE49-F238E27FC236}">
                <a16:creationId xmlns:a16="http://schemas.microsoft.com/office/drawing/2014/main" id="{37E8EFD6-93AF-7C40-8F83-1CC6A17CF023}"/>
              </a:ext>
            </a:extLst>
          </p:cNvPr>
          <p:cNvGrpSpPr/>
          <p:nvPr userDrawn="1"/>
        </p:nvGrpSpPr>
        <p:grpSpPr>
          <a:xfrm>
            <a:off x="11389259" y="6063628"/>
            <a:ext cx="352694" cy="349203"/>
            <a:chOff x="10767269" y="208371"/>
            <a:chExt cx="182844" cy="181034"/>
          </a:xfrm>
        </p:grpSpPr>
        <p:sp>
          <p:nvSpPr>
            <p:cNvPr id="26" name="Freeform 25">
              <a:extLst>
                <a:ext uri="{FF2B5EF4-FFF2-40B4-BE49-F238E27FC236}">
                  <a16:creationId xmlns:a16="http://schemas.microsoft.com/office/drawing/2014/main" id="{4F651056-D366-E545-9DE0-774E7A8D6A3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AD7B71D8-BB1F-F844-9402-FE9AF1EF66C9}"/>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30EBE199-BDA1-6A49-914A-B62A8829C8A3}"/>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54E1BC0B-11CF-C343-B4DA-25D4DECBE1A9}"/>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2" name="Freeform 31">
              <a:extLst>
                <a:ext uri="{FF2B5EF4-FFF2-40B4-BE49-F238E27FC236}">
                  <a16:creationId xmlns:a16="http://schemas.microsoft.com/office/drawing/2014/main" id="{C065C08D-2708-B64D-8AD3-C0ADC2A2307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8" name="Text Placeholder 13">
            <a:extLst>
              <a:ext uri="{FF2B5EF4-FFF2-40B4-BE49-F238E27FC236}">
                <a16:creationId xmlns:a16="http://schemas.microsoft.com/office/drawing/2014/main" id="{A3D7238D-EB5C-87D7-3B4C-6D193A45A039}"/>
              </a:ext>
            </a:extLst>
          </p:cNvPr>
          <p:cNvSpPr>
            <a:spLocks noGrp="1"/>
          </p:cNvSpPr>
          <p:nvPr>
            <p:ph type="body" sz="quarter" idx="13" hasCustomPrompt="1"/>
          </p:nvPr>
        </p:nvSpPr>
        <p:spPr>
          <a:xfrm>
            <a:off x="454025" y="1157631"/>
            <a:ext cx="7407275" cy="1042644"/>
          </a:xfrm>
        </p:spPr>
        <p:txBody>
          <a:bodyPr rIns="0"/>
          <a:lstStyle>
            <a:lvl1pPr marL="0" indent="0" algn="l">
              <a:lnSpc>
                <a:spcPts val="2400"/>
              </a:lnSpc>
              <a:spcAft>
                <a:spcPts val="0"/>
              </a:spcAft>
              <a:buNone/>
              <a:defRPr sz="2400" b="0" i="0">
                <a:solidFill>
                  <a:schemeClr val="accent4"/>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 amet, consectetur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vestibulum, dui.</a:t>
            </a:r>
          </a:p>
        </p:txBody>
      </p:sp>
      <p:cxnSp>
        <p:nvCxnSpPr>
          <p:cNvPr id="23" name="Straight Connector 22">
            <a:extLst>
              <a:ext uri="{FF2B5EF4-FFF2-40B4-BE49-F238E27FC236}">
                <a16:creationId xmlns:a16="http://schemas.microsoft.com/office/drawing/2014/main" id="{C7DD8B67-5A87-95A2-FF39-DC9732BE76D1}"/>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4" name="Rounded Rectangle 23">
            <a:extLst>
              <a:ext uri="{FF2B5EF4-FFF2-40B4-BE49-F238E27FC236}">
                <a16:creationId xmlns:a16="http://schemas.microsoft.com/office/drawing/2014/main" id="{B5200FCE-9F1E-5F57-760B-667873823E71}"/>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4" name="Graphic 62">
            <a:extLst>
              <a:ext uri="{FF2B5EF4-FFF2-40B4-BE49-F238E27FC236}">
                <a16:creationId xmlns:a16="http://schemas.microsoft.com/office/drawing/2014/main" id="{DA6B8246-4FA8-CD18-7A89-FBDFDF6AEDD6}"/>
              </a:ext>
            </a:extLst>
          </p:cNvPr>
          <p:cNvGrpSpPr/>
          <p:nvPr userDrawn="1"/>
        </p:nvGrpSpPr>
        <p:grpSpPr>
          <a:xfrm>
            <a:off x="11389259" y="459884"/>
            <a:ext cx="352694" cy="349203"/>
            <a:chOff x="10767269" y="208371"/>
            <a:chExt cx="182844" cy="181034"/>
          </a:xfrm>
        </p:grpSpPr>
        <p:sp>
          <p:nvSpPr>
            <p:cNvPr id="36" name="Freeform 35">
              <a:extLst>
                <a:ext uri="{FF2B5EF4-FFF2-40B4-BE49-F238E27FC236}">
                  <a16:creationId xmlns:a16="http://schemas.microsoft.com/office/drawing/2014/main" id="{484B2FFB-968E-224E-39DB-01AB84FE3053}"/>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9" name="Freeform 38">
              <a:extLst>
                <a:ext uri="{FF2B5EF4-FFF2-40B4-BE49-F238E27FC236}">
                  <a16:creationId xmlns:a16="http://schemas.microsoft.com/office/drawing/2014/main" id="{C53ED0F6-40C4-5491-6805-36C87A3349B1}"/>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40" name="Freeform 39">
              <a:extLst>
                <a:ext uri="{FF2B5EF4-FFF2-40B4-BE49-F238E27FC236}">
                  <a16:creationId xmlns:a16="http://schemas.microsoft.com/office/drawing/2014/main" id="{A8AC13F6-6C8E-3877-909A-5CC3A633C4EA}"/>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1" name="Freeform 40">
              <a:extLst>
                <a:ext uri="{FF2B5EF4-FFF2-40B4-BE49-F238E27FC236}">
                  <a16:creationId xmlns:a16="http://schemas.microsoft.com/office/drawing/2014/main" id="{2AA83FA2-9C90-5F36-A146-C8747C9F4821}"/>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42" name="Freeform 41">
              <a:extLst>
                <a:ext uri="{FF2B5EF4-FFF2-40B4-BE49-F238E27FC236}">
                  <a16:creationId xmlns:a16="http://schemas.microsoft.com/office/drawing/2014/main" id="{216278C0-977F-6CFA-69A9-451EE3ED6EDD}"/>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43" name="Slide Number Placeholder 5">
            <a:extLst>
              <a:ext uri="{FF2B5EF4-FFF2-40B4-BE49-F238E27FC236}">
                <a16:creationId xmlns:a16="http://schemas.microsoft.com/office/drawing/2014/main" id="{581E59B6-0371-DA2E-3007-47B9F37A7D83}"/>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66537645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3 Column Content + Subheaders">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2"/>
            <a:ext cx="6468699" cy="695608"/>
          </a:xfrm>
        </p:spPr>
        <p:txBody>
          <a:bodyPr/>
          <a:lstStyle/>
          <a:p>
            <a:r>
              <a:rPr lang="en-US"/>
              <a:t>Click To Edit Master Title Style</a:t>
            </a:r>
            <a:endParaRPr lang="en-GB"/>
          </a:p>
        </p:txBody>
      </p:sp>
      <p:sp>
        <p:nvSpPr>
          <p:cNvPr id="48" name="Text Placeholder 47">
            <a:extLst>
              <a:ext uri="{FF2B5EF4-FFF2-40B4-BE49-F238E27FC236}">
                <a16:creationId xmlns:a16="http://schemas.microsoft.com/office/drawing/2014/main" id="{FFCCB661-53E0-5448-AF21-F8198A7FB0F6}"/>
              </a:ext>
            </a:extLst>
          </p:cNvPr>
          <p:cNvSpPr>
            <a:spLocks noGrp="1"/>
          </p:cNvSpPr>
          <p:nvPr>
            <p:ph type="body" sz="quarter" idx="22" hasCustomPrompt="1"/>
          </p:nvPr>
        </p:nvSpPr>
        <p:spPr>
          <a:xfrm>
            <a:off x="454024" y="2820495"/>
            <a:ext cx="3481367" cy="292608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1" name="Text Placeholder 47">
            <a:extLst>
              <a:ext uri="{FF2B5EF4-FFF2-40B4-BE49-F238E27FC236}">
                <a16:creationId xmlns:a16="http://schemas.microsoft.com/office/drawing/2014/main" id="{3EFF5B94-4910-6F41-B041-EEF3B7D1AB09}"/>
              </a:ext>
            </a:extLst>
          </p:cNvPr>
          <p:cNvSpPr>
            <a:spLocks noGrp="1"/>
          </p:cNvSpPr>
          <p:nvPr>
            <p:ph type="body" sz="quarter" idx="23" hasCustomPrompt="1"/>
          </p:nvPr>
        </p:nvSpPr>
        <p:spPr>
          <a:xfrm>
            <a:off x="4373809" y="2820495"/>
            <a:ext cx="3486822" cy="292608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7" name="Text Placeholder 47">
            <a:extLst>
              <a:ext uri="{FF2B5EF4-FFF2-40B4-BE49-F238E27FC236}">
                <a16:creationId xmlns:a16="http://schemas.microsoft.com/office/drawing/2014/main" id="{19400723-BC54-8349-8A95-23946DB2C51A}"/>
              </a:ext>
            </a:extLst>
          </p:cNvPr>
          <p:cNvSpPr>
            <a:spLocks noGrp="1"/>
          </p:cNvSpPr>
          <p:nvPr>
            <p:ph type="body" sz="quarter" idx="25" hasCustomPrompt="1"/>
          </p:nvPr>
        </p:nvSpPr>
        <p:spPr>
          <a:xfrm>
            <a:off x="454025" y="2350320"/>
            <a:ext cx="3480356" cy="347472"/>
          </a:xfrm>
        </p:spPr>
        <p:txBody>
          <a:bodyPr anchor="b"/>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58" name="Text Placeholder 47">
            <a:extLst>
              <a:ext uri="{FF2B5EF4-FFF2-40B4-BE49-F238E27FC236}">
                <a16:creationId xmlns:a16="http://schemas.microsoft.com/office/drawing/2014/main" id="{160331BC-2FA0-A84D-9B22-05C462BF8E80}"/>
              </a:ext>
            </a:extLst>
          </p:cNvPr>
          <p:cNvSpPr>
            <a:spLocks noGrp="1"/>
          </p:cNvSpPr>
          <p:nvPr>
            <p:ph type="body" sz="quarter" idx="26" hasCustomPrompt="1"/>
          </p:nvPr>
        </p:nvSpPr>
        <p:spPr>
          <a:xfrm>
            <a:off x="4373304" y="2350321"/>
            <a:ext cx="3486822" cy="347472"/>
          </a:xfrm>
        </p:spPr>
        <p:txBody>
          <a:bodyPr anchor="b"/>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grpSp>
        <p:nvGrpSpPr>
          <p:cNvPr id="25" name="Graphic 62" hidden="1">
            <a:extLst>
              <a:ext uri="{FF2B5EF4-FFF2-40B4-BE49-F238E27FC236}">
                <a16:creationId xmlns:a16="http://schemas.microsoft.com/office/drawing/2014/main" id="{37E8EFD6-93AF-7C40-8F83-1CC6A17CF023}"/>
              </a:ext>
            </a:extLst>
          </p:cNvPr>
          <p:cNvGrpSpPr/>
          <p:nvPr userDrawn="1"/>
        </p:nvGrpSpPr>
        <p:grpSpPr>
          <a:xfrm>
            <a:off x="11389259" y="6063628"/>
            <a:ext cx="352694" cy="349203"/>
            <a:chOff x="10767269" y="208371"/>
            <a:chExt cx="182844" cy="181034"/>
          </a:xfrm>
        </p:grpSpPr>
        <p:sp>
          <p:nvSpPr>
            <p:cNvPr id="26" name="Freeform 25">
              <a:extLst>
                <a:ext uri="{FF2B5EF4-FFF2-40B4-BE49-F238E27FC236}">
                  <a16:creationId xmlns:a16="http://schemas.microsoft.com/office/drawing/2014/main" id="{4F651056-D366-E545-9DE0-774E7A8D6A3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AD7B71D8-BB1F-F844-9402-FE9AF1EF66C9}"/>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30EBE199-BDA1-6A49-914A-B62A8829C8A3}"/>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54E1BC0B-11CF-C343-B4DA-25D4DECBE1A9}"/>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2" name="Freeform 31">
              <a:extLst>
                <a:ext uri="{FF2B5EF4-FFF2-40B4-BE49-F238E27FC236}">
                  <a16:creationId xmlns:a16="http://schemas.microsoft.com/office/drawing/2014/main" id="{C065C08D-2708-B64D-8AD3-C0ADC2A2307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8" name="Text Placeholder 13">
            <a:extLst>
              <a:ext uri="{FF2B5EF4-FFF2-40B4-BE49-F238E27FC236}">
                <a16:creationId xmlns:a16="http://schemas.microsoft.com/office/drawing/2014/main" id="{A3D7238D-EB5C-87D7-3B4C-6D193A45A039}"/>
              </a:ext>
            </a:extLst>
          </p:cNvPr>
          <p:cNvSpPr>
            <a:spLocks noGrp="1"/>
          </p:cNvSpPr>
          <p:nvPr>
            <p:ph type="body" sz="quarter" idx="13" hasCustomPrompt="1"/>
          </p:nvPr>
        </p:nvSpPr>
        <p:spPr>
          <a:xfrm>
            <a:off x="454025" y="1157631"/>
            <a:ext cx="7407275" cy="1042644"/>
          </a:xfrm>
        </p:spPr>
        <p:txBody>
          <a:bodyPr rIns="0"/>
          <a:lstStyle>
            <a:lvl1pPr marL="0" indent="0" algn="l">
              <a:lnSpc>
                <a:spcPts val="2400"/>
              </a:lnSpc>
              <a:spcAft>
                <a:spcPts val="0"/>
              </a:spcAft>
              <a:buNone/>
              <a:defRPr sz="2400" b="0" i="0">
                <a:solidFill>
                  <a:schemeClr val="accent4"/>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 amet, consectetur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vestibulum, dui.</a:t>
            </a:r>
          </a:p>
        </p:txBody>
      </p:sp>
      <p:sp>
        <p:nvSpPr>
          <p:cNvPr id="34" name="Text Placeholder 47">
            <a:extLst>
              <a:ext uri="{FF2B5EF4-FFF2-40B4-BE49-F238E27FC236}">
                <a16:creationId xmlns:a16="http://schemas.microsoft.com/office/drawing/2014/main" id="{42441E3B-F71B-0B6F-BAFC-B7B6EEF0ED20}"/>
              </a:ext>
            </a:extLst>
          </p:cNvPr>
          <p:cNvSpPr>
            <a:spLocks noGrp="1"/>
          </p:cNvSpPr>
          <p:nvPr>
            <p:ph type="body" sz="quarter" idx="30" hasCustomPrompt="1"/>
          </p:nvPr>
        </p:nvSpPr>
        <p:spPr>
          <a:xfrm>
            <a:off x="8299364" y="2820495"/>
            <a:ext cx="3486822" cy="292608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35" name="Text Placeholder 47">
            <a:extLst>
              <a:ext uri="{FF2B5EF4-FFF2-40B4-BE49-F238E27FC236}">
                <a16:creationId xmlns:a16="http://schemas.microsoft.com/office/drawing/2014/main" id="{3ED2579D-1853-ED34-168C-9306686BA64A}"/>
              </a:ext>
            </a:extLst>
          </p:cNvPr>
          <p:cNvSpPr>
            <a:spLocks noGrp="1"/>
          </p:cNvSpPr>
          <p:nvPr>
            <p:ph type="body" sz="quarter" idx="31" hasCustomPrompt="1"/>
          </p:nvPr>
        </p:nvSpPr>
        <p:spPr>
          <a:xfrm>
            <a:off x="8299364" y="2350321"/>
            <a:ext cx="3486822" cy="347472"/>
          </a:xfrm>
        </p:spPr>
        <p:txBody>
          <a:bodyPr anchor="b"/>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cxnSp>
        <p:nvCxnSpPr>
          <p:cNvPr id="27" name="Straight Connector 26">
            <a:extLst>
              <a:ext uri="{FF2B5EF4-FFF2-40B4-BE49-F238E27FC236}">
                <a16:creationId xmlns:a16="http://schemas.microsoft.com/office/drawing/2014/main" id="{25CF9C69-18A5-06DB-C7CE-0AF6A5F48947}"/>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8314F311-5C81-2C03-BC06-03E7FC366194}"/>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6" name="Graphic 62">
            <a:extLst>
              <a:ext uri="{FF2B5EF4-FFF2-40B4-BE49-F238E27FC236}">
                <a16:creationId xmlns:a16="http://schemas.microsoft.com/office/drawing/2014/main" id="{7646CA96-AE8A-8802-7AD0-1CE73FF40FB4}"/>
              </a:ext>
            </a:extLst>
          </p:cNvPr>
          <p:cNvGrpSpPr/>
          <p:nvPr userDrawn="1"/>
        </p:nvGrpSpPr>
        <p:grpSpPr>
          <a:xfrm>
            <a:off x="11389259" y="459884"/>
            <a:ext cx="352694" cy="349203"/>
            <a:chOff x="10767269" y="208371"/>
            <a:chExt cx="182844" cy="181034"/>
          </a:xfrm>
        </p:grpSpPr>
        <p:sp>
          <p:nvSpPr>
            <p:cNvPr id="40" name="Freeform 39">
              <a:extLst>
                <a:ext uri="{FF2B5EF4-FFF2-40B4-BE49-F238E27FC236}">
                  <a16:creationId xmlns:a16="http://schemas.microsoft.com/office/drawing/2014/main" id="{4591E50D-6131-3434-6996-90003DD9FF5A}"/>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1" name="Freeform 40">
              <a:extLst>
                <a:ext uri="{FF2B5EF4-FFF2-40B4-BE49-F238E27FC236}">
                  <a16:creationId xmlns:a16="http://schemas.microsoft.com/office/drawing/2014/main" id="{7070D9E5-6C0D-FAEB-E70A-BADBE94145E8}"/>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42" name="Freeform 41">
              <a:extLst>
                <a:ext uri="{FF2B5EF4-FFF2-40B4-BE49-F238E27FC236}">
                  <a16:creationId xmlns:a16="http://schemas.microsoft.com/office/drawing/2014/main" id="{C7132DB8-51B4-23A3-5936-18675F33F1C2}"/>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3" name="Freeform 42">
              <a:extLst>
                <a:ext uri="{FF2B5EF4-FFF2-40B4-BE49-F238E27FC236}">
                  <a16:creationId xmlns:a16="http://schemas.microsoft.com/office/drawing/2014/main" id="{74FC6A0D-38D8-837D-40C4-C28206F883E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44" name="Freeform 43">
              <a:extLst>
                <a:ext uri="{FF2B5EF4-FFF2-40B4-BE49-F238E27FC236}">
                  <a16:creationId xmlns:a16="http://schemas.microsoft.com/office/drawing/2014/main" id="{7DB11673-07CE-5370-2F41-69EF3FD10E1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45" name="Slide Number Placeholder 5">
            <a:extLst>
              <a:ext uri="{FF2B5EF4-FFF2-40B4-BE49-F238E27FC236}">
                <a16:creationId xmlns:a16="http://schemas.microsoft.com/office/drawing/2014/main" id="{9C11316D-50E5-93C6-E38E-8BE2AD75D50B}"/>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09093864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4 Column Content + Subheaders">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2"/>
            <a:ext cx="6468699" cy="695608"/>
          </a:xfrm>
        </p:spPr>
        <p:txBody>
          <a:bodyPr/>
          <a:lstStyle/>
          <a:p>
            <a:r>
              <a:rPr lang="en-US"/>
              <a:t>Click To Edit Master Title Style</a:t>
            </a:r>
            <a:endParaRPr lang="en-GB"/>
          </a:p>
        </p:txBody>
      </p:sp>
      <p:sp>
        <p:nvSpPr>
          <p:cNvPr id="48" name="Text Placeholder 47">
            <a:extLst>
              <a:ext uri="{FF2B5EF4-FFF2-40B4-BE49-F238E27FC236}">
                <a16:creationId xmlns:a16="http://schemas.microsoft.com/office/drawing/2014/main" id="{FFCCB661-53E0-5448-AF21-F8198A7FB0F6}"/>
              </a:ext>
            </a:extLst>
          </p:cNvPr>
          <p:cNvSpPr>
            <a:spLocks noGrp="1"/>
          </p:cNvSpPr>
          <p:nvPr>
            <p:ph type="body" sz="quarter" idx="22" hasCustomPrompt="1"/>
          </p:nvPr>
        </p:nvSpPr>
        <p:spPr>
          <a:xfrm>
            <a:off x="454025" y="2820495"/>
            <a:ext cx="2625090" cy="292608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1" name="Text Placeholder 47">
            <a:extLst>
              <a:ext uri="{FF2B5EF4-FFF2-40B4-BE49-F238E27FC236}">
                <a16:creationId xmlns:a16="http://schemas.microsoft.com/office/drawing/2014/main" id="{3EFF5B94-4910-6F41-B041-EEF3B7D1AB09}"/>
              </a:ext>
            </a:extLst>
          </p:cNvPr>
          <p:cNvSpPr>
            <a:spLocks noGrp="1"/>
          </p:cNvSpPr>
          <p:nvPr>
            <p:ph type="body" sz="quarter" idx="23" hasCustomPrompt="1"/>
          </p:nvPr>
        </p:nvSpPr>
        <p:spPr>
          <a:xfrm>
            <a:off x="3365391" y="2820495"/>
            <a:ext cx="2635054" cy="292608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2" name="Text Placeholder 47">
            <a:extLst>
              <a:ext uri="{FF2B5EF4-FFF2-40B4-BE49-F238E27FC236}">
                <a16:creationId xmlns:a16="http://schemas.microsoft.com/office/drawing/2014/main" id="{C8629CD3-0722-5B4C-876F-885C68B57077}"/>
              </a:ext>
            </a:extLst>
          </p:cNvPr>
          <p:cNvSpPr>
            <a:spLocks noGrp="1"/>
          </p:cNvSpPr>
          <p:nvPr>
            <p:ph type="body" sz="quarter" idx="24" hasCustomPrompt="1"/>
          </p:nvPr>
        </p:nvSpPr>
        <p:spPr>
          <a:xfrm>
            <a:off x="6245751" y="2820495"/>
            <a:ext cx="2635054" cy="292608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7" name="Text Placeholder 47">
            <a:extLst>
              <a:ext uri="{FF2B5EF4-FFF2-40B4-BE49-F238E27FC236}">
                <a16:creationId xmlns:a16="http://schemas.microsoft.com/office/drawing/2014/main" id="{19400723-BC54-8349-8A95-23946DB2C51A}"/>
              </a:ext>
            </a:extLst>
          </p:cNvPr>
          <p:cNvSpPr>
            <a:spLocks noGrp="1"/>
          </p:cNvSpPr>
          <p:nvPr>
            <p:ph type="body" sz="quarter" idx="25" hasCustomPrompt="1"/>
          </p:nvPr>
        </p:nvSpPr>
        <p:spPr>
          <a:xfrm>
            <a:off x="454025" y="2350320"/>
            <a:ext cx="2624328" cy="347472"/>
          </a:xfrm>
        </p:spPr>
        <p:txBody>
          <a:bodyPr anchor="b"/>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58" name="Text Placeholder 47">
            <a:extLst>
              <a:ext uri="{FF2B5EF4-FFF2-40B4-BE49-F238E27FC236}">
                <a16:creationId xmlns:a16="http://schemas.microsoft.com/office/drawing/2014/main" id="{160331BC-2FA0-A84D-9B22-05C462BF8E80}"/>
              </a:ext>
            </a:extLst>
          </p:cNvPr>
          <p:cNvSpPr>
            <a:spLocks noGrp="1"/>
          </p:cNvSpPr>
          <p:nvPr>
            <p:ph type="body" sz="quarter" idx="26" hasCustomPrompt="1"/>
          </p:nvPr>
        </p:nvSpPr>
        <p:spPr>
          <a:xfrm>
            <a:off x="3365391" y="2350321"/>
            <a:ext cx="2635054" cy="347472"/>
          </a:xfrm>
        </p:spPr>
        <p:txBody>
          <a:bodyPr anchor="b"/>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59" name="Text Placeholder 47">
            <a:extLst>
              <a:ext uri="{FF2B5EF4-FFF2-40B4-BE49-F238E27FC236}">
                <a16:creationId xmlns:a16="http://schemas.microsoft.com/office/drawing/2014/main" id="{A5BF66A1-22BE-EC48-A8C3-BB0C75D9CD15}"/>
              </a:ext>
            </a:extLst>
          </p:cNvPr>
          <p:cNvSpPr>
            <a:spLocks noGrp="1"/>
          </p:cNvSpPr>
          <p:nvPr>
            <p:ph type="body" sz="quarter" idx="27" hasCustomPrompt="1"/>
          </p:nvPr>
        </p:nvSpPr>
        <p:spPr>
          <a:xfrm>
            <a:off x="6245751" y="2350321"/>
            <a:ext cx="2635054" cy="348906"/>
          </a:xfrm>
        </p:spPr>
        <p:txBody>
          <a:bodyPr anchor="b"/>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grpSp>
        <p:nvGrpSpPr>
          <p:cNvPr id="25" name="Graphic 62" hidden="1">
            <a:extLst>
              <a:ext uri="{FF2B5EF4-FFF2-40B4-BE49-F238E27FC236}">
                <a16:creationId xmlns:a16="http://schemas.microsoft.com/office/drawing/2014/main" id="{37E8EFD6-93AF-7C40-8F83-1CC6A17CF023}"/>
              </a:ext>
            </a:extLst>
          </p:cNvPr>
          <p:cNvGrpSpPr/>
          <p:nvPr userDrawn="1"/>
        </p:nvGrpSpPr>
        <p:grpSpPr>
          <a:xfrm>
            <a:off x="11389259" y="6063628"/>
            <a:ext cx="352694" cy="349203"/>
            <a:chOff x="10767269" y="208371"/>
            <a:chExt cx="182844" cy="181034"/>
          </a:xfrm>
        </p:grpSpPr>
        <p:sp>
          <p:nvSpPr>
            <p:cNvPr id="26" name="Freeform 25">
              <a:extLst>
                <a:ext uri="{FF2B5EF4-FFF2-40B4-BE49-F238E27FC236}">
                  <a16:creationId xmlns:a16="http://schemas.microsoft.com/office/drawing/2014/main" id="{4F651056-D366-E545-9DE0-774E7A8D6A3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AD7B71D8-BB1F-F844-9402-FE9AF1EF66C9}"/>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30EBE199-BDA1-6A49-914A-B62A8829C8A3}"/>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54E1BC0B-11CF-C343-B4DA-25D4DECBE1A9}"/>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2" name="Freeform 31">
              <a:extLst>
                <a:ext uri="{FF2B5EF4-FFF2-40B4-BE49-F238E27FC236}">
                  <a16:creationId xmlns:a16="http://schemas.microsoft.com/office/drawing/2014/main" id="{C065C08D-2708-B64D-8AD3-C0ADC2A2307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8" name="Text Placeholder 13">
            <a:extLst>
              <a:ext uri="{FF2B5EF4-FFF2-40B4-BE49-F238E27FC236}">
                <a16:creationId xmlns:a16="http://schemas.microsoft.com/office/drawing/2014/main" id="{A3D7238D-EB5C-87D7-3B4C-6D193A45A039}"/>
              </a:ext>
            </a:extLst>
          </p:cNvPr>
          <p:cNvSpPr>
            <a:spLocks noGrp="1"/>
          </p:cNvSpPr>
          <p:nvPr>
            <p:ph type="body" sz="quarter" idx="13" hasCustomPrompt="1"/>
          </p:nvPr>
        </p:nvSpPr>
        <p:spPr>
          <a:xfrm>
            <a:off x="454025" y="1157631"/>
            <a:ext cx="7407275" cy="1042644"/>
          </a:xfrm>
        </p:spPr>
        <p:txBody>
          <a:bodyPr rIns="0"/>
          <a:lstStyle>
            <a:lvl1pPr marL="0" indent="0" algn="l">
              <a:lnSpc>
                <a:spcPts val="2400"/>
              </a:lnSpc>
              <a:spcAft>
                <a:spcPts val="0"/>
              </a:spcAft>
              <a:buNone/>
              <a:defRPr sz="2400" b="0" i="0">
                <a:solidFill>
                  <a:schemeClr val="accent4"/>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 amet, consectetur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vestibulum, dui.</a:t>
            </a:r>
          </a:p>
        </p:txBody>
      </p:sp>
      <p:sp>
        <p:nvSpPr>
          <p:cNvPr id="39" name="Text Placeholder 47">
            <a:extLst>
              <a:ext uri="{FF2B5EF4-FFF2-40B4-BE49-F238E27FC236}">
                <a16:creationId xmlns:a16="http://schemas.microsoft.com/office/drawing/2014/main" id="{4ADA6385-E582-C5DC-6346-C45857DFB47E}"/>
              </a:ext>
            </a:extLst>
          </p:cNvPr>
          <p:cNvSpPr>
            <a:spLocks noGrp="1"/>
          </p:cNvSpPr>
          <p:nvPr>
            <p:ph type="body" sz="quarter" idx="30" hasCustomPrompt="1"/>
          </p:nvPr>
        </p:nvSpPr>
        <p:spPr>
          <a:xfrm>
            <a:off x="9151132" y="2820495"/>
            <a:ext cx="2635054" cy="292608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40" name="Text Placeholder 47">
            <a:extLst>
              <a:ext uri="{FF2B5EF4-FFF2-40B4-BE49-F238E27FC236}">
                <a16:creationId xmlns:a16="http://schemas.microsoft.com/office/drawing/2014/main" id="{80C4AC3F-ECF6-CD11-6813-C12A66BEB145}"/>
              </a:ext>
            </a:extLst>
          </p:cNvPr>
          <p:cNvSpPr>
            <a:spLocks noGrp="1"/>
          </p:cNvSpPr>
          <p:nvPr>
            <p:ph type="body" sz="quarter" idx="31" hasCustomPrompt="1"/>
          </p:nvPr>
        </p:nvSpPr>
        <p:spPr>
          <a:xfrm>
            <a:off x="9151132" y="2350321"/>
            <a:ext cx="2635054" cy="348906"/>
          </a:xfrm>
        </p:spPr>
        <p:txBody>
          <a:bodyPr anchor="b"/>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cxnSp>
        <p:nvCxnSpPr>
          <p:cNvPr id="27" name="Straight Connector 26">
            <a:extLst>
              <a:ext uri="{FF2B5EF4-FFF2-40B4-BE49-F238E27FC236}">
                <a16:creationId xmlns:a16="http://schemas.microsoft.com/office/drawing/2014/main" id="{24985686-2675-672B-B007-C4E22BCC3B83}"/>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E401B403-E038-C738-63ED-AC272D6D3EF4}"/>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4" name="Graphic 62">
            <a:extLst>
              <a:ext uri="{FF2B5EF4-FFF2-40B4-BE49-F238E27FC236}">
                <a16:creationId xmlns:a16="http://schemas.microsoft.com/office/drawing/2014/main" id="{EB139AA5-3BB8-8A5B-99A9-8627BB6F6837}"/>
              </a:ext>
            </a:extLst>
          </p:cNvPr>
          <p:cNvGrpSpPr/>
          <p:nvPr userDrawn="1"/>
        </p:nvGrpSpPr>
        <p:grpSpPr>
          <a:xfrm>
            <a:off x="11389259" y="459884"/>
            <a:ext cx="352694" cy="349203"/>
            <a:chOff x="10767269" y="208371"/>
            <a:chExt cx="182844" cy="181034"/>
          </a:xfrm>
        </p:grpSpPr>
        <p:sp>
          <p:nvSpPr>
            <p:cNvPr id="36" name="Freeform 35">
              <a:extLst>
                <a:ext uri="{FF2B5EF4-FFF2-40B4-BE49-F238E27FC236}">
                  <a16:creationId xmlns:a16="http://schemas.microsoft.com/office/drawing/2014/main" id="{066EE531-6806-E38A-D053-C88792470673}"/>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1" name="Freeform 40">
              <a:extLst>
                <a:ext uri="{FF2B5EF4-FFF2-40B4-BE49-F238E27FC236}">
                  <a16:creationId xmlns:a16="http://schemas.microsoft.com/office/drawing/2014/main" id="{B2B9AC7A-0CAA-6648-CEB9-5E9B938EC3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42" name="Freeform 41">
              <a:extLst>
                <a:ext uri="{FF2B5EF4-FFF2-40B4-BE49-F238E27FC236}">
                  <a16:creationId xmlns:a16="http://schemas.microsoft.com/office/drawing/2014/main" id="{0DA57AC6-BD0C-0756-A900-B61198C179BB}"/>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3" name="Freeform 42">
              <a:extLst>
                <a:ext uri="{FF2B5EF4-FFF2-40B4-BE49-F238E27FC236}">
                  <a16:creationId xmlns:a16="http://schemas.microsoft.com/office/drawing/2014/main" id="{9C98BD0D-6804-2973-9538-12E5D9749142}"/>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44" name="Freeform 43">
              <a:extLst>
                <a:ext uri="{FF2B5EF4-FFF2-40B4-BE49-F238E27FC236}">
                  <a16:creationId xmlns:a16="http://schemas.microsoft.com/office/drawing/2014/main" id="{F4357FF6-CF3B-69AC-4315-53BC0AA9092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45" name="Slide Number Placeholder 5">
            <a:extLst>
              <a:ext uri="{FF2B5EF4-FFF2-40B4-BE49-F238E27FC236}">
                <a16:creationId xmlns:a16="http://schemas.microsoft.com/office/drawing/2014/main" id="{8EF2E125-68B3-B0CD-3166-949138C40BA9}"/>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07632696"/>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2 Columns with Specialty Header + Icons">
    <p:bg>
      <p:bgRef idx="1001">
        <a:schemeClr val="bg1"/>
      </p:bgRef>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FD94E6FC-F3DB-5A3E-EDEF-782707569B15}"/>
              </a:ext>
            </a:extLst>
          </p:cNvPr>
          <p:cNvSpPr/>
          <p:nvPr userDrawn="1"/>
        </p:nvSpPr>
        <p:spPr>
          <a:xfrm>
            <a:off x="1143000" y="1462402"/>
            <a:ext cx="4608068" cy="55778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C854776A-1641-F2F5-EB5A-66E49C4E09CA}"/>
              </a:ext>
            </a:extLst>
          </p:cNvPr>
          <p:cNvSpPr>
            <a:spLocks noGrp="1"/>
          </p:cNvSpPr>
          <p:nvPr>
            <p:ph type="body" sz="quarter" idx="15"/>
          </p:nvPr>
        </p:nvSpPr>
        <p:spPr>
          <a:xfrm>
            <a:off x="1270000" y="1486786"/>
            <a:ext cx="4482972" cy="558800"/>
          </a:xfrm>
          <a:prstGeom prst="roundRect">
            <a:avLst/>
          </a:prstGeom>
          <a:noFill/>
        </p:spPr>
        <p:txBody>
          <a:bodyPr lIns="274320" anchor="ctr"/>
          <a:lstStyle>
            <a:lvl1pPr marL="0" indent="0">
              <a:lnSpc>
                <a:spcPts val="2400"/>
              </a:lnSpc>
              <a:buNone/>
              <a:defRPr sz="2400">
                <a:solidFill>
                  <a:schemeClr val="bg1"/>
                </a:solidFill>
                <a:latin typeface="+mj-lt"/>
              </a:defRPr>
            </a:lvl1pPr>
          </a:lstStyle>
          <a:p>
            <a:pPr lvl="0"/>
            <a:r>
              <a:rPr lang="en-US"/>
              <a:t>Click to edit Master text styles</a:t>
            </a:r>
          </a:p>
        </p:txBody>
      </p:sp>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4808"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cxnSp>
        <p:nvCxnSpPr>
          <p:cNvPr id="38" name="Straight Connector 37">
            <a:extLst>
              <a:ext uri="{FF2B5EF4-FFF2-40B4-BE49-F238E27FC236}">
                <a16:creationId xmlns:a16="http://schemas.microsoft.com/office/drawing/2014/main" id="{788B8436-FAE1-28C8-25F9-DE87833EE946}"/>
              </a:ext>
            </a:extLst>
          </p:cNvPr>
          <p:cNvCxnSpPr>
            <a:cxnSpLocks/>
          </p:cNvCxnSpPr>
          <p:nvPr userDrawn="1"/>
        </p:nvCxnSpPr>
        <p:spPr>
          <a:xfrm>
            <a:off x="6096000" y="1454150"/>
            <a:ext cx="0" cy="4502150"/>
          </a:xfrm>
          <a:prstGeom prst="line">
            <a:avLst/>
          </a:prstGeom>
        </p:spPr>
        <p:style>
          <a:lnRef idx="1">
            <a:schemeClr val="accent1"/>
          </a:lnRef>
          <a:fillRef idx="0">
            <a:schemeClr val="accent1"/>
          </a:fillRef>
          <a:effectRef idx="0">
            <a:schemeClr val="accent1"/>
          </a:effectRef>
          <a:fontRef idx="minor">
            <a:schemeClr val="tx1"/>
          </a:fontRef>
        </p:style>
      </p:cxnSp>
      <p:sp>
        <p:nvSpPr>
          <p:cNvPr id="32" name="Rounded Rectangle 31">
            <a:extLst>
              <a:ext uri="{FF2B5EF4-FFF2-40B4-BE49-F238E27FC236}">
                <a16:creationId xmlns:a16="http://schemas.microsoft.com/office/drawing/2014/main" id="{4BDDF635-7342-688F-32BF-4C1A00C75344}"/>
              </a:ext>
            </a:extLst>
          </p:cNvPr>
          <p:cNvSpPr/>
          <p:nvPr userDrawn="1"/>
        </p:nvSpPr>
        <p:spPr>
          <a:xfrm>
            <a:off x="458107" y="124514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 Placeholder 4">
            <a:extLst>
              <a:ext uri="{FF2B5EF4-FFF2-40B4-BE49-F238E27FC236}">
                <a16:creationId xmlns:a16="http://schemas.microsoft.com/office/drawing/2014/main" id="{77A6E8FA-F611-4131-ED03-B710F318226F}"/>
              </a:ext>
            </a:extLst>
          </p:cNvPr>
          <p:cNvSpPr>
            <a:spLocks noGrp="1"/>
          </p:cNvSpPr>
          <p:nvPr>
            <p:ph type="body" sz="quarter" idx="17"/>
          </p:nvPr>
        </p:nvSpPr>
        <p:spPr>
          <a:xfrm>
            <a:off x="1676400" y="2501900"/>
            <a:ext cx="4064000" cy="704088"/>
          </a:xfrm>
        </p:spPr>
        <p:txBody>
          <a:bodyPr/>
          <a:lstStyle>
            <a:lvl1pPr marL="285750" indent="-285750">
              <a:buFont typeface="Wingdings" pitchFamily="2" charset="2"/>
              <a:buChar char="§"/>
              <a:defRPr sz="1600"/>
            </a:lvl1pPr>
          </a:lstStyle>
          <a:p>
            <a:pPr lvl="0"/>
            <a:r>
              <a:rPr lang="en-US"/>
              <a:t>Click to edit Master text styles</a:t>
            </a:r>
          </a:p>
        </p:txBody>
      </p:sp>
      <p:sp>
        <p:nvSpPr>
          <p:cNvPr id="58" name="Text Placeholder 4">
            <a:extLst>
              <a:ext uri="{FF2B5EF4-FFF2-40B4-BE49-F238E27FC236}">
                <a16:creationId xmlns:a16="http://schemas.microsoft.com/office/drawing/2014/main" id="{77D73644-33CF-6660-9B8B-589B2F3610FE}"/>
              </a:ext>
            </a:extLst>
          </p:cNvPr>
          <p:cNvSpPr>
            <a:spLocks noGrp="1"/>
          </p:cNvSpPr>
          <p:nvPr>
            <p:ph type="body" sz="quarter" idx="18"/>
          </p:nvPr>
        </p:nvSpPr>
        <p:spPr>
          <a:xfrm>
            <a:off x="1676400" y="3670300"/>
            <a:ext cx="4064000" cy="704088"/>
          </a:xfrm>
        </p:spPr>
        <p:txBody>
          <a:bodyPr/>
          <a:lstStyle>
            <a:lvl1pPr marL="285750" indent="-285750">
              <a:buFont typeface="Wingdings" pitchFamily="2" charset="2"/>
              <a:buChar char="§"/>
              <a:defRPr sz="1600"/>
            </a:lvl1pPr>
          </a:lstStyle>
          <a:p>
            <a:pPr lvl="0"/>
            <a:r>
              <a:rPr lang="en-US"/>
              <a:t>Click to edit Master text styles</a:t>
            </a:r>
          </a:p>
        </p:txBody>
      </p:sp>
      <p:sp>
        <p:nvSpPr>
          <p:cNvPr id="59" name="Text Placeholder 4">
            <a:extLst>
              <a:ext uri="{FF2B5EF4-FFF2-40B4-BE49-F238E27FC236}">
                <a16:creationId xmlns:a16="http://schemas.microsoft.com/office/drawing/2014/main" id="{BDA15F09-D4D1-D934-46E4-B2A57C50220C}"/>
              </a:ext>
            </a:extLst>
          </p:cNvPr>
          <p:cNvSpPr>
            <a:spLocks noGrp="1"/>
          </p:cNvSpPr>
          <p:nvPr>
            <p:ph type="body" sz="quarter" idx="19"/>
          </p:nvPr>
        </p:nvSpPr>
        <p:spPr>
          <a:xfrm>
            <a:off x="1676400" y="4838700"/>
            <a:ext cx="4064000" cy="704088"/>
          </a:xfrm>
        </p:spPr>
        <p:txBody>
          <a:bodyPr/>
          <a:lstStyle>
            <a:lvl1pPr marL="285750" indent="-285750">
              <a:buFont typeface="Wingdings" pitchFamily="2" charset="2"/>
              <a:buChar char="§"/>
              <a:defRPr sz="1600"/>
            </a:lvl1pPr>
          </a:lstStyle>
          <a:p>
            <a:pPr lvl="0"/>
            <a:r>
              <a:rPr lang="en-US"/>
              <a:t>Click to edit Master text styles</a:t>
            </a:r>
          </a:p>
        </p:txBody>
      </p:sp>
      <p:sp>
        <p:nvSpPr>
          <p:cNvPr id="63" name="Text Placeholder 4">
            <a:extLst>
              <a:ext uri="{FF2B5EF4-FFF2-40B4-BE49-F238E27FC236}">
                <a16:creationId xmlns:a16="http://schemas.microsoft.com/office/drawing/2014/main" id="{CEC72D9D-27A6-23A1-B780-E09DB54ED0CE}"/>
              </a:ext>
            </a:extLst>
          </p:cNvPr>
          <p:cNvSpPr>
            <a:spLocks noGrp="1"/>
          </p:cNvSpPr>
          <p:nvPr>
            <p:ph type="body" sz="quarter" idx="20" hasCustomPrompt="1"/>
          </p:nvPr>
        </p:nvSpPr>
        <p:spPr>
          <a:xfrm>
            <a:off x="384175" y="4838700"/>
            <a:ext cx="774700" cy="704088"/>
          </a:xfrm>
        </p:spPr>
        <p:txBody>
          <a:bodyPr/>
          <a:lstStyle>
            <a:lvl1pPr marL="0" indent="0" algn="r">
              <a:buNone/>
              <a:defRPr sz="2800">
                <a:solidFill>
                  <a:schemeClr val="accent2"/>
                </a:solidFill>
                <a:latin typeface="+mj-lt"/>
              </a:defRPr>
            </a:lvl1pPr>
          </a:lstStyle>
          <a:p>
            <a:pPr lvl="0"/>
            <a:r>
              <a:rPr lang="en-US"/>
              <a:t>XX</a:t>
            </a:r>
          </a:p>
        </p:txBody>
      </p:sp>
      <p:sp>
        <p:nvSpPr>
          <p:cNvPr id="64" name="Text Placeholder 4">
            <a:extLst>
              <a:ext uri="{FF2B5EF4-FFF2-40B4-BE49-F238E27FC236}">
                <a16:creationId xmlns:a16="http://schemas.microsoft.com/office/drawing/2014/main" id="{F4E29829-7D6F-E28D-2A88-CB193E05A83E}"/>
              </a:ext>
            </a:extLst>
          </p:cNvPr>
          <p:cNvSpPr>
            <a:spLocks noGrp="1"/>
          </p:cNvSpPr>
          <p:nvPr>
            <p:ph type="body" sz="quarter" idx="21" hasCustomPrompt="1"/>
          </p:nvPr>
        </p:nvSpPr>
        <p:spPr>
          <a:xfrm>
            <a:off x="384175" y="3581400"/>
            <a:ext cx="774700" cy="704088"/>
          </a:xfrm>
        </p:spPr>
        <p:txBody>
          <a:bodyPr/>
          <a:lstStyle>
            <a:lvl1pPr marL="0" indent="0" algn="r">
              <a:buNone/>
              <a:defRPr sz="2800">
                <a:solidFill>
                  <a:schemeClr val="accent2"/>
                </a:solidFill>
                <a:latin typeface="+mj-lt"/>
              </a:defRPr>
            </a:lvl1pPr>
          </a:lstStyle>
          <a:p>
            <a:pPr lvl="0"/>
            <a:r>
              <a:rPr lang="en-US"/>
              <a:t>XX</a:t>
            </a:r>
          </a:p>
        </p:txBody>
      </p:sp>
      <p:sp>
        <p:nvSpPr>
          <p:cNvPr id="65" name="Text Placeholder 4">
            <a:extLst>
              <a:ext uri="{FF2B5EF4-FFF2-40B4-BE49-F238E27FC236}">
                <a16:creationId xmlns:a16="http://schemas.microsoft.com/office/drawing/2014/main" id="{D8DA2A30-B65B-4B69-5AD8-ED7ED5B5C733}"/>
              </a:ext>
            </a:extLst>
          </p:cNvPr>
          <p:cNvSpPr>
            <a:spLocks noGrp="1"/>
          </p:cNvSpPr>
          <p:nvPr>
            <p:ph type="body" sz="quarter" idx="22" hasCustomPrompt="1"/>
          </p:nvPr>
        </p:nvSpPr>
        <p:spPr>
          <a:xfrm>
            <a:off x="384175" y="2489200"/>
            <a:ext cx="774700" cy="704088"/>
          </a:xfrm>
        </p:spPr>
        <p:txBody>
          <a:bodyPr/>
          <a:lstStyle>
            <a:lvl1pPr marL="0" indent="0" algn="r">
              <a:buNone/>
              <a:defRPr sz="2800">
                <a:solidFill>
                  <a:schemeClr val="accent2"/>
                </a:solidFill>
                <a:latin typeface="+mj-lt"/>
              </a:defRPr>
            </a:lvl1pPr>
          </a:lstStyle>
          <a:p>
            <a:pPr lvl="0"/>
            <a:r>
              <a:rPr lang="en-US"/>
              <a:t>XX</a:t>
            </a:r>
          </a:p>
        </p:txBody>
      </p:sp>
      <p:sp>
        <p:nvSpPr>
          <p:cNvPr id="66" name="Text Placeholder 4">
            <a:extLst>
              <a:ext uri="{FF2B5EF4-FFF2-40B4-BE49-F238E27FC236}">
                <a16:creationId xmlns:a16="http://schemas.microsoft.com/office/drawing/2014/main" id="{F28CC207-A3D6-E2E8-D22F-8522D54C05FD}"/>
              </a:ext>
            </a:extLst>
          </p:cNvPr>
          <p:cNvSpPr>
            <a:spLocks noGrp="1"/>
          </p:cNvSpPr>
          <p:nvPr>
            <p:ph type="body" sz="quarter" idx="23"/>
          </p:nvPr>
        </p:nvSpPr>
        <p:spPr>
          <a:xfrm>
            <a:off x="7721600" y="2501900"/>
            <a:ext cx="4064000" cy="704088"/>
          </a:xfrm>
        </p:spPr>
        <p:txBody>
          <a:bodyPr/>
          <a:lstStyle>
            <a:lvl1pPr marL="285750" indent="-285750">
              <a:buFont typeface="Wingdings" pitchFamily="2" charset="2"/>
              <a:buChar char="§"/>
              <a:defRPr sz="1600"/>
            </a:lvl1pPr>
          </a:lstStyle>
          <a:p>
            <a:pPr lvl="0"/>
            <a:r>
              <a:rPr lang="en-US"/>
              <a:t>Click to edit Master text styles</a:t>
            </a:r>
          </a:p>
        </p:txBody>
      </p:sp>
      <p:sp>
        <p:nvSpPr>
          <p:cNvPr id="67" name="Text Placeholder 4">
            <a:extLst>
              <a:ext uri="{FF2B5EF4-FFF2-40B4-BE49-F238E27FC236}">
                <a16:creationId xmlns:a16="http://schemas.microsoft.com/office/drawing/2014/main" id="{4A428E19-B25E-17C9-0B0E-0C3CA139F9CD}"/>
              </a:ext>
            </a:extLst>
          </p:cNvPr>
          <p:cNvSpPr>
            <a:spLocks noGrp="1"/>
          </p:cNvSpPr>
          <p:nvPr>
            <p:ph type="body" sz="quarter" idx="24"/>
          </p:nvPr>
        </p:nvSpPr>
        <p:spPr>
          <a:xfrm>
            <a:off x="7721600" y="3670300"/>
            <a:ext cx="4064000" cy="704088"/>
          </a:xfrm>
        </p:spPr>
        <p:txBody>
          <a:bodyPr/>
          <a:lstStyle>
            <a:lvl1pPr marL="285750" indent="-285750">
              <a:buFont typeface="Wingdings" pitchFamily="2" charset="2"/>
              <a:buChar char="§"/>
              <a:defRPr sz="1600"/>
            </a:lvl1pPr>
          </a:lstStyle>
          <a:p>
            <a:pPr lvl="0"/>
            <a:r>
              <a:rPr lang="en-US"/>
              <a:t>Click to edit Master text styles</a:t>
            </a:r>
          </a:p>
        </p:txBody>
      </p:sp>
      <p:sp>
        <p:nvSpPr>
          <p:cNvPr id="68" name="Text Placeholder 4">
            <a:extLst>
              <a:ext uri="{FF2B5EF4-FFF2-40B4-BE49-F238E27FC236}">
                <a16:creationId xmlns:a16="http://schemas.microsoft.com/office/drawing/2014/main" id="{EF9CB5C5-FB35-6E07-9153-80DBDE88195A}"/>
              </a:ext>
            </a:extLst>
          </p:cNvPr>
          <p:cNvSpPr>
            <a:spLocks noGrp="1"/>
          </p:cNvSpPr>
          <p:nvPr>
            <p:ph type="body" sz="quarter" idx="25"/>
          </p:nvPr>
        </p:nvSpPr>
        <p:spPr>
          <a:xfrm>
            <a:off x="7721600" y="4838700"/>
            <a:ext cx="4064000" cy="704088"/>
          </a:xfrm>
        </p:spPr>
        <p:txBody>
          <a:bodyPr/>
          <a:lstStyle>
            <a:lvl1pPr marL="285750" indent="-285750">
              <a:buFont typeface="Wingdings" pitchFamily="2" charset="2"/>
              <a:buChar char="§"/>
              <a:defRPr sz="1600"/>
            </a:lvl1pPr>
          </a:lstStyle>
          <a:p>
            <a:pPr lvl="0"/>
            <a:r>
              <a:rPr lang="en-US"/>
              <a:t>Click to edit Master text styles</a:t>
            </a:r>
          </a:p>
        </p:txBody>
      </p:sp>
      <p:sp>
        <p:nvSpPr>
          <p:cNvPr id="69" name="Text Placeholder 4">
            <a:extLst>
              <a:ext uri="{FF2B5EF4-FFF2-40B4-BE49-F238E27FC236}">
                <a16:creationId xmlns:a16="http://schemas.microsoft.com/office/drawing/2014/main" id="{7D9F2C7D-522B-8323-918D-6FD468562760}"/>
              </a:ext>
            </a:extLst>
          </p:cNvPr>
          <p:cNvSpPr>
            <a:spLocks noGrp="1"/>
          </p:cNvSpPr>
          <p:nvPr>
            <p:ph type="body" sz="quarter" idx="26" hasCustomPrompt="1"/>
          </p:nvPr>
        </p:nvSpPr>
        <p:spPr>
          <a:xfrm>
            <a:off x="6429375" y="4838700"/>
            <a:ext cx="774700" cy="704088"/>
          </a:xfrm>
        </p:spPr>
        <p:txBody>
          <a:bodyPr/>
          <a:lstStyle>
            <a:lvl1pPr marL="0" indent="0" algn="r">
              <a:buNone/>
              <a:defRPr sz="2800">
                <a:solidFill>
                  <a:schemeClr val="accent2"/>
                </a:solidFill>
                <a:latin typeface="+mj-lt"/>
              </a:defRPr>
            </a:lvl1pPr>
          </a:lstStyle>
          <a:p>
            <a:pPr lvl="0"/>
            <a:r>
              <a:rPr lang="en-US"/>
              <a:t>XX</a:t>
            </a:r>
          </a:p>
        </p:txBody>
      </p:sp>
      <p:sp>
        <p:nvSpPr>
          <p:cNvPr id="70" name="Text Placeholder 4">
            <a:extLst>
              <a:ext uri="{FF2B5EF4-FFF2-40B4-BE49-F238E27FC236}">
                <a16:creationId xmlns:a16="http://schemas.microsoft.com/office/drawing/2014/main" id="{6ADD1C96-7429-F160-9C1C-FA804824B9F7}"/>
              </a:ext>
            </a:extLst>
          </p:cNvPr>
          <p:cNvSpPr>
            <a:spLocks noGrp="1"/>
          </p:cNvSpPr>
          <p:nvPr>
            <p:ph type="body" sz="quarter" idx="27" hasCustomPrompt="1"/>
          </p:nvPr>
        </p:nvSpPr>
        <p:spPr>
          <a:xfrm>
            <a:off x="6429375" y="3581400"/>
            <a:ext cx="774700" cy="704088"/>
          </a:xfrm>
        </p:spPr>
        <p:txBody>
          <a:bodyPr/>
          <a:lstStyle>
            <a:lvl1pPr marL="0" indent="0" algn="r">
              <a:buNone/>
              <a:defRPr sz="2800">
                <a:solidFill>
                  <a:schemeClr val="accent2"/>
                </a:solidFill>
                <a:latin typeface="+mj-lt"/>
              </a:defRPr>
            </a:lvl1pPr>
          </a:lstStyle>
          <a:p>
            <a:pPr lvl="0"/>
            <a:r>
              <a:rPr lang="en-US"/>
              <a:t>XX</a:t>
            </a:r>
          </a:p>
        </p:txBody>
      </p:sp>
      <p:sp>
        <p:nvSpPr>
          <p:cNvPr id="71" name="Text Placeholder 4">
            <a:extLst>
              <a:ext uri="{FF2B5EF4-FFF2-40B4-BE49-F238E27FC236}">
                <a16:creationId xmlns:a16="http://schemas.microsoft.com/office/drawing/2014/main" id="{E4DBC269-9891-598E-4B3E-CEA9CCB5DBF9}"/>
              </a:ext>
            </a:extLst>
          </p:cNvPr>
          <p:cNvSpPr>
            <a:spLocks noGrp="1"/>
          </p:cNvSpPr>
          <p:nvPr>
            <p:ph type="body" sz="quarter" idx="28" hasCustomPrompt="1"/>
          </p:nvPr>
        </p:nvSpPr>
        <p:spPr>
          <a:xfrm>
            <a:off x="6429375" y="2489200"/>
            <a:ext cx="774700" cy="704088"/>
          </a:xfrm>
        </p:spPr>
        <p:txBody>
          <a:bodyPr/>
          <a:lstStyle>
            <a:lvl1pPr marL="0" indent="0" algn="r">
              <a:buNone/>
              <a:defRPr sz="2800">
                <a:solidFill>
                  <a:schemeClr val="accent2"/>
                </a:solidFill>
                <a:latin typeface="+mj-lt"/>
              </a:defRPr>
            </a:lvl1pPr>
          </a:lstStyle>
          <a:p>
            <a:pPr lvl="0"/>
            <a:r>
              <a:rPr lang="en-US"/>
              <a:t>XX</a:t>
            </a:r>
          </a:p>
        </p:txBody>
      </p:sp>
      <p:sp>
        <p:nvSpPr>
          <p:cNvPr id="73" name="Rounded Rectangle 72">
            <a:extLst>
              <a:ext uri="{FF2B5EF4-FFF2-40B4-BE49-F238E27FC236}">
                <a16:creationId xmlns:a16="http://schemas.microsoft.com/office/drawing/2014/main" id="{E66EC400-7FB4-DB3B-8D61-1D2708B54BE9}"/>
              </a:ext>
            </a:extLst>
          </p:cNvPr>
          <p:cNvSpPr/>
          <p:nvPr userDrawn="1"/>
        </p:nvSpPr>
        <p:spPr>
          <a:xfrm>
            <a:off x="7188200" y="1462402"/>
            <a:ext cx="4608068" cy="55778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 Placeholder 2">
            <a:extLst>
              <a:ext uri="{FF2B5EF4-FFF2-40B4-BE49-F238E27FC236}">
                <a16:creationId xmlns:a16="http://schemas.microsoft.com/office/drawing/2014/main" id="{82F66B27-D17F-D730-6602-739F42215DBE}"/>
              </a:ext>
            </a:extLst>
          </p:cNvPr>
          <p:cNvSpPr>
            <a:spLocks noGrp="1"/>
          </p:cNvSpPr>
          <p:nvPr>
            <p:ph type="body" sz="quarter" idx="29"/>
          </p:nvPr>
        </p:nvSpPr>
        <p:spPr>
          <a:xfrm>
            <a:off x="7315200" y="1486786"/>
            <a:ext cx="4482972" cy="558800"/>
          </a:xfrm>
          <a:prstGeom prst="roundRect">
            <a:avLst/>
          </a:prstGeom>
          <a:noFill/>
        </p:spPr>
        <p:txBody>
          <a:bodyPr lIns="274320" anchor="ctr"/>
          <a:lstStyle>
            <a:lvl1pPr marL="0" indent="0">
              <a:lnSpc>
                <a:spcPts val="2400"/>
              </a:lnSpc>
              <a:buNone/>
              <a:defRPr sz="2400">
                <a:solidFill>
                  <a:schemeClr val="bg1"/>
                </a:solidFill>
                <a:latin typeface="+mj-lt"/>
              </a:defRPr>
            </a:lvl1pPr>
          </a:lstStyle>
          <a:p>
            <a:pPr lvl="0"/>
            <a:r>
              <a:rPr lang="en-US"/>
              <a:t>Click to edit Master text styles</a:t>
            </a:r>
          </a:p>
        </p:txBody>
      </p:sp>
      <p:sp>
        <p:nvSpPr>
          <p:cNvPr id="75" name="Rounded Rectangle 74">
            <a:extLst>
              <a:ext uri="{FF2B5EF4-FFF2-40B4-BE49-F238E27FC236}">
                <a16:creationId xmlns:a16="http://schemas.microsoft.com/office/drawing/2014/main" id="{48C47F3B-D749-DD5A-61FB-C39B5FA9FCE3}"/>
              </a:ext>
            </a:extLst>
          </p:cNvPr>
          <p:cNvSpPr/>
          <p:nvPr userDrawn="1"/>
        </p:nvSpPr>
        <p:spPr>
          <a:xfrm>
            <a:off x="6503307" y="124514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9" name="Straight Connector 38">
            <a:extLst>
              <a:ext uri="{FF2B5EF4-FFF2-40B4-BE49-F238E27FC236}">
                <a16:creationId xmlns:a16="http://schemas.microsoft.com/office/drawing/2014/main" id="{BA07A94C-4F35-9FC1-45A8-C0B63AE87CF1}"/>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40" name="Rounded Rectangle 39">
            <a:extLst>
              <a:ext uri="{FF2B5EF4-FFF2-40B4-BE49-F238E27FC236}">
                <a16:creationId xmlns:a16="http://schemas.microsoft.com/office/drawing/2014/main" id="{71783676-3290-5D4A-EE32-A780F9F23FE7}"/>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1" name="Graphic 62">
            <a:extLst>
              <a:ext uri="{FF2B5EF4-FFF2-40B4-BE49-F238E27FC236}">
                <a16:creationId xmlns:a16="http://schemas.microsoft.com/office/drawing/2014/main" id="{6A056D92-D0C9-0BE8-42A4-D7EF19F0E896}"/>
              </a:ext>
            </a:extLst>
          </p:cNvPr>
          <p:cNvGrpSpPr/>
          <p:nvPr userDrawn="1"/>
        </p:nvGrpSpPr>
        <p:grpSpPr>
          <a:xfrm>
            <a:off x="11389259" y="459884"/>
            <a:ext cx="352694" cy="349203"/>
            <a:chOff x="10767269" y="208371"/>
            <a:chExt cx="182844" cy="181034"/>
          </a:xfrm>
        </p:grpSpPr>
        <p:sp>
          <p:nvSpPr>
            <p:cNvPr id="43" name="Freeform 42">
              <a:extLst>
                <a:ext uri="{FF2B5EF4-FFF2-40B4-BE49-F238E27FC236}">
                  <a16:creationId xmlns:a16="http://schemas.microsoft.com/office/drawing/2014/main" id="{FDB8B7AF-4D12-A2ED-FA8F-442401B56877}"/>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4" name="Freeform 43">
              <a:extLst>
                <a:ext uri="{FF2B5EF4-FFF2-40B4-BE49-F238E27FC236}">
                  <a16:creationId xmlns:a16="http://schemas.microsoft.com/office/drawing/2014/main" id="{822BF330-3AE8-8AA3-4A4C-CE13C05E91AE}"/>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45" name="Freeform 44">
              <a:extLst>
                <a:ext uri="{FF2B5EF4-FFF2-40B4-BE49-F238E27FC236}">
                  <a16:creationId xmlns:a16="http://schemas.microsoft.com/office/drawing/2014/main" id="{D85407E4-698B-0930-863D-9B4EBC73DA2A}"/>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6" name="Freeform 45">
              <a:extLst>
                <a:ext uri="{FF2B5EF4-FFF2-40B4-BE49-F238E27FC236}">
                  <a16:creationId xmlns:a16="http://schemas.microsoft.com/office/drawing/2014/main" id="{D6A43AF3-79EA-47C6-A4E9-343111A42AB5}"/>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47" name="Freeform 46">
              <a:extLst>
                <a:ext uri="{FF2B5EF4-FFF2-40B4-BE49-F238E27FC236}">
                  <a16:creationId xmlns:a16="http://schemas.microsoft.com/office/drawing/2014/main" id="{506E2268-4244-FA6F-1331-7747CB1FD273}"/>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49" name="Slide Number Placeholder 5">
            <a:extLst>
              <a:ext uri="{FF2B5EF4-FFF2-40B4-BE49-F238E27FC236}">
                <a16:creationId xmlns:a16="http://schemas.microsoft.com/office/drawing/2014/main" id="{91F8190E-56FA-1FC6-EF26-FDD71C17DF8E}"/>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084607982"/>
      </p:ext>
    </p:extLst>
  </p:cSld>
  <p:clrMapOvr>
    <a:overrideClrMapping bg1="lt1" tx1="dk1" bg2="lt2" tx2="dk2" accent1="accent1" accent2="accent2" accent3="accent3" accent4="accent4" accent5="accent5" accent6="accent6" hlink="hlink" folHlink="folHlink"/>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2 Columns with Specialty Header">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854776A-1641-F2F5-EB5A-66E49C4E09CA}"/>
              </a:ext>
            </a:extLst>
          </p:cNvPr>
          <p:cNvSpPr>
            <a:spLocks noGrp="1"/>
          </p:cNvSpPr>
          <p:nvPr>
            <p:ph type="body" sz="quarter" idx="15"/>
          </p:nvPr>
        </p:nvSpPr>
        <p:spPr>
          <a:xfrm>
            <a:off x="454025" y="1461386"/>
            <a:ext cx="5413248" cy="558800"/>
          </a:xfrm>
          <a:prstGeom prst="roundRect">
            <a:avLst/>
          </a:prstGeom>
          <a:solidFill>
            <a:schemeClr val="accent3">
              <a:lumMod val="90000"/>
            </a:schemeClr>
          </a:solidFill>
        </p:spPr>
        <p:txBody>
          <a:bodyPr lIns="274320" anchor="ctr"/>
          <a:lstStyle>
            <a:lvl1pPr marL="0" indent="0">
              <a:buNone/>
              <a:defRPr sz="2400">
                <a:solidFill>
                  <a:schemeClr val="bg1"/>
                </a:solidFill>
                <a:latin typeface="+mj-lt"/>
              </a:defRPr>
            </a:lvl1pPr>
          </a:lstStyle>
          <a:p>
            <a:pPr lvl="0"/>
            <a:r>
              <a:rPr lang="en-US"/>
              <a:t>Click to edit Master text styles</a:t>
            </a:r>
          </a:p>
        </p:txBody>
      </p:sp>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4808"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1" name="Text Placeholder 2">
            <a:extLst>
              <a:ext uri="{FF2B5EF4-FFF2-40B4-BE49-F238E27FC236}">
                <a16:creationId xmlns:a16="http://schemas.microsoft.com/office/drawing/2014/main" id="{7A8B3D6F-D0B6-54E3-D5BC-F313B25AB746}"/>
              </a:ext>
            </a:extLst>
          </p:cNvPr>
          <p:cNvSpPr>
            <a:spLocks noGrp="1"/>
          </p:cNvSpPr>
          <p:nvPr>
            <p:ph type="body" sz="quarter" idx="16"/>
          </p:nvPr>
        </p:nvSpPr>
        <p:spPr>
          <a:xfrm>
            <a:off x="6324600" y="1461386"/>
            <a:ext cx="5413248" cy="558800"/>
          </a:xfrm>
          <a:prstGeom prst="roundRect">
            <a:avLst/>
          </a:prstGeom>
          <a:solidFill>
            <a:schemeClr val="accent2"/>
          </a:solidFill>
        </p:spPr>
        <p:txBody>
          <a:bodyPr lIns="274320" anchor="ctr"/>
          <a:lstStyle>
            <a:lvl1pPr marL="0" indent="0">
              <a:buNone/>
              <a:defRPr sz="2400">
                <a:solidFill>
                  <a:schemeClr val="bg1"/>
                </a:solidFill>
                <a:latin typeface="+mj-lt"/>
              </a:defRPr>
            </a:lvl1pPr>
          </a:lstStyle>
          <a:p>
            <a:pPr lvl="0"/>
            <a:r>
              <a:rPr lang="en-US"/>
              <a:t>Click to edit Master text styles</a:t>
            </a:r>
          </a:p>
        </p:txBody>
      </p:sp>
      <p:cxnSp>
        <p:nvCxnSpPr>
          <p:cNvPr id="38" name="Straight Connector 37">
            <a:extLst>
              <a:ext uri="{FF2B5EF4-FFF2-40B4-BE49-F238E27FC236}">
                <a16:creationId xmlns:a16="http://schemas.microsoft.com/office/drawing/2014/main" id="{788B8436-FAE1-28C8-25F9-DE87833EE946}"/>
              </a:ext>
            </a:extLst>
          </p:cNvPr>
          <p:cNvCxnSpPr>
            <a:cxnSpLocks/>
          </p:cNvCxnSpPr>
          <p:nvPr userDrawn="1"/>
        </p:nvCxnSpPr>
        <p:spPr>
          <a:xfrm>
            <a:off x="6095936" y="1454150"/>
            <a:ext cx="0" cy="4502150"/>
          </a:xfrm>
          <a:prstGeom prst="line">
            <a:avLst/>
          </a:prstGeom>
        </p:spPr>
        <p:style>
          <a:lnRef idx="1">
            <a:schemeClr val="accent1"/>
          </a:lnRef>
          <a:fillRef idx="0">
            <a:schemeClr val="accent1"/>
          </a:fillRef>
          <a:effectRef idx="0">
            <a:schemeClr val="accent1"/>
          </a:effectRef>
          <a:fontRef idx="minor">
            <a:schemeClr val="tx1"/>
          </a:fontRef>
        </p:style>
      </p:cxnSp>
      <p:sp>
        <p:nvSpPr>
          <p:cNvPr id="40" name="Content Placeholder 2">
            <a:extLst>
              <a:ext uri="{FF2B5EF4-FFF2-40B4-BE49-F238E27FC236}">
                <a16:creationId xmlns:a16="http://schemas.microsoft.com/office/drawing/2014/main" id="{D89FF448-E98B-D9A8-5BFA-B2E87B3A66BB}"/>
              </a:ext>
            </a:extLst>
          </p:cNvPr>
          <p:cNvSpPr>
            <a:spLocks noGrp="1"/>
          </p:cNvSpPr>
          <p:nvPr>
            <p:ph sz="quarter" idx="17"/>
          </p:nvPr>
        </p:nvSpPr>
        <p:spPr>
          <a:xfrm>
            <a:off x="454025" y="2214880"/>
            <a:ext cx="541324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41" name="Content Placeholder 2">
            <a:extLst>
              <a:ext uri="{FF2B5EF4-FFF2-40B4-BE49-F238E27FC236}">
                <a16:creationId xmlns:a16="http://schemas.microsoft.com/office/drawing/2014/main" id="{441C8E46-662B-5695-A792-AD8BF414A96A}"/>
              </a:ext>
            </a:extLst>
          </p:cNvPr>
          <p:cNvSpPr>
            <a:spLocks noGrp="1"/>
          </p:cNvSpPr>
          <p:nvPr>
            <p:ph sz="quarter" idx="18"/>
          </p:nvPr>
        </p:nvSpPr>
        <p:spPr>
          <a:xfrm>
            <a:off x="6323555" y="2214880"/>
            <a:ext cx="541324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70D5CD4A-CACB-B6AE-BBC4-4C8978078E36}"/>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9FC1E52B-299B-816D-D973-DDB4A9061C14}"/>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9" name="Graphic 62">
            <a:extLst>
              <a:ext uri="{FF2B5EF4-FFF2-40B4-BE49-F238E27FC236}">
                <a16:creationId xmlns:a16="http://schemas.microsoft.com/office/drawing/2014/main" id="{46C6722C-C67C-380F-6B8E-035E3C0B38EE}"/>
              </a:ext>
            </a:extLst>
          </p:cNvPr>
          <p:cNvGrpSpPr/>
          <p:nvPr userDrawn="1"/>
        </p:nvGrpSpPr>
        <p:grpSpPr>
          <a:xfrm>
            <a:off x="11389259" y="459884"/>
            <a:ext cx="352694" cy="349203"/>
            <a:chOff x="10767269" y="208371"/>
            <a:chExt cx="182844" cy="181034"/>
          </a:xfrm>
        </p:grpSpPr>
        <p:sp>
          <p:nvSpPr>
            <p:cNvPr id="32" name="Freeform 31">
              <a:extLst>
                <a:ext uri="{FF2B5EF4-FFF2-40B4-BE49-F238E27FC236}">
                  <a16:creationId xmlns:a16="http://schemas.microsoft.com/office/drawing/2014/main" id="{496C27F2-144E-ED54-943E-B4D604FCF7FF}"/>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3" name="Freeform 32">
              <a:extLst>
                <a:ext uri="{FF2B5EF4-FFF2-40B4-BE49-F238E27FC236}">
                  <a16:creationId xmlns:a16="http://schemas.microsoft.com/office/drawing/2014/main" id="{C2496FEF-51EC-C99F-0448-4EA8B7D877EB}"/>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4" name="Freeform 33">
              <a:extLst>
                <a:ext uri="{FF2B5EF4-FFF2-40B4-BE49-F238E27FC236}">
                  <a16:creationId xmlns:a16="http://schemas.microsoft.com/office/drawing/2014/main" id="{8D02FF2D-E1F2-8ED6-694D-4E0B714DD701}"/>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3005232E-DC7B-3822-6A78-F301F4279701}"/>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50E9EFE7-84D0-E24A-1C42-D9A97171BE1A}"/>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4" name="Slide Number Placeholder 5">
            <a:extLst>
              <a:ext uri="{FF2B5EF4-FFF2-40B4-BE49-F238E27FC236}">
                <a16:creationId xmlns:a16="http://schemas.microsoft.com/office/drawing/2014/main" id="{2DF047A2-13C2-7A18-6D0E-823804454E25}"/>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3307660661"/>
      </p:ext>
    </p:extLst>
  </p:cSld>
  <p:clrMapOvr>
    <a:overrideClrMapping bg1="lt1" tx1="dk1" bg2="lt2" tx2="dk2" accent1="accent1" accent2="accent2" accent3="accent3" accent4="accent4" accent5="accent5" accent6="accent6" hlink="hlink" folHlink="folHlink"/>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4 Sections with Specialty Headers">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854776A-1641-F2F5-EB5A-66E49C4E09CA}"/>
              </a:ext>
            </a:extLst>
          </p:cNvPr>
          <p:cNvSpPr>
            <a:spLocks noGrp="1"/>
          </p:cNvSpPr>
          <p:nvPr>
            <p:ph type="body" sz="quarter" idx="15"/>
          </p:nvPr>
        </p:nvSpPr>
        <p:spPr>
          <a:xfrm>
            <a:off x="454025" y="1461386"/>
            <a:ext cx="5413248" cy="558800"/>
          </a:xfrm>
          <a:prstGeom prst="roundRect">
            <a:avLst/>
          </a:prstGeom>
          <a:solidFill>
            <a:schemeClr val="accent1"/>
          </a:solidFill>
        </p:spPr>
        <p:txBody>
          <a:bodyPr lIns="274320" anchor="ctr"/>
          <a:lstStyle>
            <a:lvl1pPr marL="0" indent="0">
              <a:buNone/>
              <a:defRPr sz="2400">
                <a:solidFill>
                  <a:schemeClr val="bg1"/>
                </a:solidFill>
                <a:latin typeface="+mj-lt"/>
              </a:defRPr>
            </a:lvl1pPr>
          </a:lstStyle>
          <a:p>
            <a:pPr lvl="0"/>
            <a:r>
              <a:rPr lang="en-US"/>
              <a:t>Click to edit Master text styles</a:t>
            </a:r>
          </a:p>
        </p:txBody>
      </p:sp>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4808"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1" name="Text Placeholder 2">
            <a:extLst>
              <a:ext uri="{FF2B5EF4-FFF2-40B4-BE49-F238E27FC236}">
                <a16:creationId xmlns:a16="http://schemas.microsoft.com/office/drawing/2014/main" id="{7A8B3D6F-D0B6-54E3-D5BC-F313B25AB746}"/>
              </a:ext>
            </a:extLst>
          </p:cNvPr>
          <p:cNvSpPr>
            <a:spLocks noGrp="1"/>
          </p:cNvSpPr>
          <p:nvPr>
            <p:ph type="body" sz="quarter" idx="16"/>
          </p:nvPr>
        </p:nvSpPr>
        <p:spPr>
          <a:xfrm>
            <a:off x="6324600" y="1461386"/>
            <a:ext cx="5413248" cy="558800"/>
          </a:xfrm>
          <a:prstGeom prst="roundRect">
            <a:avLst/>
          </a:prstGeom>
          <a:solidFill>
            <a:schemeClr val="accent2"/>
          </a:solidFill>
        </p:spPr>
        <p:txBody>
          <a:bodyPr lIns="274320" anchor="ctr"/>
          <a:lstStyle>
            <a:lvl1pPr marL="0" indent="0">
              <a:buNone/>
              <a:defRPr sz="2400">
                <a:solidFill>
                  <a:schemeClr val="bg1"/>
                </a:solidFill>
                <a:latin typeface="+mj-lt"/>
              </a:defRPr>
            </a:lvl1pPr>
          </a:lstStyle>
          <a:p>
            <a:pPr lvl="0"/>
            <a:r>
              <a:rPr lang="en-US"/>
              <a:t>Click to edit Master text styles</a:t>
            </a:r>
          </a:p>
        </p:txBody>
      </p:sp>
      <p:sp>
        <p:nvSpPr>
          <p:cNvPr id="29" name="Text Placeholder 2">
            <a:extLst>
              <a:ext uri="{FF2B5EF4-FFF2-40B4-BE49-F238E27FC236}">
                <a16:creationId xmlns:a16="http://schemas.microsoft.com/office/drawing/2014/main" id="{FB787B36-7AEE-395C-209A-62EDCAD058F6}"/>
              </a:ext>
            </a:extLst>
          </p:cNvPr>
          <p:cNvSpPr>
            <a:spLocks noGrp="1"/>
          </p:cNvSpPr>
          <p:nvPr>
            <p:ph type="body" sz="quarter" idx="17"/>
          </p:nvPr>
        </p:nvSpPr>
        <p:spPr>
          <a:xfrm>
            <a:off x="454025" y="3886200"/>
            <a:ext cx="5413248" cy="558800"/>
          </a:xfrm>
          <a:prstGeom prst="roundRect">
            <a:avLst/>
          </a:prstGeom>
          <a:solidFill>
            <a:schemeClr val="accent3">
              <a:lumMod val="90000"/>
            </a:schemeClr>
          </a:solidFill>
        </p:spPr>
        <p:txBody>
          <a:bodyPr lIns="274320" anchor="ctr"/>
          <a:lstStyle>
            <a:lvl1pPr marL="0" indent="0">
              <a:buNone/>
              <a:defRPr sz="2400">
                <a:solidFill>
                  <a:schemeClr val="bg1"/>
                </a:solidFill>
                <a:latin typeface="+mj-lt"/>
              </a:defRPr>
            </a:lvl1pPr>
          </a:lstStyle>
          <a:p>
            <a:pPr lvl="0"/>
            <a:r>
              <a:rPr lang="en-US"/>
              <a:t>Click to edit Master text styles</a:t>
            </a:r>
          </a:p>
        </p:txBody>
      </p:sp>
      <p:sp>
        <p:nvSpPr>
          <p:cNvPr id="38" name="Text Placeholder 2">
            <a:extLst>
              <a:ext uri="{FF2B5EF4-FFF2-40B4-BE49-F238E27FC236}">
                <a16:creationId xmlns:a16="http://schemas.microsoft.com/office/drawing/2014/main" id="{5E49B28D-8F05-050A-47CD-4C94D3DB13B7}"/>
              </a:ext>
            </a:extLst>
          </p:cNvPr>
          <p:cNvSpPr>
            <a:spLocks noGrp="1"/>
          </p:cNvSpPr>
          <p:nvPr>
            <p:ph type="body" sz="quarter" idx="20"/>
          </p:nvPr>
        </p:nvSpPr>
        <p:spPr>
          <a:xfrm>
            <a:off x="6324600" y="3886200"/>
            <a:ext cx="5413248" cy="558800"/>
          </a:xfrm>
          <a:prstGeom prst="roundRect">
            <a:avLst/>
          </a:prstGeom>
          <a:solidFill>
            <a:schemeClr val="accent5"/>
          </a:solidFill>
        </p:spPr>
        <p:txBody>
          <a:bodyPr lIns="274320" anchor="ctr"/>
          <a:lstStyle>
            <a:lvl1pPr marL="0" indent="0">
              <a:buNone/>
              <a:defRPr sz="2400">
                <a:solidFill>
                  <a:schemeClr val="bg1"/>
                </a:solidFill>
                <a:latin typeface="+mj-lt"/>
              </a:defRPr>
            </a:lvl1pPr>
          </a:lstStyle>
          <a:p>
            <a:pPr lvl="0"/>
            <a:r>
              <a:rPr lang="en-US"/>
              <a:t>Click to edit Master text styles</a:t>
            </a:r>
          </a:p>
        </p:txBody>
      </p:sp>
      <p:cxnSp>
        <p:nvCxnSpPr>
          <p:cNvPr id="39" name="Straight Connector 38">
            <a:extLst>
              <a:ext uri="{FF2B5EF4-FFF2-40B4-BE49-F238E27FC236}">
                <a16:creationId xmlns:a16="http://schemas.microsoft.com/office/drawing/2014/main" id="{5C0C652A-48A4-090B-D673-56428A1576D3}"/>
              </a:ext>
            </a:extLst>
          </p:cNvPr>
          <p:cNvCxnSpPr>
            <a:cxnSpLocks/>
          </p:cNvCxnSpPr>
          <p:nvPr userDrawn="1"/>
        </p:nvCxnSpPr>
        <p:spPr>
          <a:xfrm>
            <a:off x="6095936" y="1454150"/>
            <a:ext cx="0" cy="4502150"/>
          </a:xfrm>
          <a:prstGeom prst="line">
            <a:avLst/>
          </a:prstGeom>
        </p:spPr>
        <p:style>
          <a:lnRef idx="1">
            <a:schemeClr val="accent1"/>
          </a:lnRef>
          <a:fillRef idx="0">
            <a:schemeClr val="accent1"/>
          </a:fillRef>
          <a:effectRef idx="0">
            <a:schemeClr val="accent1"/>
          </a:effectRef>
          <a:fontRef idx="minor">
            <a:schemeClr val="tx1"/>
          </a:fontRef>
        </p:style>
      </p:cxnSp>
      <p:sp>
        <p:nvSpPr>
          <p:cNvPr id="40" name="Content Placeholder 2">
            <a:extLst>
              <a:ext uri="{FF2B5EF4-FFF2-40B4-BE49-F238E27FC236}">
                <a16:creationId xmlns:a16="http://schemas.microsoft.com/office/drawing/2014/main" id="{E2B68D74-78A5-FE98-88F2-837962E4BB8F}"/>
              </a:ext>
            </a:extLst>
          </p:cNvPr>
          <p:cNvSpPr>
            <a:spLocks noGrp="1"/>
          </p:cNvSpPr>
          <p:nvPr>
            <p:ph sz="quarter" idx="21"/>
          </p:nvPr>
        </p:nvSpPr>
        <p:spPr>
          <a:xfrm>
            <a:off x="454025" y="2214880"/>
            <a:ext cx="5413248" cy="1226820"/>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41" name="Content Placeholder 2">
            <a:extLst>
              <a:ext uri="{FF2B5EF4-FFF2-40B4-BE49-F238E27FC236}">
                <a16:creationId xmlns:a16="http://schemas.microsoft.com/office/drawing/2014/main" id="{E2900BEC-965C-7AF1-8A8F-3E1D554B2E67}"/>
              </a:ext>
            </a:extLst>
          </p:cNvPr>
          <p:cNvSpPr>
            <a:spLocks noGrp="1"/>
          </p:cNvSpPr>
          <p:nvPr>
            <p:ph sz="quarter" idx="22"/>
          </p:nvPr>
        </p:nvSpPr>
        <p:spPr>
          <a:xfrm>
            <a:off x="6323555" y="2214880"/>
            <a:ext cx="5413248" cy="1226820"/>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42" name="Content Placeholder 2">
            <a:extLst>
              <a:ext uri="{FF2B5EF4-FFF2-40B4-BE49-F238E27FC236}">
                <a16:creationId xmlns:a16="http://schemas.microsoft.com/office/drawing/2014/main" id="{C7B10ECC-0E2A-4F45-1953-4B0C599AECE8}"/>
              </a:ext>
            </a:extLst>
          </p:cNvPr>
          <p:cNvSpPr>
            <a:spLocks noGrp="1"/>
          </p:cNvSpPr>
          <p:nvPr>
            <p:ph sz="quarter" idx="23"/>
          </p:nvPr>
        </p:nvSpPr>
        <p:spPr>
          <a:xfrm>
            <a:off x="454025" y="4635500"/>
            <a:ext cx="5413248" cy="1226820"/>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43" name="Content Placeholder 2">
            <a:extLst>
              <a:ext uri="{FF2B5EF4-FFF2-40B4-BE49-F238E27FC236}">
                <a16:creationId xmlns:a16="http://schemas.microsoft.com/office/drawing/2014/main" id="{F5350FF9-78E7-320E-B7AB-E85B860E7EDB}"/>
              </a:ext>
            </a:extLst>
          </p:cNvPr>
          <p:cNvSpPr>
            <a:spLocks noGrp="1"/>
          </p:cNvSpPr>
          <p:nvPr>
            <p:ph sz="quarter" idx="24"/>
          </p:nvPr>
        </p:nvSpPr>
        <p:spPr>
          <a:xfrm>
            <a:off x="6323555" y="4635500"/>
            <a:ext cx="5413248" cy="1226820"/>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1FEF5D33-F2C0-D566-0A2A-3F44C1D3DF10}"/>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75211402-9782-CD6B-9758-4E2F5A75FAD5}"/>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0" name="Graphic 62">
            <a:extLst>
              <a:ext uri="{FF2B5EF4-FFF2-40B4-BE49-F238E27FC236}">
                <a16:creationId xmlns:a16="http://schemas.microsoft.com/office/drawing/2014/main" id="{DDC70A9A-B9D4-AC52-8FBF-40D0381C718E}"/>
              </a:ext>
            </a:extLst>
          </p:cNvPr>
          <p:cNvGrpSpPr/>
          <p:nvPr userDrawn="1"/>
        </p:nvGrpSpPr>
        <p:grpSpPr>
          <a:xfrm>
            <a:off x="11389259" y="459884"/>
            <a:ext cx="352694" cy="349203"/>
            <a:chOff x="10767269" y="208371"/>
            <a:chExt cx="182844" cy="181034"/>
          </a:xfrm>
        </p:grpSpPr>
        <p:sp>
          <p:nvSpPr>
            <p:cNvPr id="33" name="Freeform 32">
              <a:extLst>
                <a:ext uri="{FF2B5EF4-FFF2-40B4-BE49-F238E27FC236}">
                  <a16:creationId xmlns:a16="http://schemas.microsoft.com/office/drawing/2014/main" id="{A65BBF50-96C9-C99E-362A-C9D6CB8C48AF}"/>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4" name="Freeform 33">
              <a:extLst>
                <a:ext uri="{FF2B5EF4-FFF2-40B4-BE49-F238E27FC236}">
                  <a16:creationId xmlns:a16="http://schemas.microsoft.com/office/drawing/2014/main" id="{FEA7B90B-3C75-0E1D-FA7D-07309E9CC599}"/>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11F3A6D8-33BF-D718-22B6-A3EE19775773}"/>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B5AD2A26-D1A6-8818-6336-190AE19EF63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44" name="Freeform 43">
              <a:extLst>
                <a:ext uri="{FF2B5EF4-FFF2-40B4-BE49-F238E27FC236}">
                  <a16:creationId xmlns:a16="http://schemas.microsoft.com/office/drawing/2014/main" id="{255F9E8E-F791-ABDF-E130-6445CC1AFD09}"/>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46" name="Slide Number Placeholder 5">
            <a:extLst>
              <a:ext uri="{FF2B5EF4-FFF2-40B4-BE49-F238E27FC236}">
                <a16:creationId xmlns:a16="http://schemas.microsoft.com/office/drawing/2014/main" id="{FA3D0FCE-7688-387C-C478-A90E2EFDBE73}"/>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093427416"/>
      </p:ext>
    </p:extLst>
  </p:cSld>
  <p:clrMapOvr>
    <a:overrideClrMapping bg1="lt1" tx1="dk1" bg2="lt2" tx2="dk2" accent1="accent1" accent2="accent2" accent3="accent3" accent4="accent4" accent5="accent5" accent6="accent6" hlink="hlink" folHlink="folHlink"/>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2 Subject Pros &amp; Cons">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A018E09-4F14-5344-A0E1-B350C6D2764E}"/>
              </a:ext>
            </a:extLst>
          </p:cNvPr>
          <p:cNvSpPr/>
          <p:nvPr userDrawn="1"/>
        </p:nvSpPr>
        <p:spPr>
          <a:xfrm>
            <a:off x="0" y="0"/>
            <a:ext cx="3349625" cy="6858000"/>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4" name="Graphic 62" hidden="1">
            <a:extLst>
              <a:ext uri="{FF2B5EF4-FFF2-40B4-BE49-F238E27FC236}">
                <a16:creationId xmlns:a16="http://schemas.microsoft.com/office/drawing/2014/main" id="{026D8BD6-9828-7A47-883D-E86FAC90F0F6}"/>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EF8D6C47-4F24-294F-AD4E-49AE68CE9D0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5ED918B2-DF70-E64E-BC9E-7B9A74283A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E0EC8DBC-201D-B44A-8F91-EFA72C61D247}"/>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FFB5CA89-8729-3D4A-B8E9-12B9E4D915E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39915B2B-2D62-0A48-B633-5C7346FB029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9" name="Title 36">
            <a:extLst>
              <a:ext uri="{FF2B5EF4-FFF2-40B4-BE49-F238E27FC236}">
                <a16:creationId xmlns:a16="http://schemas.microsoft.com/office/drawing/2014/main" id="{75117282-4179-06C7-3BC8-458091973188}"/>
              </a:ext>
            </a:extLst>
          </p:cNvPr>
          <p:cNvSpPr>
            <a:spLocks noGrp="1"/>
          </p:cNvSpPr>
          <p:nvPr>
            <p:ph type="title" hasCustomPrompt="1"/>
          </p:nvPr>
        </p:nvSpPr>
        <p:spPr>
          <a:xfrm>
            <a:off x="454026" y="447392"/>
            <a:ext cx="2729441" cy="695608"/>
          </a:xfrm>
        </p:spPr>
        <p:txBody>
          <a:bodyPr/>
          <a:lstStyle/>
          <a:p>
            <a:r>
              <a:rPr lang="en-US"/>
              <a:t>Click To Edit Master Title Style</a:t>
            </a:r>
            <a:endParaRPr lang="en-GB"/>
          </a:p>
        </p:txBody>
      </p:sp>
      <p:sp>
        <p:nvSpPr>
          <p:cNvPr id="50" name="Content Placeholder 5">
            <a:extLst>
              <a:ext uri="{FF2B5EF4-FFF2-40B4-BE49-F238E27FC236}">
                <a16:creationId xmlns:a16="http://schemas.microsoft.com/office/drawing/2014/main" id="{21B1A87C-4B89-E822-3C69-F508AB2BE6BB}"/>
              </a:ext>
            </a:extLst>
          </p:cNvPr>
          <p:cNvSpPr>
            <a:spLocks noGrp="1"/>
          </p:cNvSpPr>
          <p:nvPr>
            <p:ph sz="quarter" idx="10"/>
          </p:nvPr>
        </p:nvSpPr>
        <p:spPr>
          <a:xfrm>
            <a:off x="454026" y="1143000"/>
            <a:ext cx="1984248" cy="2075688"/>
          </a:xfrm>
          <a:prstGeom prst="roundRect">
            <a:avLst/>
          </a:prstGeom>
          <a:solidFill>
            <a:schemeClr val="accent1"/>
          </a:solidFill>
        </p:spPr>
        <p:txBody>
          <a:bodyPr anchor="ctr"/>
          <a:lstStyle>
            <a:lvl1pPr marL="0" indent="0" algn="ctr">
              <a:buNone/>
              <a:defRPr sz="2400">
                <a:solidFill>
                  <a:schemeClr val="bg1"/>
                </a:solidFill>
                <a:latin typeface="+mj-lt"/>
              </a:defRPr>
            </a:lvl1pPr>
          </a:lstStyle>
          <a:p>
            <a:pPr lvl="0"/>
            <a:endParaRPr lang="en-US"/>
          </a:p>
        </p:txBody>
      </p:sp>
      <p:sp>
        <p:nvSpPr>
          <p:cNvPr id="52" name="Content Placeholder 5">
            <a:extLst>
              <a:ext uri="{FF2B5EF4-FFF2-40B4-BE49-F238E27FC236}">
                <a16:creationId xmlns:a16="http://schemas.microsoft.com/office/drawing/2014/main" id="{08F559A5-8C57-1E4E-DA2A-2DFE272FB9F6}"/>
              </a:ext>
            </a:extLst>
          </p:cNvPr>
          <p:cNvSpPr>
            <a:spLocks noGrp="1"/>
          </p:cNvSpPr>
          <p:nvPr>
            <p:ph sz="quarter" idx="11"/>
          </p:nvPr>
        </p:nvSpPr>
        <p:spPr>
          <a:xfrm>
            <a:off x="454026" y="3647364"/>
            <a:ext cx="1984248" cy="2075688"/>
          </a:xfrm>
          <a:prstGeom prst="roundRect">
            <a:avLst/>
          </a:prstGeom>
          <a:solidFill>
            <a:schemeClr val="accent3">
              <a:lumMod val="90000"/>
            </a:schemeClr>
          </a:solidFill>
        </p:spPr>
        <p:txBody>
          <a:bodyPr anchor="ctr"/>
          <a:lstStyle>
            <a:lvl1pPr marL="0" indent="0" algn="ctr">
              <a:buNone/>
              <a:defRPr sz="2400">
                <a:solidFill>
                  <a:schemeClr val="bg1"/>
                </a:solidFill>
                <a:latin typeface="+mj-lt"/>
              </a:defRPr>
            </a:lvl1pPr>
          </a:lstStyle>
          <a:p>
            <a:pPr lvl="0"/>
            <a:endParaRPr lang="en-US"/>
          </a:p>
        </p:txBody>
      </p:sp>
      <p:sp>
        <p:nvSpPr>
          <p:cNvPr id="55" name="Text Placeholder 13">
            <a:extLst>
              <a:ext uri="{FF2B5EF4-FFF2-40B4-BE49-F238E27FC236}">
                <a16:creationId xmlns:a16="http://schemas.microsoft.com/office/drawing/2014/main" id="{B718AB7D-40DA-EFC8-1D9D-8A44BDAC936D}"/>
              </a:ext>
            </a:extLst>
          </p:cNvPr>
          <p:cNvSpPr>
            <a:spLocks noGrp="1"/>
          </p:cNvSpPr>
          <p:nvPr>
            <p:ph type="body" sz="quarter" idx="13" hasCustomPrompt="1"/>
          </p:nvPr>
        </p:nvSpPr>
        <p:spPr>
          <a:xfrm>
            <a:off x="3546465" y="1221656"/>
            <a:ext cx="7896981" cy="429768"/>
          </a:xfrm>
        </p:spPr>
        <p:txBody>
          <a:bodyPr rIns="0"/>
          <a:lstStyle>
            <a:lvl1pPr marL="285750" marR="0" indent="-285750" algn="l" defTabSz="914400" rtl="0" eaLnBrk="1" fontAlgn="auto" latinLnBrk="0" hangingPunct="1">
              <a:lnSpc>
                <a:spcPts val="1600"/>
              </a:lnSpc>
              <a:spcBef>
                <a:spcPts val="0"/>
              </a:spcBef>
              <a:spcAft>
                <a:spcPts val="600"/>
              </a:spcAft>
              <a:buClr>
                <a:srgbClr val="FF5F00"/>
              </a:buClr>
              <a:buSzTx/>
              <a:buFont typeface="Wingdings" pitchFamily="2" charset="2"/>
              <a:buChar char="§"/>
              <a:tabLst/>
              <a:defRPr sz="1600" b="0" i="0">
                <a:solidFill>
                  <a:schemeClr val="accent1"/>
                </a:solidFill>
                <a:latin typeface="Franklin Gothic Book" panose="020B05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marL="285750" marR="0" lvl="0" indent="-285750" algn="l" defTabSz="914400" rtl="0" eaLnBrk="1" fontAlgn="auto" latinLnBrk="0" hangingPunct="1">
              <a:lnSpc>
                <a:spcPts val="1600"/>
              </a:lnSpc>
              <a:spcBef>
                <a:spcPts val="0"/>
              </a:spcBef>
              <a:spcAft>
                <a:spcPts val="600"/>
              </a:spcAft>
              <a:buClr>
                <a:srgbClr val="FF5F00"/>
              </a:buClr>
              <a:buSzTx/>
              <a:buFont typeface="Wingdings" pitchFamily="2" charset="2"/>
              <a:buChar char="§"/>
              <a:tabLst/>
              <a:defRPr/>
            </a:pPr>
            <a:r>
              <a:rPr lang="en-GB" err="1">
                <a:solidFill>
                  <a:srgbClr val="011E41"/>
                </a:solidFill>
              </a:rPr>
              <a:t>Fusce</a:t>
            </a:r>
            <a:r>
              <a:rPr lang="en-GB">
                <a:solidFill>
                  <a:srgbClr val="011E41"/>
                </a:solidFill>
              </a:rPr>
              <a:t> </a:t>
            </a:r>
            <a:r>
              <a:rPr lang="en-GB" err="1">
                <a:solidFill>
                  <a:srgbClr val="011E41"/>
                </a:solidFill>
              </a:rPr>
              <a:t>elit</a:t>
            </a:r>
            <a:r>
              <a:rPr lang="en-GB">
                <a:solidFill>
                  <a:srgbClr val="011E41"/>
                </a:solidFill>
              </a:rPr>
              <a:t> </a:t>
            </a:r>
            <a:r>
              <a:rPr lang="en-GB" err="1">
                <a:solidFill>
                  <a:srgbClr val="011E41"/>
                </a:solidFill>
              </a:rPr>
              <a:t>diam</a:t>
            </a:r>
            <a:r>
              <a:rPr lang="en-GB">
                <a:solidFill>
                  <a:srgbClr val="011E41"/>
                </a:solidFill>
              </a:rPr>
              <a:t>, maximus a </a:t>
            </a:r>
            <a:r>
              <a:rPr lang="en-GB" err="1">
                <a:solidFill>
                  <a:srgbClr val="011E41"/>
                </a:solidFill>
              </a:rPr>
              <a:t>condimentum</a:t>
            </a:r>
            <a:r>
              <a:rPr lang="en-GB">
                <a:solidFill>
                  <a:srgbClr val="011E41"/>
                </a:solidFill>
              </a:rPr>
              <a:t> </a:t>
            </a:r>
            <a:r>
              <a:rPr lang="en-GB" err="1">
                <a:solidFill>
                  <a:srgbClr val="011E41"/>
                </a:solidFill>
              </a:rPr>
              <a:t>eget</a:t>
            </a:r>
            <a:r>
              <a:rPr lang="en-GB">
                <a:solidFill>
                  <a:srgbClr val="011E41"/>
                </a:solidFill>
              </a:rPr>
              <a:t>, </a:t>
            </a:r>
            <a:r>
              <a:rPr lang="en-GB" err="1">
                <a:solidFill>
                  <a:srgbClr val="011E41"/>
                </a:solidFill>
              </a:rPr>
              <a:t>lobortis</a:t>
            </a:r>
            <a:r>
              <a:rPr lang="en-GB">
                <a:solidFill>
                  <a:srgbClr val="011E41"/>
                </a:solidFill>
              </a:rPr>
              <a:t> in </a:t>
            </a:r>
            <a:r>
              <a:rPr lang="en-GB" err="1">
                <a:solidFill>
                  <a:srgbClr val="011E41"/>
                </a:solidFill>
              </a:rPr>
              <a:t>erat</a:t>
            </a:r>
            <a:r>
              <a:rPr lang="en-GB">
                <a:solidFill>
                  <a:srgbClr val="011E41"/>
                </a:solidFill>
              </a:rPr>
              <a:t>. </a:t>
            </a:r>
          </a:p>
          <a:p>
            <a:pPr lvl="0">
              <a:lnSpc>
                <a:spcPts val="1600"/>
              </a:lnSpc>
              <a:spcAft>
                <a:spcPts val="600"/>
              </a:spcAft>
              <a:buClr>
                <a:srgbClr val="FF5F00"/>
              </a:buClr>
            </a:pPr>
            <a:endParaRPr lang="en-GB">
              <a:solidFill>
                <a:srgbClr val="011E41"/>
              </a:solidFill>
              <a:latin typeface="Franklin Gothic Medium" panose="020B0603020102020204"/>
            </a:endParaRPr>
          </a:p>
        </p:txBody>
      </p:sp>
      <p:sp>
        <p:nvSpPr>
          <p:cNvPr id="56" name="Text Placeholder 13">
            <a:extLst>
              <a:ext uri="{FF2B5EF4-FFF2-40B4-BE49-F238E27FC236}">
                <a16:creationId xmlns:a16="http://schemas.microsoft.com/office/drawing/2014/main" id="{581C3317-6CE9-7E15-D2B4-74618E37926E}"/>
              </a:ext>
            </a:extLst>
          </p:cNvPr>
          <p:cNvSpPr>
            <a:spLocks noGrp="1"/>
          </p:cNvSpPr>
          <p:nvPr>
            <p:ph type="body" sz="quarter" idx="14" hasCustomPrompt="1"/>
          </p:nvPr>
        </p:nvSpPr>
        <p:spPr>
          <a:xfrm>
            <a:off x="3546465" y="1951209"/>
            <a:ext cx="7896981" cy="429768"/>
          </a:xfrm>
        </p:spPr>
        <p:txBody>
          <a:bodyPr rIns="0"/>
          <a:lstStyle>
            <a:lvl1pPr marL="285750" marR="0" indent="-285750" algn="l" defTabSz="914400" rtl="0" eaLnBrk="1" fontAlgn="auto" latinLnBrk="0" hangingPunct="1">
              <a:lnSpc>
                <a:spcPts val="1600"/>
              </a:lnSpc>
              <a:spcBef>
                <a:spcPts val="0"/>
              </a:spcBef>
              <a:spcAft>
                <a:spcPts val="600"/>
              </a:spcAft>
              <a:buClr>
                <a:srgbClr val="FF5F00"/>
              </a:buClr>
              <a:buSzTx/>
              <a:buFont typeface="Wingdings" pitchFamily="2" charset="2"/>
              <a:buChar char="§"/>
              <a:tabLst/>
              <a:defRPr sz="1600" b="0" i="0">
                <a:solidFill>
                  <a:schemeClr val="accent1"/>
                </a:solidFill>
                <a:latin typeface="Franklin Gothic Book" panose="020B05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marL="285750" marR="0" lvl="0" indent="-285750" algn="l" defTabSz="914400" rtl="0" eaLnBrk="1" fontAlgn="auto" latinLnBrk="0" hangingPunct="1">
              <a:lnSpc>
                <a:spcPts val="1600"/>
              </a:lnSpc>
              <a:spcBef>
                <a:spcPts val="0"/>
              </a:spcBef>
              <a:spcAft>
                <a:spcPts val="600"/>
              </a:spcAft>
              <a:buClr>
                <a:srgbClr val="FF5F00"/>
              </a:buClr>
              <a:buSzTx/>
              <a:buFont typeface="Wingdings" pitchFamily="2" charset="2"/>
              <a:buChar char="§"/>
              <a:tabLst/>
              <a:defRPr/>
            </a:pPr>
            <a:r>
              <a:rPr lang="en-GB" err="1">
                <a:solidFill>
                  <a:srgbClr val="011E41"/>
                </a:solidFill>
              </a:rPr>
              <a:t>Fusce</a:t>
            </a:r>
            <a:r>
              <a:rPr lang="en-GB">
                <a:solidFill>
                  <a:srgbClr val="011E41"/>
                </a:solidFill>
              </a:rPr>
              <a:t> </a:t>
            </a:r>
            <a:r>
              <a:rPr lang="en-GB" err="1">
                <a:solidFill>
                  <a:srgbClr val="011E41"/>
                </a:solidFill>
              </a:rPr>
              <a:t>elit</a:t>
            </a:r>
            <a:r>
              <a:rPr lang="en-GB">
                <a:solidFill>
                  <a:srgbClr val="011E41"/>
                </a:solidFill>
              </a:rPr>
              <a:t> </a:t>
            </a:r>
            <a:r>
              <a:rPr lang="en-GB" err="1">
                <a:solidFill>
                  <a:srgbClr val="011E41"/>
                </a:solidFill>
              </a:rPr>
              <a:t>diam</a:t>
            </a:r>
            <a:r>
              <a:rPr lang="en-GB">
                <a:solidFill>
                  <a:srgbClr val="011E41"/>
                </a:solidFill>
              </a:rPr>
              <a:t>, maximus a </a:t>
            </a:r>
            <a:r>
              <a:rPr lang="en-GB" err="1">
                <a:solidFill>
                  <a:srgbClr val="011E41"/>
                </a:solidFill>
              </a:rPr>
              <a:t>condimentum</a:t>
            </a:r>
            <a:r>
              <a:rPr lang="en-GB">
                <a:solidFill>
                  <a:srgbClr val="011E41"/>
                </a:solidFill>
              </a:rPr>
              <a:t> </a:t>
            </a:r>
            <a:r>
              <a:rPr lang="en-GB" err="1">
                <a:solidFill>
                  <a:srgbClr val="011E41"/>
                </a:solidFill>
              </a:rPr>
              <a:t>eget</a:t>
            </a:r>
            <a:r>
              <a:rPr lang="en-GB">
                <a:solidFill>
                  <a:srgbClr val="011E41"/>
                </a:solidFill>
              </a:rPr>
              <a:t>, </a:t>
            </a:r>
            <a:r>
              <a:rPr lang="en-GB" err="1">
                <a:solidFill>
                  <a:srgbClr val="011E41"/>
                </a:solidFill>
              </a:rPr>
              <a:t>lobortis</a:t>
            </a:r>
            <a:r>
              <a:rPr lang="en-GB">
                <a:solidFill>
                  <a:srgbClr val="011E41"/>
                </a:solidFill>
              </a:rPr>
              <a:t> in </a:t>
            </a:r>
            <a:r>
              <a:rPr lang="en-GB" err="1">
                <a:solidFill>
                  <a:srgbClr val="011E41"/>
                </a:solidFill>
              </a:rPr>
              <a:t>erat</a:t>
            </a:r>
            <a:r>
              <a:rPr lang="en-GB">
                <a:solidFill>
                  <a:srgbClr val="011E41"/>
                </a:solidFill>
              </a:rPr>
              <a:t>. </a:t>
            </a:r>
          </a:p>
          <a:p>
            <a:pPr lvl="0">
              <a:lnSpc>
                <a:spcPts val="1600"/>
              </a:lnSpc>
              <a:spcAft>
                <a:spcPts val="600"/>
              </a:spcAft>
              <a:buClr>
                <a:srgbClr val="FF5F00"/>
              </a:buClr>
            </a:pPr>
            <a:endParaRPr lang="en-GB">
              <a:solidFill>
                <a:srgbClr val="011E41"/>
              </a:solidFill>
              <a:latin typeface="Franklin Gothic Medium" panose="020B0603020102020204"/>
            </a:endParaRPr>
          </a:p>
        </p:txBody>
      </p:sp>
      <p:sp>
        <p:nvSpPr>
          <p:cNvPr id="65" name="Text Placeholder 13">
            <a:extLst>
              <a:ext uri="{FF2B5EF4-FFF2-40B4-BE49-F238E27FC236}">
                <a16:creationId xmlns:a16="http://schemas.microsoft.com/office/drawing/2014/main" id="{E96A1580-15F5-BA2A-89E5-E05513091579}"/>
              </a:ext>
            </a:extLst>
          </p:cNvPr>
          <p:cNvSpPr>
            <a:spLocks noGrp="1"/>
          </p:cNvSpPr>
          <p:nvPr>
            <p:ph type="body" sz="quarter" idx="15" hasCustomPrompt="1"/>
          </p:nvPr>
        </p:nvSpPr>
        <p:spPr>
          <a:xfrm>
            <a:off x="3546465" y="2680763"/>
            <a:ext cx="7896981" cy="429768"/>
          </a:xfrm>
        </p:spPr>
        <p:txBody>
          <a:bodyPr rIns="0"/>
          <a:lstStyle>
            <a:lvl1pPr marL="285750" marR="0" indent="-285750" algn="l" defTabSz="914400" rtl="0" eaLnBrk="1" fontAlgn="auto" latinLnBrk="0" hangingPunct="1">
              <a:lnSpc>
                <a:spcPts val="1600"/>
              </a:lnSpc>
              <a:spcBef>
                <a:spcPts val="0"/>
              </a:spcBef>
              <a:spcAft>
                <a:spcPts val="600"/>
              </a:spcAft>
              <a:buClr>
                <a:srgbClr val="FF5F00"/>
              </a:buClr>
              <a:buSzTx/>
              <a:buFont typeface="Wingdings" pitchFamily="2" charset="2"/>
              <a:buChar char="§"/>
              <a:tabLst/>
              <a:defRPr sz="1600" b="0" i="0">
                <a:solidFill>
                  <a:schemeClr val="accent1"/>
                </a:solidFill>
                <a:latin typeface="Franklin Gothic Book" panose="020B05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marL="285750" marR="0" lvl="0" indent="-285750" algn="l" defTabSz="914400" rtl="0" eaLnBrk="1" fontAlgn="auto" latinLnBrk="0" hangingPunct="1">
              <a:lnSpc>
                <a:spcPts val="1600"/>
              </a:lnSpc>
              <a:spcBef>
                <a:spcPts val="0"/>
              </a:spcBef>
              <a:spcAft>
                <a:spcPts val="600"/>
              </a:spcAft>
              <a:buClr>
                <a:srgbClr val="FF5F00"/>
              </a:buClr>
              <a:buSzTx/>
              <a:buFont typeface="Wingdings" pitchFamily="2" charset="2"/>
              <a:buChar char="§"/>
              <a:tabLst/>
              <a:defRPr/>
            </a:pPr>
            <a:r>
              <a:rPr lang="en-GB" err="1">
                <a:solidFill>
                  <a:srgbClr val="011E41"/>
                </a:solidFill>
              </a:rPr>
              <a:t>Fusce</a:t>
            </a:r>
            <a:r>
              <a:rPr lang="en-GB">
                <a:solidFill>
                  <a:srgbClr val="011E41"/>
                </a:solidFill>
              </a:rPr>
              <a:t> </a:t>
            </a:r>
            <a:r>
              <a:rPr lang="en-GB" err="1">
                <a:solidFill>
                  <a:srgbClr val="011E41"/>
                </a:solidFill>
              </a:rPr>
              <a:t>elit</a:t>
            </a:r>
            <a:r>
              <a:rPr lang="en-GB">
                <a:solidFill>
                  <a:srgbClr val="011E41"/>
                </a:solidFill>
              </a:rPr>
              <a:t> </a:t>
            </a:r>
            <a:r>
              <a:rPr lang="en-GB" err="1">
                <a:solidFill>
                  <a:srgbClr val="011E41"/>
                </a:solidFill>
              </a:rPr>
              <a:t>diam</a:t>
            </a:r>
            <a:r>
              <a:rPr lang="en-GB">
                <a:solidFill>
                  <a:srgbClr val="011E41"/>
                </a:solidFill>
              </a:rPr>
              <a:t>, maximus a </a:t>
            </a:r>
            <a:r>
              <a:rPr lang="en-GB" err="1">
                <a:solidFill>
                  <a:srgbClr val="011E41"/>
                </a:solidFill>
              </a:rPr>
              <a:t>condimentum</a:t>
            </a:r>
            <a:r>
              <a:rPr lang="en-GB">
                <a:solidFill>
                  <a:srgbClr val="011E41"/>
                </a:solidFill>
              </a:rPr>
              <a:t> </a:t>
            </a:r>
            <a:r>
              <a:rPr lang="en-GB" err="1">
                <a:solidFill>
                  <a:srgbClr val="011E41"/>
                </a:solidFill>
              </a:rPr>
              <a:t>eget</a:t>
            </a:r>
            <a:r>
              <a:rPr lang="en-GB">
                <a:solidFill>
                  <a:srgbClr val="011E41"/>
                </a:solidFill>
              </a:rPr>
              <a:t>, </a:t>
            </a:r>
            <a:r>
              <a:rPr lang="en-GB" err="1">
                <a:solidFill>
                  <a:srgbClr val="011E41"/>
                </a:solidFill>
              </a:rPr>
              <a:t>lobortis</a:t>
            </a:r>
            <a:r>
              <a:rPr lang="en-GB">
                <a:solidFill>
                  <a:srgbClr val="011E41"/>
                </a:solidFill>
              </a:rPr>
              <a:t> in </a:t>
            </a:r>
            <a:r>
              <a:rPr lang="en-GB" err="1">
                <a:solidFill>
                  <a:srgbClr val="011E41"/>
                </a:solidFill>
              </a:rPr>
              <a:t>erat</a:t>
            </a:r>
            <a:r>
              <a:rPr lang="en-GB">
                <a:solidFill>
                  <a:srgbClr val="011E41"/>
                </a:solidFill>
              </a:rPr>
              <a:t>. </a:t>
            </a:r>
          </a:p>
          <a:p>
            <a:pPr lvl="0">
              <a:lnSpc>
                <a:spcPts val="1600"/>
              </a:lnSpc>
              <a:spcAft>
                <a:spcPts val="600"/>
              </a:spcAft>
              <a:buClr>
                <a:srgbClr val="FF5F00"/>
              </a:buClr>
            </a:pPr>
            <a:endParaRPr lang="en-GB">
              <a:solidFill>
                <a:srgbClr val="011E41"/>
              </a:solidFill>
              <a:latin typeface="Franklin Gothic Medium" panose="020B0603020102020204"/>
            </a:endParaRPr>
          </a:p>
        </p:txBody>
      </p:sp>
      <p:sp>
        <p:nvSpPr>
          <p:cNvPr id="66" name="Text Placeholder 13">
            <a:extLst>
              <a:ext uri="{FF2B5EF4-FFF2-40B4-BE49-F238E27FC236}">
                <a16:creationId xmlns:a16="http://schemas.microsoft.com/office/drawing/2014/main" id="{CE28B9BE-311C-BF2B-56DF-E47E15D113E2}"/>
              </a:ext>
            </a:extLst>
          </p:cNvPr>
          <p:cNvSpPr>
            <a:spLocks noGrp="1"/>
          </p:cNvSpPr>
          <p:nvPr>
            <p:ph type="body" sz="quarter" idx="16" hasCustomPrompt="1"/>
          </p:nvPr>
        </p:nvSpPr>
        <p:spPr>
          <a:xfrm>
            <a:off x="3546465" y="3715117"/>
            <a:ext cx="7896981" cy="429768"/>
          </a:xfrm>
        </p:spPr>
        <p:txBody>
          <a:bodyPr rIns="0"/>
          <a:lstStyle>
            <a:lvl1pPr marL="285750" marR="0" indent="-285750" algn="l" defTabSz="914400" rtl="0" eaLnBrk="1" fontAlgn="auto" latinLnBrk="0" hangingPunct="1">
              <a:lnSpc>
                <a:spcPts val="1600"/>
              </a:lnSpc>
              <a:spcBef>
                <a:spcPts val="0"/>
              </a:spcBef>
              <a:spcAft>
                <a:spcPts val="600"/>
              </a:spcAft>
              <a:buClr>
                <a:srgbClr val="FF5F00"/>
              </a:buClr>
              <a:buSzTx/>
              <a:buFont typeface="Wingdings" pitchFamily="2" charset="2"/>
              <a:buChar char="§"/>
              <a:tabLst/>
              <a:defRPr sz="1600" b="0" i="0">
                <a:solidFill>
                  <a:schemeClr val="accent1"/>
                </a:solidFill>
                <a:latin typeface="Franklin Gothic Book" panose="020B05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marL="285750" marR="0" lvl="0" indent="-285750" algn="l" defTabSz="914400" rtl="0" eaLnBrk="1" fontAlgn="auto" latinLnBrk="0" hangingPunct="1">
              <a:lnSpc>
                <a:spcPts val="1600"/>
              </a:lnSpc>
              <a:spcBef>
                <a:spcPts val="0"/>
              </a:spcBef>
              <a:spcAft>
                <a:spcPts val="600"/>
              </a:spcAft>
              <a:buClr>
                <a:srgbClr val="FF5F00"/>
              </a:buClr>
              <a:buSzTx/>
              <a:buFont typeface="Wingdings" pitchFamily="2" charset="2"/>
              <a:buChar char="§"/>
              <a:tabLst/>
              <a:defRPr/>
            </a:pPr>
            <a:r>
              <a:rPr lang="en-GB" err="1">
                <a:solidFill>
                  <a:srgbClr val="011E41"/>
                </a:solidFill>
              </a:rPr>
              <a:t>Fusce</a:t>
            </a:r>
            <a:r>
              <a:rPr lang="en-GB">
                <a:solidFill>
                  <a:srgbClr val="011E41"/>
                </a:solidFill>
              </a:rPr>
              <a:t> </a:t>
            </a:r>
            <a:r>
              <a:rPr lang="en-GB" err="1">
                <a:solidFill>
                  <a:srgbClr val="011E41"/>
                </a:solidFill>
              </a:rPr>
              <a:t>elit</a:t>
            </a:r>
            <a:r>
              <a:rPr lang="en-GB">
                <a:solidFill>
                  <a:srgbClr val="011E41"/>
                </a:solidFill>
              </a:rPr>
              <a:t> </a:t>
            </a:r>
            <a:r>
              <a:rPr lang="en-GB" err="1">
                <a:solidFill>
                  <a:srgbClr val="011E41"/>
                </a:solidFill>
              </a:rPr>
              <a:t>diam</a:t>
            </a:r>
            <a:r>
              <a:rPr lang="en-GB">
                <a:solidFill>
                  <a:srgbClr val="011E41"/>
                </a:solidFill>
              </a:rPr>
              <a:t>, maximus a </a:t>
            </a:r>
            <a:r>
              <a:rPr lang="en-GB" err="1">
                <a:solidFill>
                  <a:srgbClr val="011E41"/>
                </a:solidFill>
              </a:rPr>
              <a:t>condimentum</a:t>
            </a:r>
            <a:r>
              <a:rPr lang="en-GB">
                <a:solidFill>
                  <a:srgbClr val="011E41"/>
                </a:solidFill>
              </a:rPr>
              <a:t> </a:t>
            </a:r>
            <a:r>
              <a:rPr lang="en-GB" err="1">
                <a:solidFill>
                  <a:srgbClr val="011E41"/>
                </a:solidFill>
              </a:rPr>
              <a:t>eget</a:t>
            </a:r>
            <a:r>
              <a:rPr lang="en-GB">
                <a:solidFill>
                  <a:srgbClr val="011E41"/>
                </a:solidFill>
              </a:rPr>
              <a:t>, </a:t>
            </a:r>
            <a:r>
              <a:rPr lang="en-GB" err="1">
                <a:solidFill>
                  <a:srgbClr val="011E41"/>
                </a:solidFill>
              </a:rPr>
              <a:t>lobortis</a:t>
            </a:r>
            <a:r>
              <a:rPr lang="en-GB">
                <a:solidFill>
                  <a:srgbClr val="011E41"/>
                </a:solidFill>
              </a:rPr>
              <a:t> in </a:t>
            </a:r>
            <a:r>
              <a:rPr lang="en-GB" err="1">
                <a:solidFill>
                  <a:srgbClr val="011E41"/>
                </a:solidFill>
              </a:rPr>
              <a:t>erat</a:t>
            </a:r>
            <a:r>
              <a:rPr lang="en-GB">
                <a:solidFill>
                  <a:srgbClr val="011E41"/>
                </a:solidFill>
              </a:rPr>
              <a:t>. </a:t>
            </a:r>
          </a:p>
          <a:p>
            <a:pPr lvl="0">
              <a:lnSpc>
                <a:spcPts val="1600"/>
              </a:lnSpc>
              <a:spcAft>
                <a:spcPts val="600"/>
              </a:spcAft>
              <a:buClr>
                <a:srgbClr val="FF5F00"/>
              </a:buClr>
            </a:pPr>
            <a:endParaRPr lang="en-GB">
              <a:solidFill>
                <a:srgbClr val="011E41"/>
              </a:solidFill>
              <a:latin typeface="Franklin Gothic Medium" panose="020B0603020102020204"/>
            </a:endParaRPr>
          </a:p>
        </p:txBody>
      </p:sp>
      <p:sp>
        <p:nvSpPr>
          <p:cNvPr id="67" name="Text Placeholder 13">
            <a:extLst>
              <a:ext uri="{FF2B5EF4-FFF2-40B4-BE49-F238E27FC236}">
                <a16:creationId xmlns:a16="http://schemas.microsoft.com/office/drawing/2014/main" id="{430FDB8F-0309-7244-036D-F2F64E44AB01}"/>
              </a:ext>
            </a:extLst>
          </p:cNvPr>
          <p:cNvSpPr>
            <a:spLocks noGrp="1"/>
          </p:cNvSpPr>
          <p:nvPr>
            <p:ph type="body" sz="quarter" idx="17" hasCustomPrompt="1"/>
          </p:nvPr>
        </p:nvSpPr>
        <p:spPr>
          <a:xfrm>
            <a:off x="3546465" y="4444670"/>
            <a:ext cx="7896981" cy="429768"/>
          </a:xfrm>
        </p:spPr>
        <p:txBody>
          <a:bodyPr rIns="0"/>
          <a:lstStyle>
            <a:lvl1pPr marL="285750" marR="0" indent="-285750" algn="l" defTabSz="914400" rtl="0" eaLnBrk="1" fontAlgn="auto" latinLnBrk="0" hangingPunct="1">
              <a:lnSpc>
                <a:spcPts val="1600"/>
              </a:lnSpc>
              <a:spcBef>
                <a:spcPts val="0"/>
              </a:spcBef>
              <a:spcAft>
                <a:spcPts val="600"/>
              </a:spcAft>
              <a:buClr>
                <a:srgbClr val="FF5F00"/>
              </a:buClr>
              <a:buSzTx/>
              <a:buFont typeface="Wingdings" pitchFamily="2" charset="2"/>
              <a:buChar char="§"/>
              <a:tabLst/>
              <a:defRPr sz="1600" b="0" i="0">
                <a:solidFill>
                  <a:schemeClr val="accent1"/>
                </a:solidFill>
                <a:latin typeface="Franklin Gothic Book" panose="020B05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marL="285750" marR="0" lvl="0" indent="-285750" algn="l" defTabSz="914400" rtl="0" eaLnBrk="1" fontAlgn="auto" latinLnBrk="0" hangingPunct="1">
              <a:lnSpc>
                <a:spcPts val="1600"/>
              </a:lnSpc>
              <a:spcBef>
                <a:spcPts val="0"/>
              </a:spcBef>
              <a:spcAft>
                <a:spcPts val="600"/>
              </a:spcAft>
              <a:buClr>
                <a:srgbClr val="FF5F00"/>
              </a:buClr>
              <a:buSzTx/>
              <a:buFont typeface="Wingdings" pitchFamily="2" charset="2"/>
              <a:buChar char="§"/>
              <a:tabLst/>
              <a:defRPr/>
            </a:pPr>
            <a:r>
              <a:rPr lang="en-GB" err="1">
                <a:solidFill>
                  <a:srgbClr val="011E41"/>
                </a:solidFill>
              </a:rPr>
              <a:t>Fusce</a:t>
            </a:r>
            <a:r>
              <a:rPr lang="en-GB">
                <a:solidFill>
                  <a:srgbClr val="011E41"/>
                </a:solidFill>
              </a:rPr>
              <a:t> </a:t>
            </a:r>
            <a:r>
              <a:rPr lang="en-GB" err="1">
                <a:solidFill>
                  <a:srgbClr val="011E41"/>
                </a:solidFill>
              </a:rPr>
              <a:t>elit</a:t>
            </a:r>
            <a:r>
              <a:rPr lang="en-GB">
                <a:solidFill>
                  <a:srgbClr val="011E41"/>
                </a:solidFill>
              </a:rPr>
              <a:t> </a:t>
            </a:r>
            <a:r>
              <a:rPr lang="en-GB" err="1">
                <a:solidFill>
                  <a:srgbClr val="011E41"/>
                </a:solidFill>
              </a:rPr>
              <a:t>diam</a:t>
            </a:r>
            <a:r>
              <a:rPr lang="en-GB">
                <a:solidFill>
                  <a:srgbClr val="011E41"/>
                </a:solidFill>
              </a:rPr>
              <a:t>, maximus a </a:t>
            </a:r>
            <a:r>
              <a:rPr lang="en-GB" err="1">
                <a:solidFill>
                  <a:srgbClr val="011E41"/>
                </a:solidFill>
              </a:rPr>
              <a:t>condimentum</a:t>
            </a:r>
            <a:r>
              <a:rPr lang="en-GB">
                <a:solidFill>
                  <a:srgbClr val="011E41"/>
                </a:solidFill>
              </a:rPr>
              <a:t> </a:t>
            </a:r>
            <a:r>
              <a:rPr lang="en-GB" err="1">
                <a:solidFill>
                  <a:srgbClr val="011E41"/>
                </a:solidFill>
              </a:rPr>
              <a:t>eget</a:t>
            </a:r>
            <a:r>
              <a:rPr lang="en-GB">
                <a:solidFill>
                  <a:srgbClr val="011E41"/>
                </a:solidFill>
              </a:rPr>
              <a:t>, </a:t>
            </a:r>
            <a:r>
              <a:rPr lang="en-GB" err="1">
                <a:solidFill>
                  <a:srgbClr val="011E41"/>
                </a:solidFill>
              </a:rPr>
              <a:t>lobortis</a:t>
            </a:r>
            <a:r>
              <a:rPr lang="en-GB">
                <a:solidFill>
                  <a:srgbClr val="011E41"/>
                </a:solidFill>
              </a:rPr>
              <a:t> in </a:t>
            </a:r>
            <a:r>
              <a:rPr lang="en-GB" err="1">
                <a:solidFill>
                  <a:srgbClr val="011E41"/>
                </a:solidFill>
              </a:rPr>
              <a:t>erat</a:t>
            </a:r>
            <a:r>
              <a:rPr lang="en-GB">
                <a:solidFill>
                  <a:srgbClr val="011E41"/>
                </a:solidFill>
              </a:rPr>
              <a:t>. </a:t>
            </a:r>
          </a:p>
          <a:p>
            <a:pPr lvl="0">
              <a:lnSpc>
                <a:spcPts val="1600"/>
              </a:lnSpc>
              <a:spcAft>
                <a:spcPts val="600"/>
              </a:spcAft>
              <a:buClr>
                <a:srgbClr val="FF5F00"/>
              </a:buClr>
            </a:pPr>
            <a:endParaRPr lang="en-GB">
              <a:solidFill>
                <a:srgbClr val="011E41"/>
              </a:solidFill>
              <a:latin typeface="Franklin Gothic Medium" panose="020B0603020102020204"/>
            </a:endParaRPr>
          </a:p>
        </p:txBody>
      </p:sp>
      <p:sp>
        <p:nvSpPr>
          <p:cNvPr id="68" name="Text Placeholder 13">
            <a:extLst>
              <a:ext uri="{FF2B5EF4-FFF2-40B4-BE49-F238E27FC236}">
                <a16:creationId xmlns:a16="http://schemas.microsoft.com/office/drawing/2014/main" id="{AB098F6E-1391-C48B-6205-D8ACE2487406}"/>
              </a:ext>
            </a:extLst>
          </p:cNvPr>
          <p:cNvSpPr>
            <a:spLocks noGrp="1"/>
          </p:cNvSpPr>
          <p:nvPr>
            <p:ph type="body" sz="quarter" idx="18" hasCustomPrompt="1"/>
          </p:nvPr>
        </p:nvSpPr>
        <p:spPr>
          <a:xfrm>
            <a:off x="3546465" y="5174224"/>
            <a:ext cx="7896981" cy="429768"/>
          </a:xfrm>
        </p:spPr>
        <p:txBody>
          <a:bodyPr rIns="0"/>
          <a:lstStyle>
            <a:lvl1pPr marL="285750" marR="0" indent="-285750" algn="l" defTabSz="914400" rtl="0" eaLnBrk="1" fontAlgn="auto" latinLnBrk="0" hangingPunct="1">
              <a:lnSpc>
                <a:spcPts val="1600"/>
              </a:lnSpc>
              <a:spcBef>
                <a:spcPts val="0"/>
              </a:spcBef>
              <a:spcAft>
                <a:spcPts val="600"/>
              </a:spcAft>
              <a:buClr>
                <a:srgbClr val="FF5F00"/>
              </a:buClr>
              <a:buSzTx/>
              <a:buFont typeface="Wingdings" pitchFamily="2" charset="2"/>
              <a:buChar char="§"/>
              <a:tabLst/>
              <a:defRPr sz="1600" b="0" i="0">
                <a:solidFill>
                  <a:schemeClr val="accent1"/>
                </a:solidFill>
                <a:latin typeface="Franklin Gothic Book" panose="020B05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marL="285750" marR="0" lvl="0" indent="-285750" algn="l" defTabSz="914400" rtl="0" eaLnBrk="1" fontAlgn="auto" latinLnBrk="0" hangingPunct="1">
              <a:lnSpc>
                <a:spcPts val="1600"/>
              </a:lnSpc>
              <a:spcBef>
                <a:spcPts val="0"/>
              </a:spcBef>
              <a:spcAft>
                <a:spcPts val="600"/>
              </a:spcAft>
              <a:buClr>
                <a:srgbClr val="FF5F00"/>
              </a:buClr>
              <a:buSzTx/>
              <a:buFont typeface="Wingdings" pitchFamily="2" charset="2"/>
              <a:buChar char="§"/>
              <a:tabLst/>
              <a:defRPr/>
            </a:pPr>
            <a:r>
              <a:rPr lang="en-GB" err="1">
                <a:solidFill>
                  <a:srgbClr val="011E41"/>
                </a:solidFill>
              </a:rPr>
              <a:t>Fusce</a:t>
            </a:r>
            <a:r>
              <a:rPr lang="en-GB">
                <a:solidFill>
                  <a:srgbClr val="011E41"/>
                </a:solidFill>
              </a:rPr>
              <a:t> </a:t>
            </a:r>
            <a:r>
              <a:rPr lang="en-GB" err="1">
                <a:solidFill>
                  <a:srgbClr val="011E41"/>
                </a:solidFill>
              </a:rPr>
              <a:t>elit</a:t>
            </a:r>
            <a:r>
              <a:rPr lang="en-GB">
                <a:solidFill>
                  <a:srgbClr val="011E41"/>
                </a:solidFill>
              </a:rPr>
              <a:t> </a:t>
            </a:r>
            <a:r>
              <a:rPr lang="en-GB" err="1">
                <a:solidFill>
                  <a:srgbClr val="011E41"/>
                </a:solidFill>
              </a:rPr>
              <a:t>diam</a:t>
            </a:r>
            <a:r>
              <a:rPr lang="en-GB">
                <a:solidFill>
                  <a:srgbClr val="011E41"/>
                </a:solidFill>
              </a:rPr>
              <a:t>, maximus a </a:t>
            </a:r>
            <a:r>
              <a:rPr lang="en-GB" err="1">
                <a:solidFill>
                  <a:srgbClr val="011E41"/>
                </a:solidFill>
              </a:rPr>
              <a:t>condimentum</a:t>
            </a:r>
            <a:r>
              <a:rPr lang="en-GB">
                <a:solidFill>
                  <a:srgbClr val="011E41"/>
                </a:solidFill>
              </a:rPr>
              <a:t> </a:t>
            </a:r>
            <a:r>
              <a:rPr lang="en-GB" err="1">
                <a:solidFill>
                  <a:srgbClr val="011E41"/>
                </a:solidFill>
              </a:rPr>
              <a:t>eget</a:t>
            </a:r>
            <a:r>
              <a:rPr lang="en-GB">
                <a:solidFill>
                  <a:srgbClr val="011E41"/>
                </a:solidFill>
              </a:rPr>
              <a:t>, </a:t>
            </a:r>
            <a:r>
              <a:rPr lang="en-GB" err="1">
                <a:solidFill>
                  <a:srgbClr val="011E41"/>
                </a:solidFill>
              </a:rPr>
              <a:t>lobortis</a:t>
            </a:r>
            <a:r>
              <a:rPr lang="en-GB">
                <a:solidFill>
                  <a:srgbClr val="011E41"/>
                </a:solidFill>
              </a:rPr>
              <a:t> in </a:t>
            </a:r>
            <a:r>
              <a:rPr lang="en-GB" err="1">
                <a:solidFill>
                  <a:srgbClr val="011E41"/>
                </a:solidFill>
              </a:rPr>
              <a:t>erat</a:t>
            </a:r>
            <a:r>
              <a:rPr lang="en-GB">
                <a:solidFill>
                  <a:srgbClr val="011E41"/>
                </a:solidFill>
              </a:rPr>
              <a:t>. </a:t>
            </a:r>
          </a:p>
          <a:p>
            <a:pPr lvl="0">
              <a:lnSpc>
                <a:spcPts val="1600"/>
              </a:lnSpc>
              <a:spcAft>
                <a:spcPts val="600"/>
              </a:spcAft>
              <a:buClr>
                <a:srgbClr val="FF5F00"/>
              </a:buClr>
            </a:pPr>
            <a:endParaRPr lang="en-GB">
              <a:solidFill>
                <a:srgbClr val="011E41"/>
              </a:solidFill>
              <a:latin typeface="Franklin Gothic Medium" panose="020B0603020102020204"/>
            </a:endParaRPr>
          </a:p>
        </p:txBody>
      </p:sp>
      <p:sp>
        <p:nvSpPr>
          <p:cNvPr id="69" name="TextBox 68">
            <a:extLst>
              <a:ext uri="{FF2B5EF4-FFF2-40B4-BE49-F238E27FC236}">
                <a16:creationId xmlns:a16="http://schemas.microsoft.com/office/drawing/2014/main" id="{7AF1D699-BA3E-F5A2-5599-87959CA49D69}"/>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accent1"/>
                </a:solidFill>
                <a:latin typeface="+mj-lt"/>
              </a:rPr>
              <a:t>Confidential</a:t>
            </a:r>
          </a:p>
        </p:txBody>
      </p:sp>
      <p:cxnSp>
        <p:nvCxnSpPr>
          <p:cNvPr id="28" name="Straight Connector 27">
            <a:extLst>
              <a:ext uri="{FF2B5EF4-FFF2-40B4-BE49-F238E27FC236}">
                <a16:creationId xmlns:a16="http://schemas.microsoft.com/office/drawing/2014/main" id="{4E0A6087-D8B3-6DFD-7277-62655941D07C}"/>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0" name="Rounded Rectangle 29">
            <a:extLst>
              <a:ext uri="{FF2B5EF4-FFF2-40B4-BE49-F238E27FC236}">
                <a16:creationId xmlns:a16="http://schemas.microsoft.com/office/drawing/2014/main" id="{22B66ABD-E7A1-6FF7-6A81-57E7F79BB645}"/>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1" name="Graphic 62">
            <a:extLst>
              <a:ext uri="{FF2B5EF4-FFF2-40B4-BE49-F238E27FC236}">
                <a16:creationId xmlns:a16="http://schemas.microsoft.com/office/drawing/2014/main" id="{1AE2F847-4443-4CFA-83DB-25D9DE23516F}"/>
              </a:ext>
            </a:extLst>
          </p:cNvPr>
          <p:cNvGrpSpPr/>
          <p:nvPr userDrawn="1"/>
        </p:nvGrpSpPr>
        <p:grpSpPr>
          <a:xfrm>
            <a:off x="11389259" y="459884"/>
            <a:ext cx="352694" cy="349203"/>
            <a:chOff x="10767269" y="208371"/>
            <a:chExt cx="182844" cy="181034"/>
          </a:xfrm>
        </p:grpSpPr>
        <p:sp>
          <p:nvSpPr>
            <p:cNvPr id="33" name="Freeform 32">
              <a:extLst>
                <a:ext uri="{FF2B5EF4-FFF2-40B4-BE49-F238E27FC236}">
                  <a16:creationId xmlns:a16="http://schemas.microsoft.com/office/drawing/2014/main" id="{22637073-0171-37CF-8B30-77471680ABE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latin typeface="Franklin Gothic Book" panose="020B0503020102020204" pitchFamily="34" charset="0"/>
              </a:endParaRPr>
            </a:p>
          </p:txBody>
        </p:sp>
        <p:sp>
          <p:nvSpPr>
            <p:cNvPr id="34" name="Freeform 33">
              <a:extLst>
                <a:ext uri="{FF2B5EF4-FFF2-40B4-BE49-F238E27FC236}">
                  <a16:creationId xmlns:a16="http://schemas.microsoft.com/office/drawing/2014/main" id="{316399AD-3DFE-6F98-F4CD-2742BE132452}"/>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latin typeface="Franklin Gothic Book" panose="020B0503020102020204" pitchFamily="34" charset="0"/>
              </a:endParaRPr>
            </a:p>
          </p:txBody>
        </p:sp>
        <p:sp>
          <p:nvSpPr>
            <p:cNvPr id="35" name="Freeform 34">
              <a:extLst>
                <a:ext uri="{FF2B5EF4-FFF2-40B4-BE49-F238E27FC236}">
                  <a16:creationId xmlns:a16="http://schemas.microsoft.com/office/drawing/2014/main" id="{3650E210-9F1C-684B-3FF0-371DED0F6E70}"/>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latin typeface="Franklin Gothic Book" panose="020B0503020102020204" pitchFamily="34" charset="0"/>
              </a:endParaRPr>
            </a:p>
          </p:txBody>
        </p:sp>
        <p:sp>
          <p:nvSpPr>
            <p:cNvPr id="36" name="Freeform 35">
              <a:extLst>
                <a:ext uri="{FF2B5EF4-FFF2-40B4-BE49-F238E27FC236}">
                  <a16:creationId xmlns:a16="http://schemas.microsoft.com/office/drawing/2014/main" id="{D95EC18A-4237-310E-8B9B-B5B85B25FF6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latin typeface="Franklin Gothic Book" panose="020B0503020102020204" pitchFamily="34" charset="0"/>
              </a:endParaRPr>
            </a:p>
          </p:txBody>
        </p:sp>
        <p:sp>
          <p:nvSpPr>
            <p:cNvPr id="37" name="Freeform 36">
              <a:extLst>
                <a:ext uri="{FF2B5EF4-FFF2-40B4-BE49-F238E27FC236}">
                  <a16:creationId xmlns:a16="http://schemas.microsoft.com/office/drawing/2014/main" id="{145380E7-F5FA-E916-FE01-D2E60D4F8E26}"/>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latin typeface="Franklin Gothic Book" panose="020B0503020102020204" pitchFamily="34" charset="0"/>
              </a:endParaRPr>
            </a:p>
          </p:txBody>
        </p:sp>
      </p:grpSp>
      <p:sp>
        <p:nvSpPr>
          <p:cNvPr id="38" name="Rounded Rectangle 37">
            <a:extLst>
              <a:ext uri="{FF2B5EF4-FFF2-40B4-BE49-F238E27FC236}">
                <a16:creationId xmlns:a16="http://schemas.microsoft.com/office/drawing/2014/main" id="{B686CC19-3E1C-2B9F-C68B-436E131FBFEB}"/>
              </a:ext>
            </a:extLst>
          </p:cNvPr>
          <p:cNvSpPr/>
          <p:nvPr userDrawn="1"/>
        </p:nvSpPr>
        <p:spPr>
          <a:xfrm>
            <a:off x="2663508" y="1221656"/>
            <a:ext cx="411480" cy="411480"/>
          </a:xfrm>
          <a:prstGeom prst="roundRect">
            <a:avLst>
              <a:gd name="adj" fmla="val 27778"/>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latin typeface="+mj-lt"/>
              </a:rPr>
              <a:t>+</a:t>
            </a:r>
          </a:p>
        </p:txBody>
      </p:sp>
      <p:sp>
        <p:nvSpPr>
          <p:cNvPr id="39" name="Rounded Rectangle 38">
            <a:extLst>
              <a:ext uri="{FF2B5EF4-FFF2-40B4-BE49-F238E27FC236}">
                <a16:creationId xmlns:a16="http://schemas.microsoft.com/office/drawing/2014/main" id="{02FB7DF8-68D5-FD59-0152-6B355FC70F59}"/>
              </a:ext>
            </a:extLst>
          </p:cNvPr>
          <p:cNvSpPr/>
          <p:nvPr userDrawn="1"/>
        </p:nvSpPr>
        <p:spPr>
          <a:xfrm>
            <a:off x="2663508" y="1951209"/>
            <a:ext cx="411480" cy="411480"/>
          </a:xfrm>
          <a:prstGeom prst="roundRect">
            <a:avLst>
              <a:gd name="adj" fmla="val 27778"/>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latin typeface="+mj-lt"/>
              </a:rPr>
              <a:t>+</a:t>
            </a:r>
          </a:p>
        </p:txBody>
      </p:sp>
      <p:sp>
        <p:nvSpPr>
          <p:cNvPr id="40" name="Rounded Rectangle 39">
            <a:extLst>
              <a:ext uri="{FF2B5EF4-FFF2-40B4-BE49-F238E27FC236}">
                <a16:creationId xmlns:a16="http://schemas.microsoft.com/office/drawing/2014/main" id="{7B07F34E-F328-5993-4746-A5775799CD9F}"/>
              </a:ext>
            </a:extLst>
          </p:cNvPr>
          <p:cNvSpPr/>
          <p:nvPr userDrawn="1"/>
        </p:nvSpPr>
        <p:spPr>
          <a:xfrm>
            <a:off x="2663508" y="2680763"/>
            <a:ext cx="411480" cy="411480"/>
          </a:xfrm>
          <a:prstGeom prst="roundRect">
            <a:avLst>
              <a:gd name="adj" fmla="val 27778"/>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latin typeface="+mj-lt"/>
              </a:rPr>
              <a:t>+</a:t>
            </a:r>
          </a:p>
        </p:txBody>
      </p:sp>
      <p:sp>
        <p:nvSpPr>
          <p:cNvPr id="41" name="Rounded Rectangle 40">
            <a:extLst>
              <a:ext uri="{FF2B5EF4-FFF2-40B4-BE49-F238E27FC236}">
                <a16:creationId xmlns:a16="http://schemas.microsoft.com/office/drawing/2014/main" id="{2B4BD851-6F9D-2724-519A-5AABC668BCEA}"/>
              </a:ext>
            </a:extLst>
          </p:cNvPr>
          <p:cNvSpPr/>
          <p:nvPr userDrawn="1"/>
        </p:nvSpPr>
        <p:spPr>
          <a:xfrm>
            <a:off x="2663508" y="3715117"/>
            <a:ext cx="411480" cy="411480"/>
          </a:xfrm>
          <a:prstGeom prst="roundRect">
            <a:avLst>
              <a:gd name="adj" fmla="val 27778"/>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 rtlCol="0" anchor="ctr"/>
          <a:lstStyle/>
          <a:p>
            <a:pPr algn="ctr"/>
            <a:r>
              <a:rPr lang="en-US">
                <a:latin typeface="+mj-lt"/>
              </a:rPr>
              <a:t>–</a:t>
            </a:r>
            <a:endParaRPr lang="en-US" sz="2000">
              <a:latin typeface="+mj-lt"/>
            </a:endParaRPr>
          </a:p>
        </p:txBody>
      </p:sp>
      <p:sp>
        <p:nvSpPr>
          <p:cNvPr id="42" name="Rounded Rectangle 41">
            <a:extLst>
              <a:ext uri="{FF2B5EF4-FFF2-40B4-BE49-F238E27FC236}">
                <a16:creationId xmlns:a16="http://schemas.microsoft.com/office/drawing/2014/main" id="{F3B63778-009C-EFD1-54DE-E39BC314919E}"/>
              </a:ext>
            </a:extLst>
          </p:cNvPr>
          <p:cNvSpPr/>
          <p:nvPr userDrawn="1"/>
        </p:nvSpPr>
        <p:spPr>
          <a:xfrm>
            <a:off x="2663508" y="4444670"/>
            <a:ext cx="411480" cy="411480"/>
          </a:xfrm>
          <a:prstGeom prst="roundRect">
            <a:avLst>
              <a:gd name="adj" fmla="val 27778"/>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 rtlCol="0" anchor="ctr"/>
          <a:lstStyle/>
          <a:p>
            <a:pPr algn="ctr"/>
            <a:r>
              <a:rPr lang="en-US" sz="2000">
                <a:latin typeface="+mj-lt"/>
              </a:rPr>
              <a:t>–</a:t>
            </a:r>
            <a:endParaRPr lang="en-US" sz="2400">
              <a:latin typeface="+mj-lt"/>
            </a:endParaRPr>
          </a:p>
        </p:txBody>
      </p:sp>
      <p:sp>
        <p:nvSpPr>
          <p:cNvPr id="43" name="Rounded Rectangle 42">
            <a:extLst>
              <a:ext uri="{FF2B5EF4-FFF2-40B4-BE49-F238E27FC236}">
                <a16:creationId xmlns:a16="http://schemas.microsoft.com/office/drawing/2014/main" id="{3B4B902E-5199-B568-2180-BAD24C69D2FC}"/>
              </a:ext>
            </a:extLst>
          </p:cNvPr>
          <p:cNvSpPr/>
          <p:nvPr userDrawn="1"/>
        </p:nvSpPr>
        <p:spPr>
          <a:xfrm>
            <a:off x="2663508" y="5174224"/>
            <a:ext cx="411480" cy="411480"/>
          </a:xfrm>
          <a:prstGeom prst="roundRect">
            <a:avLst>
              <a:gd name="adj" fmla="val 27778"/>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 rtlCol="0" anchor="ctr"/>
          <a:lstStyle/>
          <a:p>
            <a:pPr algn="ctr"/>
            <a:r>
              <a:rPr lang="en-US" sz="2000">
                <a:latin typeface="+mj-lt"/>
              </a:rPr>
              <a:t>–</a:t>
            </a:r>
            <a:endParaRPr lang="en-US" sz="2400">
              <a:latin typeface="+mj-lt"/>
            </a:endParaRPr>
          </a:p>
        </p:txBody>
      </p:sp>
      <p:sp>
        <p:nvSpPr>
          <p:cNvPr id="45" name="Slide Number Placeholder 5">
            <a:extLst>
              <a:ext uri="{FF2B5EF4-FFF2-40B4-BE49-F238E27FC236}">
                <a16:creationId xmlns:a16="http://schemas.microsoft.com/office/drawing/2014/main" id="{CFFFFD55-0EB3-C5C4-10CC-5D6E654FEE4F}"/>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329664789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1_2 Column Content_Grey">
    <p:bg>
      <p:bgRef idx="1001">
        <a:schemeClr val="bg1"/>
      </p:bgRef>
    </p:bg>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4808"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89" name="Subtitle 2">
            <a:extLst>
              <a:ext uri="{FF2B5EF4-FFF2-40B4-BE49-F238E27FC236}">
                <a16:creationId xmlns:a16="http://schemas.microsoft.com/office/drawing/2014/main" id="{B8051558-696D-93B1-48C5-5BB9B0DB577D}"/>
              </a:ext>
            </a:extLst>
          </p:cNvPr>
          <p:cNvSpPr>
            <a:spLocks noGrp="1"/>
          </p:cNvSpPr>
          <p:nvPr>
            <p:ph type="subTitle" idx="1" hasCustomPrompt="1"/>
          </p:nvPr>
        </p:nvSpPr>
        <p:spPr>
          <a:xfrm>
            <a:off x="454025" y="1155700"/>
            <a:ext cx="550468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9" name="Content Placeholder 2">
            <a:extLst>
              <a:ext uri="{FF2B5EF4-FFF2-40B4-BE49-F238E27FC236}">
                <a16:creationId xmlns:a16="http://schemas.microsoft.com/office/drawing/2014/main" id="{1BB6CE3F-1115-D1AD-2076-CE0B2E75D254}"/>
              </a:ext>
            </a:extLst>
          </p:cNvPr>
          <p:cNvSpPr>
            <a:spLocks noGrp="1"/>
          </p:cNvSpPr>
          <p:nvPr>
            <p:ph sz="quarter" idx="15"/>
          </p:nvPr>
        </p:nvSpPr>
        <p:spPr>
          <a:xfrm>
            <a:off x="454025" y="2011680"/>
            <a:ext cx="6505576"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D8ADF46A-390D-6732-A295-FA7E2084FAB5}"/>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CE4F6C72-03B6-AE6A-B868-DECDD3BA2914}"/>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0" name="Graphic 62">
            <a:extLst>
              <a:ext uri="{FF2B5EF4-FFF2-40B4-BE49-F238E27FC236}">
                <a16:creationId xmlns:a16="http://schemas.microsoft.com/office/drawing/2014/main" id="{76B9A445-4246-5194-C892-5FA71304B408}"/>
              </a:ext>
            </a:extLst>
          </p:cNvPr>
          <p:cNvGrpSpPr/>
          <p:nvPr userDrawn="1"/>
        </p:nvGrpSpPr>
        <p:grpSpPr>
          <a:xfrm>
            <a:off x="11389259" y="459884"/>
            <a:ext cx="352694" cy="349203"/>
            <a:chOff x="10767269" y="208371"/>
            <a:chExt cx="182844" cy="181034"/>
          </a:xfrm>
        </p:grpSpPr>
        <p:sp>
          <p:nvSpPr>
            <p:cNvPr id="33" name="Freeform 32">
              <a:extLst>
                <a:ext uri="{FF2B5EF4-FFF2-40B4-BE49-F238E27FC236}">
                  <a16:creationId xmlns:a16="http://schemas.microsoft.com/office/drawing/2014/main" id="{CEA34F39-007C-367C-AE7E-576ABB3D7E5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4" name="Freeform 33">
              <a:extLst>
                <a:ext uri="{FF2B5EF4-FFF2-40B4-BE49-F238E27FC236}">
                  <a16:creationId xmlns:a16="http://schemas.microsoft.com/office/drawing/2014/main" id="{EC28EC92-81B3-EAD1-4C9D-7723D496321B}"/>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8AE3DA68-A588-3F9E-6D82-1ABA60BB8EBE}"/>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FDE1076D-0CFC-4DC2-CC07-E9D4C94D593A}"/>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8" name="Freeform 37">
              <a:extLst>
                <a:ext uri="{FF2B5EF4-FFF2-40B4-BE49-F238E27FC236}">
                  <a16:creationId xmlns:a16="http://schemas.microsoft.com/office/drawing/2014/main" id="{22317709-7427-87F3-2226-F4A6ED7438A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1" name="Rounded Rectangle 20">
            <a:extLst>
              <a:ext uri="{FF2B5EF4-FFF2-40B4-BE49-F238E27FC236}">
                <a16:creationId xmlns:a16="http://schemas.microsoft.com/office/drawing/2014/main" id="{EB126B0C-86AA-B950-254B-22F83652F7D6}"/>
              </a:ext>
            </a:extLst>
          </p:cNvPr>
          <p:cNvSpPr/>
          <p:nvPr userDrawn="1"/>
        </p:nvSpPr>
        <p:spPr>
          <a:xfrm>
            <a:off x="8166100" y="1142999"/>
            <a:ext cx="3563938" cy="2120834"/>
          </a:xfrm>
          <a:prstGeom prst="roundRect">
            <a:avLst>
              <a:gd name="adj" fmla="val 768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ounded Rectangle 23">
            <a:extLst>
              <a:ext uri="{FF2B5EF4-FFF2-40B4-BE49-F238E27FC236}">
                <a16:creationId xmlns:a16="http://schemas.microsoft.com/office/drawing/2014/main" id="{E60025C1-1387-B67A-5858-04B9EA83A452}"/>
              </a:ext>
            </a:extLst>
          </p:cNvPr>
          <p:cNvSpPr/>
          <p:nvPr userDrawn="1"/>
        </p:nvSpPr>
        <p:spPr>
          <a:xfrm>
            <a:off x="8166100" y="3598100"/>
            <a:ext cx="3563938" cy="2120834"/>
          </a:xfrm>
          <a:prstGeom prst="roundRect">
            <a:avLst>
              <a:gd name="adj" fmla="val 708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Content Placeholder 2">
            <a:extLst>
              <a:ext uri="{FF2B5EF4-FFF2-40B4-BE49-F238E27FC236}">
                <a16:creationId xmlns:a16="http://schemas.microsoft.com/office/drawing/2014/main" id="{2C8EC946-AE26-D0DE-3D38-92A673462B6A}"/>
              </a:ext>
            </a:extLst>
          </p:cNvPr>
          <p:cNvSpPr>
            <a:spLocks noGrp="1"/>
          </p:cNvSpPr>
          <p:nvPr>
            <p:ph sz="quarter" idx="16" hasCustomPrompt="1"/>
          </p:nvPr>
        </p:nvSpPr>
        <p:spPr>
          <a:xfrm>
            <a:off x="8491249" y="1257300"/>
            <a:ext cx="2926080" cy="1162050"/>
          </a:xfrm>
        </p:spPr>
        <p:txBody>
          <a:bodyPr/>
          <a:lstStyle>
            <a:lvl1pPr marL="0" indent="0" algn="ctr">
              <a:buNone/>
              <a:defRPr sz="8000">
                <a:solidFill>
                  <a:schemeClr val="accent2"/>
                </a:solidFill>
                <a:latin typeface="+mn-lt"/>
              </a:defRPr>
            </a:lvl1pPr>
            <a:lvl2pPr>
              <a:defRPr sz="1400"/>
            </a:lvl2pPr>
            <a:lvl3pPr>
              <a:defRPr sz="1200"/>
            </a:lvl3pPr>
            <a:lvl4pPr>
              <a:defRPr sz="1400"/>
            </a:lvl4pPr>
            <a:lvl5pPr>
              <a:defRPr sz="1400"/>
            </a:lvl5pPr>
          </a:lstStyle>
          <a:p>
            <a:pPr lvl="0"/>
            <a:r>
              <a:rPr lang="en-US"/>
              <a:t>XX</a:t>
            </a:r>
          </a:p>
        </p:txBody>
      </p:sp>
      <p:sp>
        <p:nvSpPr>
          <p:cNvPr id="40" name="Content Placeholder 2">
            <a:extLst>
              <a:ext uri="{FF2B5EF4-FFF2-40B4-BE49-F238E27FC236}">
                <a16:creationId xmlns:a16="http://schemas.microsoft.com/office/drawing/2014/main" id="{4C547412-08BD-921A-E1E5-C98BE84EF73D}"/>
              </a:ext>
            </a:extLst>
          </p:cNvPr>
          <p:cNvSpPr>
            <a:spLocks noGrp="1"/>
          </p:cNvSpPr>
          <p:nvPr>
            <p:ph sz="quarter" idx="17" hasCustomPrompt="1"/>
          </p:nvPr>
        </p:nvSpPr>
        <p:spPr>
          <a:xfrm>
            <a:off x="8491307" y="3714750"/>
            <a:ext cx="2925965" cy="1162050"/>
          </a:xfrm>
        </p:spPr>
        <p:txBody>
          <a:bodyPr/>
          <a:lstStyle>
            <a:lvl1pPr marL="0" indent="0" algn="ctr">
              <a:buNone/>
              <a:defRPr sz="8000">
                <a:solidFill>
                  <a:schemeClr val="accent3">
                    <a:lumMod val="90000"/>
                  </a:schemeClr>
                </a:solidFill>
                <a:latin typeface="+mn-lt"/>
              </a:defRPr>
            </a:lvl1pPr>
            <a:lvl2pPr>
              <a:defRPr sz="1400"/>
            </a:lvl2pPr>
            <a:lvl3pPr>
              <a:defRPr sz="1200"/>
            </a:lvl3pPr>
            <a:lvl4pPr>
              <a:defRPr sz="1400"/>
            </a:lvl4pPr>
            <a:lvl5pPr>
              <a:defRPr sz="1400"/>
            </a:lvl5pPr>
          </a:lstStyle>
          <a:p>
            <a:pPr lvl="0"/>
            <a:r>
              <a:rPr lang="en-US"/>
              <a:t>XX</a:t>
            </a:r>
          </a:p>
        </p:txBody>
      </p:sp>
      <p:sp>
        <p:nvSpPr>
          <p:cNvPr id="41" name="Content Placeholder 2">
            <a:extLst>
              <a:ext uri="{FF2B5EF4-FFF2-40B4-BE49-F238E27FC236}">
                <a16:creationId xmlns:a16="http://schemas.microsoft.com/office/drawing/2014/main" id="{04981B47-2B85-9287-9AD3-5590BC4EA128}"/>
              </a:ext>
            </a:extLst>
          </p:cNvPr>
          <p:cNvSpPr>
            <a:spLocks noGrp="1"/>
          </p:cNvSpPr>
          <p:nvPr>
            <p:ph sz="quarter" idx="18"/>
          </p:nvPr>
        </p:nvSpPr>
        <p:spPr>
          <a:xfrm>
            <a:off x="8491249" y="2546604"/>
            <a:ext cx="2926080" cy="653796"/>
          </a:xfrm>
        </p:spPr>
        <p:txBody>
          <a:bodyPr/>
          <a:lstStyle>
            <a:lvl1pPr marL="0" indent="0" algn="ctr">
              <a:lnSpc>
                <a:spcPts val="1800"/>
              </a:lnSpc>
              <a:buNone/>
              <a:defRPr sz="1800">
                <a:latin typeface="+mj-lt"/>
              </a:defRPr>
            </a:lvl1pPr>
            <a:lvl2pPr>
              <a:defRPr sz="1400"/>
            </a:lvl2pPr>
            <a:lvl3pPr>
              <a:defRPr sz="1200"/>
            </a:lvl3pPr>
            <a:lvl4pPr>
              <a:defRPr sz="1400"/>
            </a:lvl4pPr>
            <a:lvl5pPr>
              <a:defRPr sz="1400"/>
            </a:lvl5pPr>
          </a:lstStyle>
          <a:p>
            <a:pPr lvl="0"/>
            <a:r>
              <a:rPr lang="en-US"/>
              <a:t>Click to edit Master text styles</a:t>
            </a:r>
          </a:p>
        </p:txBody>
      </p:sp>
      <p:sp>
        <p:nvSpPr>
          <p:cNvPr id="42" name="Content Placeholder 2">
            <a:extLst>
              <a:ext uri="{FF2B5EF4-FFF2-40B4-BE49-F238E27FC236}">
                <a16:creationId xmlns:a16="http://schemas.microsoft.com/office/drawing/2014/main" id="{3A1AABCC-B9C2-503F-704B-0133ADFFA882}"/>
              </a:ext>
            </a:extLst>
          </p:cNvPr>
          <p:cNvSpPr>
            <a:spLocks noGrp="1"/>
          </p:cNvSpPr>
          <p:nvPr>
            <p:ph sz="quarter" idx="19"/>
          </p:nvPr>
        </p:nvSpPr>
        <p:spPr>
          <a:xfrm>
            <a:off x="8491249" y="4991100"/>
            <a:ext cx="2926080" cy="658368"/>
          </a:xfrm>
        </p:spPr>
        <p:txBody>
          <a:bodyPr/>
          <a:lstStyle>
            <a:lvl1pPr marL="0" indent="0" algn="ctr">
              <a:lnSpc>
                <a:spcPts val="1800"/>
              </a:lnSpc>
              <a:buNone/>
              <a:defRPr sz="1800">
                <a:latin typeface="+mj-lt"/>
              </a:defRPr>
            </a:lvl1pPr>
            <a:lvl2pPr>
              <a:defRPr sz="1400"/>
            </a:lvl2pPr>
            <a:lvl3pPr>
              <a:defRPr sz="1200"/>
            </a:lvl3pPr>
            <a:lvl4pPr>
              <a:defRPr sz="1400"/>
            </a:lvl4pPr>
            <a:lvl5pPr>
              <a:defRPr sz="1400"/>
            </a:lvl5pPr>
          </a:lstStyle>
          <a:p>
            <a:pPr lvl="0"/>
            <a:r>
              <a:rPr lang="en-US"/>
              <a:t>Click to edit Master text styles</a:t>
            </a:r>
          </a:p>
        </p:txBody>
      </p:sp>
      <p:sp>
        <p:nvSpPr>
          <p:cNvPr id="44" name="Slide Number Placeholder 5">
            <a:extLst>
              <a:ext uri="{FF2B5EF4-FFF2-40B4-BE49-F238E27FC236}">
                <a16:creationId xmlns:a16="http://schemas.microsoft.com/office/drawing/2014/main" id="{E22A041B-909D-CB48-888F-79C6867C1234}"/>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667975249"/>
      </p:ext>
    </p:extLst>
  </p:cSld>
  <p:clrMapOvr>
    <a:overrideClrMapping bg1="lt1" tx1="dk1" bg2="lt2" tx2="dk2" accent1="accent1" accent2="accent2" accent3="accent3" accent4="accent4" accent5="accent5" accent6="accent6" hlink="hlink" folHlink="folHlink"/>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2_2 Column Content_Grey">
    <p:bg>
      <p:bgRef idx="1001">
        <a:schemeClr val="bg1"/>
      </p:bgRef>
    </p:bg>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4808"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89" name="Subtitle 2">
            <a:extLst>
              <a:ext uri="{FF2B5EF4-FFF2-40B4-BE49-F238E27FC236}">
                <a16:creationId xmlns:a16="http://schemas.microsoft.com/office/drawing/2014/main" id="{B8051558-696D-93B1-48C5-5BB9B0DB577D}"/>
              </a:ext>
            </a:extLst>
          </p:cNvPr>
          <p:cNvSpPr>
            <a:spLocks noGrp="1"/>
          </p:cNvSpPr>
          <p:nvPr>
            <p:ph type="subTitle" idx="1" hasCustomPrompt="1"/>
          </p:nvPr>
        </p:nvSpPr>
        <p:spPr>
          <a:xfrm>
            <a:off x="454025" y="1155700"/>
            <a:ext cx="550468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9" name="Content Placeholder 2">
            <a:extLst>
              <a:ext uri="{FF2B5EF4-FFF2-40B4-BE49-F238E27FC236}">
                <a16:creationId xmlns:a16="http://schemas.microsoft.com/office/drawing/2014/main" id="{1BB6CE3F-1115-D1AD-2076-CE0B2E75D254}"/>
              </a:ext>
            </a:extLst>
          </p:cNvPr>
          <p:cNvSpPr>
            <a:spLocks noGrp="1"/>
          </p:cNvSpPr>
          <p:nvPr>
            <p:ph sz="quarter" idx="15"/>
          </p:nvPr>
        </p:nvSpPr>
        <p:spPr>
          <a:xfrm>
            <a:off x="454025" y="2011680"/>
            <a:ext cx="541324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31" name="Content Placeholder 2">
            <a:extLst>
              <a:ext uri="{FF2B5EF4-FFF2-40B4-BE49-F238E27FC236}">
                <a16:creationId xmlns:a16="http://schemas.microsoft.com/office/drawing/2014/main" id="{716CE1B6-2D90-FC71-F880-75C20FDD1441}"/>
              </a:ext>
            </a:extLst>
          </p:cNvPr>
          <p:cNvSpPr>
            <a:spLocks noGrp="1"/>
          </p:cNvSpPr>
          <p:nvPr>
            <p:ph sz="quarter" idx="16"/>
          </p:nvPr>
        </p:nvSpPr>
        <p:spPr>
          <a:xfrm>
            <a:off x="6323555" y="2011680"/>
            <a:ext cx="541324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D8ADF46A-390D-6732-A295-FA7E2084FAB5}"/>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CE4F6C72-03B6-AE6A-B868-DECDD3BA2914}"/>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0" name="Graphic 62">
            <a:extLst>
              <a:ext uri="{FF2B5EF4-FFF2-40B4-BE49-F238E27FC236}">
                <a16:creationId xmlns:a16="http://schemas.microsoft.com/office/drawing/2014/main" id="{76B9A445-4246-5194-C892-5FA71304B408}"/>
              </a:ext>
            </a:extLst>
          </p:cNvPr>
          <p:cNvGrpSpPr/>
          <p:nvPr userDrawn="1"/>
        </p:nvGrpSpPr>
        <p:grpSpPr>
          <a:xfrm>
            <a:off x="11389259" y="459884"/>
            <a:ext cx="352694" cy="349203"/>
            <a:chOff x="10767269" y="208371"/>
            <a:chExt cx="182844" cy="181034"/>
          </a:xfrm>
        </p:grpSpPr>
        <p:sp>
          <p:nvSpPr>
            <p:cNvPr id="33" name="Freeform 32">
              <a:extLst>
                <a:ext uri="{FF2B5EF4-FFF2-40B4-BE49-F238E27FC236}">
                  <a16:creationId xmlns:a16="http://schemas.microsoft.com/office/drawing/2014/main" id="{CEA34F39-007C-367C-AE7E-576ABB3D7E5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4" name="Freeform 33">
              <a:extLst>
                <a:ext uri="{FF2B5EF4-FFF2-40B4-BE49-F238E27FC236}">
                  <a16:creationId xmlns:a16="http://schemas.microsoft.com/office/drawing/2014/main" id="{EC28EC92-81B3-EAD1-4C9D-7723D496321B}"/>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8AE3DA68-A588-3F9E-6D82-1ABA60BB8EBE}"/>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FDE1076D-0CFC-4DC2-CC07-E9D4C94D593A}"/>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8" name="Freeform 37">
              <a:extLst>
                <a:ext uri="{FF2B5EF4-FFF2-40B4-BE49-F238E27FC236}">
                  <a16:creationId xmlns:a16="http://schemas.microsoft.com/office/drawing/2014/main" id="{22317709-7427-87F3-2226-F4A6ED7438A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2" name="Slide Number Placeholder 5">
            <a:extLst>
              <a:ext uri="{FF2B5EF4-FFF2-40B4-BE49-F238E27FC236}">
                <a16:creationId xmlns:a16="http://schemas.microsoft.com/office/drawing/2014/main" id="{9CEA35D2-9DEA-0DCB-704A-972F3BEA7DB9}"/>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118480266"/>
      </p:ext>
    </p:extLst>
  </p:cSld>
  <p:clrMapOvr>
    <a:overrideClrMapping bg1="lt1" tx1="dk1" bg2="lt2" tx2="dk2" accent1="accent1" accent2="accent2" accent3="accent3" accent4="accent4" accent5="accent5" accent6="accent6" hlink="hlink" folHlink="folHlink"/>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itle_Content_White_Full Width">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8699"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026D8BD6-9828-7A47-883D-E86FAC90F0F6}"/>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EF8D6C47-4F24-294F-AD4E-49AE68CE9D0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5ED918B2-DF70-E64E-BC9E-7B9A74283A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E0EC8DBC-201D-B44A-8F91-EFA72C61D247}"/>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FFB5CA89-8729-3D4A-B8E9-12B9E4D915E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39915B2B-2D62-0A48-B633-5C7346FB029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9" name="Subtitle 2">
            <a:extLst>
              <a:ext uri="{FF2B5EF4-FFF2-40B4-BE49-F238E27FC236}">
                <a16:creationId xmlns:a16="http://schemas.microsoft.com/office/drawing/2014/main" id="{BDB3D6A1-5F7E-6C84-BBC1-9194E3389BC9}"/>
              </a:ext>
            </a:extLst>
          </p:cNvPr>
          <p:cNvSpPr>
            <a:spLocks noGrp="1"/>
          </p:cNvSpPr>
          <p:nvPr>
            <p:ph type="subTitle" idx="1" hasCustomPrompt="1"/>
          </p:nvPr>
        </p:nvSpPr>
        <p:spPr>
          <a:xfrm>
            <a:off x="454025" y="1155700"/>
            <a:ext cx="646480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8" name="Content Placeholder 2">
            <a:extLst>
              <a:ext uri="{FF2B5EF4-FFF2-40B4-BE49-F238E27FC236}">
                <a16:creationId xmlns:a16="http://schemas.microsoft.com/office/drawing/2014/main" id="{9AAC9623-3DFA-9BEA-7EA2-12F5084096C7}"/>
              </a:ext>
            </a:extLst>
          </p:cNvPr>
          <p:cNvSpPr>
            <a:spLocks noGrp="1"/>
          </p:cNvSpPr>
          <p:nvPr>
            <p:ph sz="quarter" idx="14"/>
          </p:nvPr>
        </p:nvSpPr>
        <p:spPr>
          <a:xfrm>
            <a:off x="444500" y="2011680"/>
            <a:ext cx="11163300" cy="3556000"/>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64EC8228-6014-9EE1-451B-74B9B8918EF2}"/>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0" name="Rounded Rectangle 29">
            <a:extLst>
              <a:ext uri="{FF2B5EF4-FFF2-40B4-BE49-F238E27FC236}">
                <a16:creationId xmlns:a16="http://schemas.microsoft.com/office/drawing/2014/main" id="{468A667C-FF14-033F-4566-98051B2D44B3}"/>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Slide Number Placeholder 5">
            <a:extLst>
              <a:ext uri="{FF2B5EF4-FFF2-40B4-BE49-F238E27FC236}">
                <a16:creationId xmlns:a16="http://schemas.microsoft.com/office/drawing/2014/main" id="{5EBEFEA3-7772-EB88-4943-7D74C91BB1B2}"/>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481066286"/>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3 Content Box + Callout">
    <p:bg>
      <p:bgRef idx="1001">
        <a:schemeClr val="bg1"/>
      </p:bgRef>
    </p:bg>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4808"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89" name="Subtitle 2">
            <a:extLst>
              <a:ext uri="{FF2B5EF4-FFF2-40B4-BE49-F238E27FC236}">
                <a16:creationId xmlns:a16="http://schemas.microsoft.com/office/drawing/2014/main" id="{B8051558-696D-93B1-48C5-5BB9B0DB577D}"/>
              </a:ext>
            </a:extLst>
          </p:cNvPr>
          <p:cNvSpPr>
            <a:spLocks noGrp="1"/>
          </p:cNvSpPr>
          <p:nvPr>
            <p:ph type="subTitle" idx="1" hasCustomPrompt="1"/>
          </p:nvPr>
        </p:nvSpPr>
        <p:spPr>
          <a:xfrm>
            <a:off x="454025" y="1155700"/>
            <a:ext cx="550468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90" name="Content Placeholder 2">
            <a:extLst>
              <a:ext uri="{FF2B5EF4-FFF2-40B4-BE49-F238E27FC236}">
                <a16:creationId xmlns:a16="http://schemas.microsoft.com/office/drawing/2014/main" id="{2A459093-2877-F0C0-9798-B49AD9E2972B}"/>
              </a:ext>
            </a:extLst>
          </p:cNvPr>
          <p:cNvSpPr>
            <a:spLocks noGrp="1"/>
          </p:cNvSpPr>
          <p:nvPr>
            <p:ph sz="quarter" idx="15"/>
          </p:nvPr>
        </p:nvSpPr>
        <p:spPr>
          <a:xfrm>
            <a:off x="454024" y="2011680"/>
            <a:ext cx="3584448" cy="2877820"/>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91" name="Content Placeholder 2">
            <a:extLst>
              <a:ext uri="{FF2B5EF4-FFF2-40B4-BE49-F238E27FC236}">
                <a16:creationId xmlns:a16="http://schemas.microsoft.com/office/drawing/2014/main" id="{07F914D7-93D4-8BF8-5154-E7DA7859B2AD}"/>
              </a:ext>
            </a:extLst>
          </p:cNvPr>
          <p:cNvSpPr>
            <a:spLocks noGrp="1"/>
          </p:cNvSpPr>
          <p:nvPr>
            <p:ph sz="quarter" idx="16"/>
          </p:nvPr>
        </p:nvSpPr>
        <p:spPr>
          <a:xfrm>
            <a:off x="8153399" y="2011680"/>
            <a:ext cx="3583403" cy="2877820"/>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28" name="Content Placeholder 2">
            <a:extLst>
              <a:ext uri="{FF2B5EF4-FFF2-40B4-BE49-F238E27FC236}">
                <a16:creationId xmlns:a16="http://schemas.microsoft.com/office/drawing/2014/main" id="{0031370A-24DB-35F0-8CB5-B2764FC7FEE7}"/>
              </a:ext>
            </a:extLst>
          </p:cNvPr>
          <p:cNvSpPr>
            <a:spLocks noGrp="1"/>
          </p:cNvSpPr>
          <p:nvPr>
            <p:ph sz="quarter" idx="17"/>
          </p:nvPr>
        </p:nvSpPr>
        <p:spPr>
          <a:xfrm>
            <a:off x="4303712" y="2011680"/>
            <a:ext cx="3584448" cy="2877820"/>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29" name="Content Placeholder 2">
            <a:extLst>
              <a:ext uri="{FF2B5EF4-FFF2-40B4-BE49-F238E27FC236}">
                <a16:creationId xmlns:a16="http://schemas.microsoft.com/office/drawing/2014/main" id="{D4B638E2-6E58-4953-BEF7-BBD3E1F66F12}"/>
              </a:ext>
            </a:extLst>
          </p:cNvPr>
          <p:cNvSpPr>
            <a:spLocks noGrp="1"/>
          </p:cNvSpPr>
          <p:nvPr>
            <p:ph sz="quarter" idx="18"/>
          </p:nvPr>
        </p:nvSpPr>
        <p:spPr>
          <a:xfrm>
            <a:off x="454024" y="5105400"/>
            <a:ext cx="3584448" cy="939800"/>
          </a:xfrm>
        </p:spPr>
        <p:txBody>
          <a:bodyPr/>
          <a:lstStyle>
            <a:lvl1pPr marL="285750" indent="-285750" algn="ctr">
              <a:buFont typeface="Wingdings" pitchFamily="2" charset="2"/>
              <a:buChar char="§"/>
              <a:defRPr sz="1400"/>
            </a:lvl1pPr>
            <a:lvl2pPr marL="450850" indent="-171450" algn="ctr">
              <a:buFont typeface="Wingdings" pitchFamily="2" charset="2"/>
              <a:buChar char="§"/>
              <a:defRPr sz="1200"/>
            </a:lvl2pPr>
            <a:lvl3pPr>
              <a:defRPr sz="1200"/>
            </a:lvl3pPr>
            <a:lvl4pPr>
              <a:defRPr sz="1400"/>
            </a:lvl4pPr>
            <a:lvl5pPr>
              <a:defRPr sz="1400"/>
            </a:lvl5pPr>
          </a:lstStyle>
          <a:p>
            <a:pPr lvl="0"/>
            <a:r>
              <a:rPr lang="en-US"/>
              <a:t>Click to edit Master text styles</a:t>
            </a:r>
          </a:p>
          <a:p>
            <a:pPr lvl="1"/>
            <a:endParaRPr lang="en-US"/>
          </a:p>
        </p:txBody>
      </p:sp>
      <p:sp>
        <p:nvSpPr>
          <p:cNvPr id="30" name="Content Placeholder 2">
            <a:extLst>
              <a:ext uri="{FF2B5EF4-FFF2-40B4-BE49-F238E27FC236}">
                <a16:creationId xmlns:a16="http://schemas.microsoft.com/office/drawing/2014/main" id="{2159D8FE-959C-EC7F-5AD8-7394D5F48D09}"/>
              </a:ext>
            </a:extLst>
          </p:cNvPr>
          <p:cNvSpPr>
            <a:spLocks noGrp="1"/>
          </p:cNvSpPr>
          <p:nvPr>
            <p:ph sz="quarter" idx="19"/>
          </p:nvPr>
        </p:nvSpPr>
        <p:spPr>
          <a:xfrm>
            <a:off x="8153399" y="5105400"/>
            <a:ext cx="3583403" cy="939800"/>
          </a:xfrm>
        </p:spPr>
        <p:txBody>
          <a:bodyPr/>
          <a:lstStyle>
            <a:lvl1pPr marL="285750" indent="-285750" algn="ctr">
              <a:buFont typeface="Wingdings" pitchFamily="2" charset="2"/>
              <a:buChar char="§"/>
              <a:defRPr sz="1400"/>
            </a:lvl1pPr>
            <a:lvl2pPr>
              <a:defRPr sz="1400"/>
            </a:lvl2pPr>
            <a:lvl3pPr>
              <a:defRPr sz="1200"/>
            </a:lvl3pPr>
            <a:lvl4pPr>
              <a:defRPr sz="1400"/>
            </a:lvl4pPr>
            <a:lvl5pPr>
              <a:defRPr sz="1400"/>
            </a:lvl5pPr>
          </a:lstStyle>
          <a:p>
            <a:pPr lvl="0"/>
            <a:r>
              <a:rPr lang="en-US"/>
              <a:t>Click to edit Master text styles</a:t>
            </a:r>
          </a:p>
        </p:txBody>
      </p:sp>
      <p:sp>
        <p:nvSpPr>
          <p:cNvPr id="31" name="Content Placeholder 2">
            <a:extLst>
              <a:ext uri="{FF2B5EF4-FFF2-40B4-BE49-F238E27FC236}">
                <a16:creationId xmlns:a16="http://schemas.microsoft.com/office/drawing/2014/main" id="{2A760271-9843-57CE-E237-1D11741AC0C9}"/>
              </a:ext>
            </a:extLst>
          </p:cNvPr>
          <p:cNvSpPr>
            <a:spLocks noGrp="1"/>
          </p:cNvSpPr>
          <p:nvPr>
            <p:ph sz="quarter" idx="20"/>
          </p:nvPr>
        </p:nvSpPr>
        <p:spPr>
          <a:xfrm>
            <a:off x="4303712" y="5105400"/>
            <a:ext cx="3584448" cy="939800"/>
          </a:xfrm>
        </p:spPr>
        <p:txBody>
          <a:bodyPr/>
          <a:lstStyle>
            <a:lvl1pPr marL="285750" indent="-285750" algn="ctr">
              <a:buFont typeface="Wingdings" pitchFamily="2" charset="2"/>
              <a:buChar char="§"/>
              <a:defRPr sz="1400"/>
            </a:lvl1pPr>
            <a:lvl2pPr>
              <a:defRPr sz="1400"/>
            </a:lvl2pPr>
            <a:lvl3pPr>
              <a:defRPr sz="1200"/>
            </a:lvl3pPr>
            <a:lvl4pPr>
              <a:defRPr sz="1400"/>
            </a:lvl4pPr>
            <a:lvl5pPr>
              <a:defRPr sz="1400"/>
            </a:lvl5pPr>
          </a:lstStyle>
          <a:p>
            <a:pPr lvl="0"/>
            <a:r>
              <a:rPr lang="en-US"/>
              <a:t>Click to edit Master text styles</a:t>
            </a:r>
          </a:p>
        </p:txBody>
      </p:sp>
      <p:cxnSp>
        <p:nvCxnSpPr>
          <p:cNvPr id="27" name="Straight Connector 26">
            <a:extLst>
              <a:ext uri="{FF2B5EF4-FFF2-40B4-BE49-F238E27FC236}">
                <a16:creationId xmlns:a16="http://schemas.microsoft.com/office/drawing/2014/main" id="{BC9A5304-B1AB-704F-F546-73078D0E3165}"/>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2" name="Rounded Rectangle 31">
            <a:extLst>
              <a:ext uri="{FF2B5EF4-FFF2-40B4-BE49-F238E27FC236}">
                <a16:creationId xmlns:a16="http://schemas.microsoft.com/office/drawing/2014/main" id="{CD0A485E-626C-B759-6548-A92EBD69A28B}"/>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1" name="Graphic 62">
            <a:extLst>
              <a:ext uri="{FF2B5EF4-FFF2-40B4-BE49-F238E27FC236}">
                <a16:creationId xmlns:a16="http://schemas.microsoft.com/office/drawing/2014/main" id="{5B597986-98F5-89DC-7B53-6B7AAC104DD6}"/>
              </a:ext>
            </a:extLst>
          </p:cNvPr>
          <p:cNvGrpSpPr/>
          <p:nvPr userDrawn="1"/>
        </p:nvGrpSpPr>
        <p:grpSpPr>
          <a:xfrm>
            <a:off x="11389259" y="459884"/>
            <a:ext cx="352694" cy="349203"/>
            <a:chOff x="10767269" y="208371"/>
            <a:chExt cx="182844" cy="181034"/>
          </a:xfrm>
        </p:grpSpPr>
        <p:sp>
          <p:nvSpPr>
            <p:cNvPr id="42" name="Freeform 41">
              <a:extLst>
                <a:ext uri="{FF2B5EF4-FFF2-40B4-BE49-F238E27FC236}">
                  <a16:creationId xmlns:a16="http://schemas.microsoft.com/office/drawing/2014/main" id="{BED5C527-017E-C192-56F2-59B2D82EE417}"/>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3" name="Freeform 42">
              <a:extLst>
                <a:ext uri="{FF2B5EF4-FFF2-40B4-BE49-F238E27FC236}">
                  <a16:creationId xmlns:a16="http://schemas.microsoft.com/office/drawing/2014/main" id="{5A4DA5FA-62A0-ABBD-F132-834FDDF90497}"/>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44" name="Freeform 43">
              <a:extLst>
                <a:ext uri="{FF2B5EF4-FFF2-40B4-BE49-F238E27FC236}">
                  <a16:creationId xmlns:a16="http://schemas.microsoft.com/office/drawing/2014/main" id="{8CE2BD65-9C1B-D92D-00E7-24A75759F5D2}"/>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5" name="Freeform 44">
              <a:extLst>
                <a:ext uri="{FF2B5EF4-FFF2-40B4-BE49-F238E27FC236}">
                  <a16:creationId xmlns:a16="http://schemas.microsoft.com/office/drawing/2014/main" id="{27C8FA98-2101-D2BC-883A-D4BBCA24DB4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46" name="Freeform 45">
              <a:extLst>
                <a:ext uri="{FF2B5EF4-FFF2-40B4-BE49-F238E27FC236}">
                  <a16:creationId xmlns:a16="http://schemas.microsoft.com/office/drawing/2014/main" id="{7B12AA7F-210E-BC6D-583B-3C37CFCD0E51}"/>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6" name="Slide Number Placeholder 5">
            <a:extLst>
              <a:ext uri="{FF2B5EF4-FFF2-40B4-BE49-F238E27FC236}">
                <a16:creationId xmlns:a16="http://schemas.microsoft.com/office/drawing/2014/main" id="{F56A408F-FC9F-77E5-8583-2BDD281742A0}"/>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744698117"/>
      </p:ext>
    </p:extLst>
  </p:cSld>
  <p:clrMapOvr>
    <a:overrideClrMapping bg1="lt1" tx1="dk1" bg2="lt2" tx2="dk2" accent1="accent1" accent2="accent2" accent3="accent3" accent4="accent4" accent5="accent5" accent6="accent6" hlink="hlink" folHlink="folHlink"/>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Half Light Blue Pattern + 4 Box Speciality cop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C4EB512-3573-324A-9F6F-EBD46FE5DDFA}"/>
              </a:ext>
            </a:extLst>
          </p:cNvPr>
          <p:cNvSpPr/>
          <p:nvPr userDrawn="1"/>
        </p:nvSpPr>
        <p:spPr>
          <a:xfrm>
            <a:off x="6562" y="0"/>
            <a:ext cx="12182853" cy="3251200"/>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Graphic 3">
            <a:extLst>
              <a:ext uri="{FF2B5EF4-FFF2-40B4-BE49-F238E27FC236}">
                <a16:creationId xmlns:a16="http://schemas.microsoft.com/office/drawing/2014/main" id="{01B52CBB-CCD6-344C-B3C9-F031E55B17C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30621" r="-54" b="30621"/>
          <a:stretch/>
        </p:blipFill>
        <p:spPr>
          <a:xfrm>
            <a:off x="0" y="0"/>
            <a:ext cx="12192000" cy="3251200"/>
          </a:xfrm>
          <a:prstGeom prst="rect">
            <a:avLst/>
          </a:prstGeom>
        </p:spPr>
      </p:pic>
      <p:sp>
        <p:nvSpPr>
          <p:cNvPr id="16" name="Title 36">
            <a:extLst>
              <a:ext uri="{FF2B5EF4-FFF2-40B4-BE49-F238E27FC236}">
                <a16:creationId xmlns:a16="http://schemas.microsoft.com/office/drawing/2014/main" id="{C245D4A3-95B1-50FC-7715-845285174B3F}"/>
              </a:ext>
            </a:extLst>
          </p:cNvPr>
          <p:cNvSpPr>
            <a:spLocks noGrp="1"/>
          </p:cNvSpPr>
          <p:nvPr>
            <p:ph type="title" hasCustomPrompt="1"/>
          </p:nvPr>
        </p:nvSpPr>
        <p:spPr>
          <a:xfrm>
            <a:off x="454026" y="447392"/>
            <a:ext cx="5505450" cy="695608"/>
          </a:xfrm>
        </p:spPr>
        <p:txBody>
          <a:bodyPr/>
          <a:lstStyle/>
          <a:p>
            <a:r>
              <a:rPr lang="en-US"/>
              <a:t>Click To Edit Master Title Style</a:t>
            </a:r>
            <a:endParaRPr lang="en-GB"/>
          </a:p>
        </p:txBody>
      </p:sp>
      <p:sp>
        <p:nvSpPr>
          <p:cNvPr id="17" name="Subtitle 2">
            <a:extLst>
              <a:ext uri="{FF2B5EF4-FFF2-40B4-BE49-F238E27FC236}">
                <a16:creationId xmlns:a16="http://schemas.microsoft.com/office/drawing/2014/main" id="{D1ABA0C6-7060-8A1A-70BF-8BBC66F9E88F}"/>
              </a:ext>
            </a:extLst>
          </p:cNvPr>
          <p:cNvSpPr>
            <a:spLocks noGrp="1"/>
          </p:cNvSpPr>
          <p:nvPr>
            <p:ph type="subTitle" idx="1" hasCustomPrompt="1"/>
          </p:nvPr>
        </p:nvSpPr>
        <p:spPr>
          <a:xfrm>
            <a:off x="454025" y="1155700"/>
            <a:ext cx="4543426"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9" name="Text Placeholder 13">
            <a:extLst>
              <a:ext uri="{FF2B5EF4-FFF2-40B4-BE49-F238E27FC236}">
                <a16:creationId xmlns:a16="http://schemas.microsoft.com/office/drawing/2014/main" id="{34FD2FF9-06AB-6385-845D-ED187B02515A}"/>
              </a:ext>
            </a:extLst>
          </p:cNvPr>
          <p:cNvSpPr>
            <a:spLocks noGrp="1"/>
          </p:cNvSpPr>
          <p:nvPr>
            <p:ph type="body" sz="quarter" idx="13"/>
          </p:nvPr>
        </p:nvSpPr>
        <p:spPr>
          <a:xfrm>
            <a:off x="450047" y="1843035"/>
            <a:ext cx="2615184" cy="3063240"/>
          </a:xfrm>
          <a:prstGeom prst="roundRect">
            <a:avLst>
              <a:gd name="adj" fmla="val 3593"/>
            </a:avLst>
          </a:prstGeom>
          <a:solidFill>
            <a:schemeClr val="bg1"/>
          </a:solidFill>
          <a:ln w="25400">
            <a:solidFill>
              <a:schemeClr val="accent1"/>
            </a:solidFill>
          </a:ln>
        </p:spPr>
        <p:txBody>
          <a:bodyPr lIns="91440" tIns="91440" rIns="91440" bIns="91440"/>
          <a:lstStyle>
            <a:lvl1pPr marL="285750" indent="-285750" algn="l">
              <a:lnSpc>
                <a:spcPct val="100000"/>
              </a:lnSpc>
              <a:spcAft>
                <a:spcPts val="500"/>
              </a:spcAft>
              <a:buFont typeface="Wingdings" pitchFamily="2" charset="2"/>
              <a:buChar char="§"/>
              <a:defRPr sz="14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endParaRPr lang="en-US"/>
          </a:p>
        </p:txBody>
      </p:sp>
      <p:sp>
        <p:nvSpPr>
          <p:cNvPr id="30" name="Text Placeholder 13">
            <a:extLst>
              <a:ext uri="{FF2B5EF4-FFF2-40B4-BE49-F238E27FC236}">
                <a16:creationId xmlns:a16="http://schemas.microsoft.com/office/drawing/2014/main" id="{E58F3449-9E48-2B6D-C775-B5A1C0DBFBF0}"/>
              </a:ext>
            </a:extLst>
          </p:cNvPr>
          <p:cNvSpPr>
            <a:spLocks noGrp="1"/>
          </p:cNvSpPr>
          <p:nvPr>
            <p:ph type="body" sz="quarter" idx="14"/>
          </p:nvPr>
        </p:nvSpPr>
        <p:spPr>
          <a:xfrm>
            <a:off x="3339886" y="1843035"/>
            <a:ext cx="2615184" cy="3063240"/>
          </a:xfrm>
          <a:prstGeom prst="roundRect">
            <a:avLst>
              <a:gd name="adj" fmla="val 3593"/>
            </a:avLst>
          </a:prstGeom>
          <a:solidFill>
            <a:schemeClr val="bg1"/>
          </a:solidFill>
          <a:ln w="25400">
            <a:solidFill>
              <a:schemeClr val="accent3">
                <a:lumMod val="90000"/>
              </a:schemeClr>
            </a:solidFill>
          </a:ln>
        </p:spPr>
        <p:txBody>
          <a:bodyPr lIns="91440" tIns="91440" rIns="91440" bIns="91440"/>
          <a:lstStyle>
            <a:lvl1pPr marL="285750" indent="-285750" algn="l">
              <a:lnSpc>
                <a:spcPct val="100000"/>
              </a:lnSpc>
              <a:spcAft>
                <a:spcPts val="500"/>
              </a:spcAft>
              <a:buFont typeface="Wingdings" pitchFamily="2" charset="2"/>
              <a:buChar char="§"/>
              <a:defRPr sz="14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endParaRPr lang="en-US"/>
          </a:p>
        </p:txBody>
      </p:sp>
      <p:sp>
        <p:nvSpPr>
          <p:cNvPr id="31" name="Text Placeholder 13">
            <a:extLst>
              <a:ext uri="{FF2B5EF4-FFF2-40B4-BE49-F238E27FC236}">
                <a16:creationId xmlns:a16="http://schemas.microsoft.com/office/drawing/2014/main" id="{672FC21A-4FC0-7754-9468-4F8C0EB16F86}"/>
              </a:ext>
            </a:extLst>
          </p:cNvPr>
          <p:cNvSpPr>
            <a:spLocks noGrp="1"/>
          </p:cNvSpPr>
          <p:nvPr>
            <p:ph type="body" sz="quarter" idx="15"/>
          </p:nvPr>
        </p:nvSpPr>
        <p:spPr>
          <a:xfrm>
            <a:off x="6235486" y="1843035"/>
            <a:ext cx="2615184" cy="3063240"/>
          </a:xfrm>
          <a:prstGeom prst="roundRect">
            <a:avLst>
              <a:gd name="adj" fmla="val 3593"/>
            </a:avLst>
          </a:prstGeom>
          <a:solidFill>
            <a:schemeClr val="bg1"/>
          </a:solidFill>
          <a:ln w="25400">
            <a:solidFill>
              <a:schemeClr val="accent5"/>
            </a:solidFill>
          </a:ln>
        </p:spPr>
        <p:txBody>
          <a:bodyPr lIns="91440" tIns="91440" rIns="91440" bIns="91440"/>
          <a:lstStyle>
            <a:lvl1pPr marL="285750" indent="-285750" algn="l">
              <a:lnSpc>
                <a:spcPct val="100000"/>
              </a:lnSpc>
              <a:spcAft>
                <a:spcPts val="500"/>
              </a:spcAft>
              <a:buFont typeface="Wingdings" pitchFamily="2" charset="2"/>
              <a:buChar char="§"/>
              <a:defRPr sz="14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endParaRPr lang="en-US"/>
          </a:p>
        </p:txBody>
      </p:sp>
      <p:sp>
        <p:nvSpPr>
          <p:cNvPr id="32" name="Text Placeholder 13">
            <a:extLst>
              <a:ext uri="{FF2B5EF4-FFF2-40B4-BE49-F238E27FC236}">
                <a16:creationId xmlns:a16="http://schemas.microsoft.com/office/drawing/2014/main" id="{E8BFE762-C1AB-D4C6-AF3E-973151604EF1}"/>
              </a:ext>
            </a:extLst>
          </p:cNvPr>
          <p:cNvSpPr>
            <a:spLocks noGrp="1"/>
          </p:cNvSpPr>
          <p:nvPr>
            <p:ph type="body" sz="quarter" idx="16"/>
          </p:nvPr>
        </p:nvSpPr>
        <p:spPr>
          <a:xfrm>
            <a:off x="9126769" y="1843035"/>
            <a:ext cx="2615184" cy="3063240"/>
          </a:xfrm>
          <a:prstGeom prst="roundRect">
            <a:avLst>
              <a:gd name="adj" fmla="val 3593"/>
            </a:avLst>
          </a:prstGeom>
          <a:solidFill>
            <a:schemeClr val="bg1"/>
          </a:solidFill>
          <a:ln w="25400">
            <a:solidFill>
              <a:schemeClr val="accent2"/>
            </a:solidFill>
          </a:ln>
        </p:spPr>
        <p:txBody>
          <a:bodyPr lIns="91440" tIns="91440" rIns="91440" bIns="91440"/>
          <a:lstStyle>
            <a:lvl1pPr marL="285750" indent="-285750" algn="l">
              <a:lnSpc>
                <a:spcPct val="100000"/>
              </a:lnSpc>
              <a:spcAft>
                <a:spcPts val="500"/>
              </a:spcAft>
              <a:buFont typeface="Wingdings" pitchFamily="2" charset="2"/>
              <a:buChar char="§"/>
              <a:defRPr sz="14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endParaRPr lang="en-US"/>
          </a:p>
        </p:txBody>
      </p:sp>
      <p:sp>
        <p:nvSpPr>
          <p:cNvPr id="8" name="Text Placeholder 7">
            <a:extLst>
              <a:ext uri="{FF2B5EF4-FFF2-40B4-BE49-F238E27FC236}">
                <a16:creationId xmlns:a16="http://schemas.microsoft.com/office/drawing/2014/main" id="{FBB64B40-B241-44EC-25E0-9A4BC8ADA237}"/>
              </a:ext>
            </a:extLst>
          </p:cNvPr>
          <p:cNvSpPr>
            <a:spLocks noGrp="1"/>
          </p:cNvSpPr>
          <p:nvPr>
            <p:ph type="body" sz="quarter" idx="17"/>
          </p:nvPr>
        </p:nvSpPr>
        <p:spPr>
          <a:xfrm>
            <a:off x="463244" y="5000624"/>
            <a:ext cx="2926080" cy="484632"/>
          </a:xfrm>
          <a:prstGeom prst="chevron">
            <a:avLst/>
          </a:prstGeom>
          <a:solidFill>
            <a:schemeClr val="accent1"/>
          </a:solidFill>
        </p:spPr>
        <p:txBody>
          <a:bodyPr lIns="182880" anchor="ctr"/>
          <a:lstStyle>
            <a:lvl1pPr marL="0" indent="0">
              <a:lnSpc>
                <a:spcPts val="1800"/>
              </a:lnSpc>
              <a:buNone/>
              <a:defRPr sz="1800">
                <a:solidFill>
                  <a:schemeClr val="bg1"/>
                </a:solidFill>
                <a:latin typeface="+mj-lt"/>
              </a:defRPr>
            </a:lvl1pPr>
            <a:lvl2pPr marL="279400" indent="0">
              <a:buNone/>
              <a:defRPr>
                <a:solidFill>
                  <a:schemeClr val="bg1"/>
                </a:solidFill>
              </a:defRPr>
            </a:lvl2pPr>
            <a:lvl3pPr marL="5080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edit Master text styles</a:t>
            </a:r>
          </a:p>
        </p:txBody>
      </p:sp>
      <p:sp>
        <p:nvSpPr>
          <p:cNvPr id="37" name="Text Placeholder 7">
            <a:extLst>
              <a:ext uri="{FF2B5EF4-FFF2-40B4-BE49-F238E27FC236}">
                <a16:creationId xmlns:a16="http://schemas.microsoft.com/office/drawing/2014/main" id="{8B3E5801-E74D-87DD-70A9-03BC76FED4FD}"/>
              </a:ext>
            </a:extLst>
          </p:cNvPr>
          <p:cNvSpPr>
            <a:spLocks noGrp="1"/>
          </p:cNvSpPr>
          <p:nvPr>
            <p:ph type="body" sz="quarter" idx="18"/>
          </p:nvPr>
        </p:nvSpPr>
        <p:spPr>
          <a:xfrm>
            <a:off x="3352800" y="5000624"/>
            <a:ext cx="2926080" cy="484632"/>
          </a:xfrm>
          <a:prstGeom prst="chevron">
            <a:avLst/>
          </a:prstGeom>
          <a:solidFill>
            <a:schemeClr val="accent3">
              <a:lumMod val="90000"/>
            </a:schemeClr>
          </a:solidFill>
        </p:spPr>
        <p:txBody>
          <a:bodyPr lIns="182880" anchor="ctr"/>
          <a:lstStyle>
            <a:lvl1pPr marL="0" indent="0">
              <a:lnSpc>
                <a:spcPts val="1800"/>
              </a:lnSpc>
              <a:buNone/>
              <a:defRPr sz="1800">
                <a:solidFill>
                  <a:schemeClr val="bg1"/>
                </a:solidFill>
                <a:latin typeface="+mj-lt"/>
              </a:defRPr>
            </a:lvl1pPr>
            <a:lvl2pPr marL="279400" indent="0">
              <a:buNone/>
              <a:defRPr>
                <a:solidFill>
                  <a:schemeClr val="bg1"/>
                </a:solidFill>
              </a:defRPr>
            </a:lvl2pPr>
            <a:lvl3pPr marL="5080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edit Master text styles</a:t>
            </a:r>
          </a:p>
        </p:txBody>
      </p:sp>
      <p:sp>
        <p:nvSpPr>
          <p:cNvPr id="38" name="Text Placeholder 7">
            <a:extLst>
              <a:ext uri="{FF2B5EF4-FFF2-40B4-BE49-F238E27FC236}">
                <a16:creationId xmlns:a16="http://schemas.microsoft.com/office/drawing/2014/main" id="{8ED4B43B-9BAD-B2CF-6C6E-9D99360E1C5C}"/>
              </a:ext>
            </a:extLst>
          </p:cNvPr>
          <p:cNvSpPr>
            <a:spLocks noGrp="1"/>
          </p:cNvSpPr>
          <p:nvPr>
            <p:ph type="body" sz="quarter" idx="19"/>
          </p:nvPr>
        </p:nvSpPr>
        <p:spPr>
          <a:xfrm>
            <a:off x="6248400" y="5000624"/>
            <a:ext cx="2926080" cy="484632"/>
          </a:xfrm>
          <a:prstGeom prst="chevron">
            <a:avLst/>
          </a:prstGeom>
          <a:solidFill>
            <a:schemeClr val="accent5"/>
          </a:solidFill>
        </p:spPr>
        <p:txBody>
          <a:bodyPr lIns="182880" anchor="ctr"/>
          <a:lstStyle>
            <a:lvl1pPr marL="0" indent="0">
              <a:lnSpc>
                <a:spcPts val="1800"/>
              </a:lnSpc>
              <a:buNone/>
              <a:defRPr sz="1800">
                <a:solidFill>
                  <a:schemeClr val="bg1"/>
                </a:solidFill>
                <a:latin typeface="+mj-lt"/>
              </a:defRPr>
            </a:lvl1pPr>
            <a:lvl2pPr marL="279400" indent="0">
              <a:buNone/>
              <a:defRPr>
                <a:solidFill>
                  <a:schemeClr val="bg1"/>
                </a:solidFill>
              </a:defRPr>
            </a:lvl2pPr>
            <a:lvl3pPr marL="5080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edit Master text styles</a:t>
            </a:r>
          </a:p>
        </p:txBody>
      </p:sp>
      <p:sp>
        <p:nvSpPr>
          <p:cNvPr id="39" name="Text Placeholder 7">
            <a:extLst>
              <a:ext uri="{FF2B5EF4-FFF2-40B4-BE49-F238E27FC236}">
                <a16:creationId xmlns:a16="http://schemas.microsoft.com/office/drawing/2014/main" id="{4BFAB4A4-DADA-A620-677E-CC6E72CC9059}"/>
              </a:ext>
            </a:extLst>
          </p:cNvPr>
          <p:cNvSpPr>
            <a:spLocks noGrp="1"/>
          </p:cNvSpPr>
          <p:nvPr>
            <p:ph type="body" sz="quarter" idx="20"/>
          </p:nvPr>
        </p:nvSpPr>
        <p:spPr>
          <a:xfrm>
            <a:off x="9067800" y="5000624"/>
            <a:ext cx="2926080" cy="484632"/>
          </a:xfrm>
          <a:prstGeom prst="chevron">
            <a:avLst/>
          </a:prstGeom>
          <a:solidFill>
            <a:schemeClr val="accent2"/>
          </a:solidFill>
        </p:spPr>
        <p:txBody>
          <a:bodyPr lIns="182880" anchor="ctr"/>
          <a:lstStyle>
            <a:lvl1pPr marL="0" indent="0">
              <a:lnSpc>
                <a:spcPts val="1800"/>
              </a:lnSpc>
              <a:buNone/>
              <a:defRPr sz="1800">
                <a:solidFill>
                  <a:schemeClr val="bg1"/>
                </a:solidFill>
                <a:latin typeface="+mj-lt"/>
              </a:defRPr>
            </a:lvl1pPr>
            <a:lvl2pPr marL="279400" indent="0">
              <a:buNone/>
              <a:defRPr>
                <a:solidFill>
                  <a:schemeClr val="bg1"/>
                </a:solidFill>
              </a:defRPr>
            </a:lvl2pPr>
            <a:lvl3pPr marL="5080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edit Master text styles</a:t>
            </a:r>
          </a:p>
        </p:txBody>
      </p:sp>
      <p:cxnSp>
        <p:nvCxnSpPr>
          <p:cNvPr id="33" name="Straight Connector 32">
            <a:extLst>
              <a:ext uri="{FF2B5EF4-FFF2-40B4-BE49-F238E27FC236}">
                <a16:creationId xmlns:a16="http://schemas.microsoft.com/office/drawing/2014/main" id="{700663B0-F500-29AC-17E2-E52174DED1DE}"/>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4" name="Rounded Rectangle 33">
            <a:extLst>
              <a:ext uri="{FF2B5EF4-FFF2-40B4-BE49-F238E27FC236}">
                <a16:creationId xmlns:a16="http://schemas.microsoft.com/office/drawing/2014/main" id="{3BBF00E8-4083-9F33-3987-A465CBC70BDB}"/>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5" name="Graphic 62">
            <a:extLst>
              <a:ext uri="{FF2B5EF4-FFF2-40B4-BE49-F238E27FC236}">
                <a16:creationId xmlns:a16="http://schemas.microsoft.com/office/drawing/2014/main" id="{9023812D-3D85-7DAF-04DC-00325146AE47}"/>
              </a:ext>
            </a:extLst>
          </p:cNvPr>
          <p:cNvGrpSpPr/>
          <p:nvPr userDrawn="1"/>
        </p:nvGrpSpPr>
        <p:grpSpPr>
          <a:xfrm>
            <a:off x="11389259" y="459884"/>
            <a:ext cx="352694" cy="349203"/>
            <a:chOff x="10767269" y="208371"/>
            <a:chExt cx="182844" cy="181034"/>
          </a:xfrm>
        </p:grpSpPr>
        <p:sp>
          <p:nvSpPr>
            <p:cNvPr id="40" name="Freeform 39">
              <a:extLst>
                <a:ext uri="{FF2B5EF4-FFF2-40B4-BE49-F238E27FC236}">
                  <a16:creationId xmlns:a16="http://schemas.microsoft.com/office/drawing/2014/main" id="{3FEAFBB8-3377-533B-A0E5-2DA5915AD073}"/>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1" name="Freeform 40">
              <a:extLst>
                <a:ext uri="{FF2B5EF4-FFF2-40B4-BE49-F238E27FC236}">
                  <a16:creationId xmlns:a16="http://schemas.microsoft.com/office/drawing/2014/main" id="{205237A5-5A3C-58A8-9739-EE552F987529}"/>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42" name="Freeform 41">
              <a:extLst>
                <a:ext uri="{FF2B5EF4-FFF2-40B4-BE49-F238E27FC236}">
                  <a16:creationId xmlns:a16="http://schemas.microsoft.com/office/drawing/2014/main" id="{EC13098B-8954-910C-137E-2DC6A6D68316}"/>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43" name="Freeform 42">
              <a:extLst>
                <a:ext uri="{FF2B5EF4-FFF2-40B4-BE49-F238E27FC236}">
                  <a16:creationId xmlns:a16="http://schemas.microsoft.com/office/drawing/2014/main" id="{7F047263-4964-41A3-E3C0-E30E435488CB}"/>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44" name="Freeform 43">
              <a:extLst>
                <a:ext uri="{FF2B5EF4-FFF2-40B4-BE49-F238E27FC236}">
                  <a16:creationId xmlns:a16="http://schemas.microsoft.com/office/drawing/2014/main" id="{56AB95BB-1CBA-88CA-0E00-55E6AC156C2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5" name="Slide Number Placeholder 5">
            <a:extLst>
              <a:ext uri="{FF2B5EF4-FFF2-40B4-BE49-F238E27FC236}">
                <a16:creationId xmlns:a16="http://schemas.microsoft.com/office/drawing/2014/main" id="{B6B7F0A2-017D-3CFC-F707-3E6FFAAE3232}"/>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304086891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imeline_Grey">
    <p:bg>
      <p:bgRef idx="1001">
        <a:schemeClr val="bg1"/>
      </p:bgRef>
    </p:bg>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4808"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89" name="Subtitle 2">
            <a:extLst>
              <a:ext uri="{FF2B5EF4-FFF2-40B4-BE49-F238E27FC236}">
                <a16:creationId xmlns:a16="http://schemas.microsoft.com/office/drawing/2014/main" id="{B8051558-696D-93B1-48C5-5BB9B0DB577D}"/>
              </a:ext>
            </a:extLst>
          </p:cNvPr>
          <p:cNvSpPr>
            <a:spLocks noGrp="1"/>
          </p:cNvSpPr>
          <p:nvPr>
            <p:ph type="subTitle" idx="1" hasCustomPrompt="1"/>
          </p:nvPr>
        </p:nvSpPr>
        <p:spPr>
          <a:xfrm>
            <a:off x="454025" y="1155700"/>
            <a:ext cx="550468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91" name="Content Placeholder 2">
            <a:extLst>
              <a:ext uri="{FF2B5EF4-FFF2-40B4-BE49-F238E27FC236}">
                <a16:creationId xmlns:a16="http://schemas.microsoft.com/office/drawing/2014/main" id="{07F914D7-93D4-8BF8-5154-E7DA7859B2AD}"/>
              </a:ext>
            </a:extLst>
          </p:cNvPr>
          <p:cNvSpPr>
            <a:spLocks noGrp="1"/>
          </p:cNvSpPr>
          <p:nvPr>
            <p:ph sz="quarter" idx="16"/>
          </p:nvPr>
        </p:nvSpPr>
        <p:spPr>
          <a:xfrm>
            <a:off x="460879" y="3373034"/>
            <a:ext cx="1472184" cy="1847088"/>
          </a:xfrm>
        </p:spPr>
        <p:txBody>
          <a:bodyPr/>
          <a:lstStyle>
            <a:lvl1pPr marL="171450" indent="-171450">
              <a:buFont typeface="Wingdings" pitchFamily="2" charset="2"/>
              <a:buChar char="§"/>
              <a:defRPr sz="1200"/>
            </a:lvl1pPr>
            <a:lvl2pPr>
              <a:defRPr sz="1400"/>
            </a:lvl2pPr>
            <a:lvl3pPr>
              <a:defRPr sz="1200"/>
            </a:lvl3pPr>
            <a:lvl4pPr>
              <a:defRPr sz="1400"/>
            </a:lvl4pPr>
            <a:lvl5pPr>
              <a:defRPr sz="1400"/>
            </a:lvl5pPr>
          </a:lstStyle>
          <a:p>
            <a:pPr lvl="0"/>
            <a:r>
              <a:rPr lang="en-US"/>
              <a:t>Click to edit Master text styles</a:t>
            </a:r>
          </a:p>
        </p:txBody>
      </p:sp>
      <p:cxnSp>
        <p:nvCxnSpPr>
          <p:cNvPr id="28" name="Straight Connector 27">
            <a:extLst>
              <a:ext uri="{FF2B5EF4-FFF2-40B4-BE49-F238E27FC236}">
                <a16:creationId xmlns:a16="http://schemas.microsoft.com/office/drawing/2014/main" id="{4F5E6663-86D9-8A9C-BFB0-93004107FF60}"/>
              </a:ext>
            </a:extLst>
          </p:cNvPr>
          <p:cNvCxnSpPr/>
          <p:nvPr userDrawn="1"/>
        </p:nvCxnSpPr>
        <p:spPr>
          <a:xfrm>
            <a:off x="1" y="2551113"/>
            <a:ext cx="12192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1" name="Rounded Rectangle 40">
            <a:extLst>
              <a:ext uri="{FF2B5EF4-FFF2-40B4-BE49-F238E27FC236}">
                <a16:creationId xmlns:a16="http://schemas.microsoft.com/office/drawing/2014/main" id="{273FEB94-667A-A64B-73F6-AF02E0357982}"/>
              </a:ext>
            </a:extLst>
          </p:cNvPr>
          <p:cNvSpPr/>
          <p:nvPr userDrawn="1"/>
        </p:nvSpPr>
        <p:spPr>
          <a:xfrm>
            <a:off x="1047617" y="2456271"/>
            <a:ext cx="201826" cy="189684"/>
          </a:xfrm>
          <a:prstGeom prst="roundRect">
            <a:avLst>
              <a:gd name="adj" fmla="val 9708"/>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solidFill>
                <a:schemeClr val="accent1"/>
              </a:solidFill>
              <a:latin typeface="Franklin Gothic Medium" panose="020B0603020102020204" pitchFamily="34" charset="0"/>
            </a:endParaRPr>
          </a:p>
        </p:txBody>
      </p:sp>
      <p:sp>
        <p:nvSpPr>
          <p:cNvPr id="42" name="Rounded Rectangle 41">
            <a:extLst>
              <a:ext uri="{FF2B5EF4-FFF2-40B4-BE49-F238E27FC236}">
                <a16:creationId xmlns:a16="http://schemas.microsoft.com/office/drawing/2014/main" id="{B5BD12AA-1B62-DBD1-9B03-900AF9176E53}"/>
              </a:ext>
            </a:extLst>
          </p:cNvPr>
          <p:cNvSpPr/>
          <p:nvPr userDrawn="1"/>
        </p:nvSpPr>
        <p:spPr>
          <a:xfrm>
            <a:off x="3031357" y="2456271"/>
            <a:ext cx="201826" cy="189684"/>
          </a:xfrm>
          <a:prstGeom prst="roundRect">
            <a:avLst>
              <a:gd name="adj" fmla="val 9708"/>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solidFill>
                <a:schemeClr val="accent1"/>
              </a:solidFill>
              <a:latin typeface="Franklin Gothic Medium" panose="020B0603020102020204" pitchFamily="34" charset="0"/>
            </a:endParaRPr>
          </a:p>
        </p:txBody>
      </p:sp>
      <p:sp>
        <p:nvSpPr>
          <p:cNvPr id="43" name="Rounded Rectangle 42">
            <a:extLst>
              <a:ext uri="{FF2B5EF4-FFF2-40B4-BE49-F238E27FC236}">
                <a16:creationId xmlns:a16="http://schemas.microsoft.com/office/drawing/2014/main" id="{2076111B-82C8-E641-17F9-2EBF296EF6DE}"/>
              </a:ext>
            </a:extLst>
          </p:cNvPr>
          <p:cNvSpPr/>
          <p:nvPr userDrawn="1"/>
        </p:nvSpPr>
        <p:spPr>
          <a:xfrm>
            <a:off x="5015097" y="2456271"/>
            <a:ext cx="201826" cy="189684"/>
          </a:xfrm>
          <a:prstGeom prst="roundRect">
            <a:avLst>
              <a:gd name="adj" fmla="val 9708"/>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solidFill>
                <a:schemeClr val="accent1"/>
              </a:solidFill>
              <a:latin typeface="Franklin Gothic Medium" panose="020B0603020102020204" pitchFamily="34" charset="0"/>
            </a:endParaRPr>
          </a:p>
        </p:txBody>
      </p:sp>
      <p:sp>
        <p:nvSpPr>
          <p:cNvPr id="47" name="Rounded Rectangle 46">
            <a:extLst>
              <a:ext uri="{FF2B5EF4-FFF2-40B4-BE49-F238E27FC236}">
                <a16:creationId xmlns:a16="http://schemas.microsoft.com/office/drawing/2014/main" id="{D3B6439E-C017-0E19-C070-48050DFF5521}"/>
              </a:ext>
            </a:extLst>
          </p:cNvPr>
          <p:cNvSpPr/>
          <p:nvPr userDrawn="1"/>
        </p:nvSpPr>
        <p:spPr>
          <a:xfrm>
            <a:off x="6998837" y="2456271"/>
            <a:ext cx="201826" cy="189684"/>
          </a:xfrm>
          <a:prstGeom prst="roundRect">
            <a:avLst>
              <a:gd name="adj" fmla="val 9708"/>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solidFill>
                <a:schemeClr val="accent1"/>
              </a:solidFill>
              <a:latin typeface="Franklin Gothic Medium" panose="020B0603020102020204" pitchFamily="34" charset="0"/>
            </a:endParaRPr>
          </a:p>
        </p:txBody>
      </p:sp>
      <p:sp>
        <p:nvSpPr>
          <p:cNvPr id="48" name="Rounded Rectangle 47">
            <a:extLst>
              <a:ext uri="{FF2B5EF4-FFF2-40B4-BE49-F238E27FC236}">
                <a16:creationId xmlns:a16="http://schemas.microsoft.com/office/drawing/2014/main" id="{AB5C7B8D-DD11-C0D2-F756-F2DB2BB4C692}"/>
              </a:ext>
            </a:extLst>
          </p:cNvPr>
          <p:cNvSpPr/>
          <p:nvPr userDrawn="1"/>
        </p:nvSpPr>
        <p:spPr>
          <a:xfrm>
            <a:off x="8982577" y="2456271"/>
            <a:ext cx="201826" cy="189684"/>
          </a:xfrm>
          <a:prstGeom prst="roundRect">
            <a:avLst>
              <a:gd name="adj" fmla="val 9708"/>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solidFill>
                <a:schemeClr val="accent1"/>
              </a:solidFill>
              <a:latin typeface="Franklin Gothic Medium" panose="020B0603020102020204" pitchFamily="34" charset="0"/>
            </a:endParaRPr>
          </a:p>
        </p:txBody>
      </p:sp>
      <p:sp>
        <p:nvSpPr>
          <p:cNvPr id="49" name="Rounded Rectangle 48">
            <a:extLst>
              <a:ext uri="{FF2B5EF4-FFF2-40B4-BE49-F238E27FC236}">
                <a16:creationId xmlns:a16="http://schemas.microsoft.com/office/drawing/2014/main" id="{23FE2784-E16D-4517-02D1-B02BBA4812EC}"/>
              </a:ext>
            </a:extLst>
          </p:cNvPr>
          <p:cNvSpPr/>
          <p:nvPr userDrawn="1"/>
        </p:nvSpPr>
        <p:spPr>
          <a:xfrm>
            <a:off x="10966317" y="2456271"/>
            <a:ext cx="201826" cy="189684"/>
          </a:xfrm>
          <a:prstGeom prst="roundRect">
            <a:avLst>
              <a:gd name="adj" fmla="val 9708"/>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solidFill>
                <a:schemeClr val="accent1"/>
              </a:solidFill>
              <a:latin typeface="Franklin Gothic Medium" panose="020B0603020102020204" pitchFamily="34" charset="0"/>
            </a:endParaRPr>
          </a:p>
        </p:txBody>
      </p:sp>
      <p:cxnSp>
        <p:nvCxnSpPr>
          <p:cNvPr id="50" name="Straight Connector 49">
            <a:extLst>
              <a:ext uri="{FF2B5EF4-FFF2-40B4-BE49-F238E27FC236}">
                <a16:creationId xmlns:a16="http://schemas.microsoft.com/office/drawing/2014/main" id="{EB73D417-F87C-0C44-2D5C-8E97B3AD786D}"/>
              </a:ext>
            </a:extLst>
          </p:cNvPr>
          <p:cNvCxnSpPr>
            <a:cxnSpLocks/>
          </p:cNvCxnSpPr>
          <p:nvPr userDrawn="1"/>
        </p:nvCxnSpPr>
        <p:spPr>
          <a:xfrm>
            <a:off x="1138409" y="2645955"/>
            <a:ext cx="0" cy="596900"/>
          </a:xfrm>
          <a:prstGeom prst="line">
            <a:avLst/>
          </a:prstGeom>
          <a:ln w="9525">
            <a:solidFill>
              <a:schemeClr val="accent1"/>
            </a:solidFill>
            <a:tailEnd type="diamon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C7E129D4-27F9-4A51-727A-EEDB03E3CE67}"/>
              </a:ext>
            </a:extLst>
          </p:cNvPr>
          <p:cNvCxnSpPr>
            <a:cxnSpLocks/>
          </p:cNvCxnSpPr>
          <p:nvPr userDrawn="1"/>
        </p:nvCxnSpPr>
        <p:spPr>
          <a:xfrm>
            <a:off x="3133463" y="2645955"/>
            <a:ext cx="0" cy="596900"/>
          </a:xfrm>
          <a:prstGeom prst="line">
            <a:avLst/>
          </a:prstGeom>
          <a:ln w="9525">
            <a:solidFill>
              <a:schemeClr val="accent1"/>
            </a:solidFill>
            <a:tailEnd type="diamond"/>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F798E7BF-907E-C732-C158-4ACC9B488B21}"/>
              </a:ext>
            </a:extLst>
          </p:cNvPr>
          <p:cNvCxnSpPr>
            <a:cxnSpLocks/>
          </p:cNvCxnSpPr>
          <p:nvPr userDrawn="1"/>
        </p:nvCxnSpPr>
        <p:spPr>
          <a:xfrm>
            <a:off x="5116642" y="2645955"/>
            <a:ext cx="0" cy="596900"/>
          </a:xfrm>
          <a:prstGeom prst="line">
            <a:avLst/>
          </a:prstGeom>
          <a:ln w="9525">
            <a:solidFill>
              <a:schemeClr val="accent1"/>
            </a:solidFill>
            <a:tailEnd type="diamon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29C93633-7CB8-A5DF-CC18-64DC3B69EDD5}"/>
              </a:ext>
            </a:extLst>
          </p:cNvPr>
          <p:cNvCxnSpPr>
            <a:cxnSpLocks/>
          </p:cNvCxnSpPr>
          <p:nvPr userDrawn="1"/>
        </p:nvCxnSpPr>
        <p:spPr>
          <a:xfrm>
            <a:off x="7099822" y="2645955"/>
            <a:ext cx="0" cy="596900"/>
          </a:xfrm>
          <a:prstGeom prst="line">
            <a:avLst/>
          </a:prstGeom>
          <a:ln w="9525">
            <a:solidFill>
              <a:schemeClr val="accent1"/>
            </a:solidFill>
            <a:tailEnd type="diamon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0E61B4B1-7B83-89EF-67E8-F58528814AF6}"/>
              </a:ext>
            </a:extLst>
          </p:cNvPr>
          <p:cNvCxnSpPr>
            <a:cxnSpLocks/>
          </p:cNvCxnSpPr>
          <p:nvPr userDrawn="1"/>
        </p:nvCxnSpPr>
        <p:spPr>
          <a:xfrm>
            <a:off x="9083001" y="2645955"/>
            <a:ext cx="0" cy="596900"/>
          </a:xfrm>
          <a:prstGeom prst="line">
            <a:avLst/>
          </a:prstGeom>
          <a:ln w="9525">
            <a:solidFill>
              <a:schemeClr val="accent1"/>
            </a:solidFill>
            <a:tailEnd type="diamon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22EC8269-61BF-A435-4B2C-A0CF2837360C}"/>
              </a:ext>
            </a:extLst>
          </p:cNvPr>
          <p:cNvCxnSpPr>
            <a:cxnSpLocks/>
          </p:cNvCxnSpPr>
          <p:nvPr userDrawn="1"/>
        </p:nvCxnSpPr>
        <p:spPr>
          <a:xfrm>
            <a:off x="11066181" y="2645955"/>
            <a:ext cx="0" cy="596900"/>
          </a:xfrm>
          <a:prstGeom prst="line">
            <a:avLst/>
          </a:prstGeom>
          <a:ln w="9525">
            <a:solidFill>
              <a:schemeClr val="accent1"/>
            </a:solidFill>
            <a:tailEnd type="diamond"/>
          </a:ln>
        </p:spPr>
        <p:style>
          <a:lnRef idx="1">
            <a:schemeClr val="accent1"/>
          </a:lnRef>
          <a:fillRef idx="0">
            <a:schemeClr val="accent1"/>
          </a:fillRef>
          <a:effectRef idx="0">
            <a:schemeClr val="accent1"/>
          </a:effectRef>
          <a:fontRef idx="minor">
            <a:schemeClr val="tx1"/>
          </a:fontRef>
        </p:style>
      </p:cxnSp>
      <p:sp>
        <p:nvSpPr>
          <p:cNvPr id="63" name="Content Placeholder 2">
            <a:extLst>
              <a:ext uri="{FF2B5EF4-FFF2-40B4-BE49-F238E27FC236}">
                <a16:creationId xmlns:a16="http://schemas.microsoft.com/office/drawing/2014/main" id="{FEDAC99D-6AA0-CC4A-541D-D260C29C7A82}"/>
              </a:ext>
            </a:extLst>
          </p:cNvPr>
          <p:cNvSpPr>
            <a:spLocks noGrp="1"/>
          </p:cNvSpPr>
          <p:nvPr>
            <p:ph sz="quarter" idx="15" hasCustomPrompt="1"/>
          </p:nvPr>
        </p:nvSpPr>
        <p:spPr>
          <a:xfrm>
            <a:off x="415119" y="1831058"/>
            <a:ext cx="1479665" cy="585216"/>
          </a:xfrm>
        </p:spPr>
        <p:txBody>
          <a:bodyPr rIns="0"/>
          <a:lstStyle>
            <a:lvl1pPr marL="0" indent="0" algn="ctr">
              <a:buNone/>
              <a:defRPr sz="3200">
                <a:solidFill>
                  <a:schemeClr val="accent2"/>
                </a:solidFill>
              </a:defRPr>
            </a:lvl1pPr>
            <a:lvl2pPr>
              <a:defRPr sz="1400"/>
            </a:lvl2pPr>
            <a:lvl3pPr>
              <a:defRPr sz="1200"/>
            </a:lvl3pPr>
            <a:lvl4pPr>
              <a:defRPr sz="1400"/>
            </a:lvl4pPr>
            <a:lvl5pPr>
              <a:defRPr sz="1400"/>
            </a:lvl5pPr>
          </a:lstStyle>
          <a:p>
            <a:pPr lvl="0"/>
            <a:r>
              <a:rPr lang="en-US"/>
              <a:t>XXXX</a:t>
            </a:r>
          </a:p>
        </p:txBody>
      </p:sp>
      <p:sp>
        <p:nvSpPr>
          <p:cNvPr id="64" name="Content Placeholder 2">
            <a:extLst>
              <a:ext uri="{FF2B5EF4-FFF2-40B4-BE49-F238E27FC236}">
                <a16:creationId xmlns:a16="http://schemas.microsoft.com/office/drawing/2014/main" id="{2DD250D6-0BBA-142E-C318-E3EC52DC9FAD}"/>
              </a:ext>
            </a:extLst>
          </p:cNvPr>
          <p:cNvSpPr>
            <a:spLocks noGrp="1"/>
          </p:cNvSpPr>
          <p:nvPr>
            <p:ph sz="quarter" idx="17" hasCustomPrompt="1"/>
          </p:nvPr>
        </p:nvSpPr>
        <p:spPr>
          <a:xfrm>
            <a:off x="2393244" y="1831058"/>
            <a:ext cx="1479665" cy="585216"/>
          </a:xfrm>
        </p:spPr>
        <p:txBody>
          <a:bodyPr rIns="0"/>
          <a:lstStyle>
            <a:lvl1pPr marL="0" indent="0" algn="ctr">
              <a:buNone/>
              <a:defRPr sz="3200">
                <a:solidFill>
                  <a:schemeClr val="accent2"/>
                </a:solidFill>
              </a:defRPr>
            </a:lvl1pPr>
            <a:lvl2pPr>
              <a:defRPr sz="1400"/>
            </a:lvl2pPr>
            <a:lvl3pPr>
              <a:defRPr sz="1200"/>
            </a:lvl3pPr>
            <a:lvl4pPr>
              <a:defRPr sz="1400"/>
            </a:lvl4pPr>
            <a:lvl5pPr>
              <a:defRPr sz="1400"/>
            </a:lvl5pPr>
          </a:lstStyle>
          <a:p>
            <a:pPr lvl="0"/>
            <a:r>
              <a:rPr lang="en-US"/>
              <a:t>XXXX</a:t>
            </a:r>
          </a:p>
        </p:txBody>
      </p:sp>
      <p:sp>
        <p:nvSpPr>
          <p:cNvPr id="65" name="Content Placeholder 2">
            <a:extLst>
              <a:ext uri="{FF2B5EF4-FFF2-40B4-BE49-F238E27FC236}">
                <a16:creationId xmlns:a16="http://schemas.microsoft.com/office/drawing/2014/main" id="{FB0AA9B7-89A3-C877-9A49-79B74BB2C5D4}"/>
              </a:ext>
            </a:extLst>
          </p:cNvPr>
          <p:cNvSpPr>
            <a:spLocks noGrp="1"/>
          </p:cNvSpPr>
          <p:nvPr>
            <p:ph sz="quarter" idx="18" hasCustomPrompt="1"/>
          </p:nvPr>
        </p:nvSpPr>
        <p:spPr>
          <a:xfrm>
            <a:off x="4374444" y="1831058"/>
            <a:ext cx="1479665" cy="585216"/>
          </a:xfrm>
        </p:spPr>
        <p:txBody>
          <a:bodyPr rIns="0"/>
          <a:lstStyle>
            <a:lvl1pPr marL="0" indent="0" algn="ctr">
              <a:buNone/>
              <a:defRPr sz="3200">
                <a:solidFill>
                  <a:schemeClr val="accent2"/>
                </a:solidFill>
              </a:defRPr>
            </a:lvl1pPr>
            <a:lvl2pPr>
              <a:defRPr sz="1400"/>
            </a:lvl2pPr>
            <a:lvl3pPr>
              <a:defRPr sz="1200"/>
            </a:lvl3pPr>
            <a:lvl4pPr>
              <a:defRPr sz="1400"/>
            </a:lvl4pPr>
            <a:lvl5pPr>
              <a:defRPr sz="1400"/>
            </a:lvl5pPr>
          </a:lstStyle>
          <a:p>
            <a:pPr lvl="0"/>
            <a:r>
              <a:rPr lang="en-US"/>
              <a:t>XXXX</a:t>
            </a:r>
          </a:p>
        </p:txBody>
      </p:sp>
      <p:sp>
        <p:nvSpPr>
          <p:cNvPr id="66" name="Content Placeholder 2">
            <a:extLst>
              <a:ext uri="{FF2B5EF4-FFF2-40B4-BE49-F238E27FC236}">
                <a16:creationId xmlns:a16="http://schemas.microsoft.com/office/drawing/2014/main" id="{8095C9B1-CBA0-B46E-A48E-62E65FF7D56B}"/>
              </a:ext>
            </a:extLst>
          </p:cNvPr>
          <p:cNvSpPr>
            <a:spLocks noGrp="1"/>
          </p:cNvSpPr>
          <p:nvPr>
            <p:ph sz="quarter" idx="19" hasCustomPrompt="1"/>
          </p:nvPr>
        </p:nvSpPr>
        <p:spPr>
          <a:xfrm>
            <a:off x="6369756" y="1831058"/>
            <a:ext cx="1479665" cy="585216"/>
          </a:xfrm>
        </p:spPr>
        <p:txBody>
          <a:bodyPr rIns="0"/>
          <a:lstStyle>
            <a:lvl1pPr marL="0" indent="0" algn="ctr">
              <a:buNone/>
              <a:defRPr sz="3200">
                <a:solidFill>
                  <a:schemeClr val="accent2"/>
                </a:solidFill>
              </a:defRPr>
            </a:lvl1pPr>
            <a:lvl2pPr>
              <a:defRPr sz="1400"/>
            </a:lvl2pPr>
            <a:lvl3pPr>
              <a:defRPr sz="1200"/>
            </a:lvl3pPr>
            <a:lvl4pPr>
              <a:defRPr sz="1400"/>
            </a:lvl4pPr>
            <a:lvl5pPr>
              <a:defRPr sz="1400"/>
            </a:lvl5pPr>
          </a:lstStyle>
          <a:p>
            <a:pPr lvl="0"/>
            <a:r>
              <a:rPr lang="en-US"/>
              <a:t>XXXX</a:t>
            </a:r>
          </a:p>
        </p:txBody>
      </p:sp>
      <p:sp>
        <p:nvSpPr>
          <p:cNvPr id="67" name="Content Placeholder 2">
            <a:extLst>
              <a:ext uri="{FF2B5EF4-FFF2-40B4-BE49-F238E27FC236}">
                <a16:creationId xmlns:a16="http://schemas.microsoft.com/office/drawing/2014/main" id="{81FC5489-C367-C6A4-CEDB-32306D5054F9}"/>
              </a:ext>
            </a:extLst>
          </p:cNvPr>
          <p:cNvSpPr>
            <a:spLocks noGrp="1"/>
          </p:cNvSpPr>
          <p:nvPr>
            <p:ph sz="quarter" idx="20" hasCustomPrompt="1"/>
          </p:nvPr>
        </p:nvSpPr>
        <p:spPr>
          <a:xfrm>
            <a:off x="8339667" y="1831058"/>
            <a:ext cx="1479665" cy="585216"/>
          </a:xfrm>
        </p:spPr>
        <p:txBody>
          <a:bodyPr rIns="0"/>
          <a:lstStyle>
            <a:lvl1pPr marL="0" indent="0" algn="ctr">
              <a:buNone/>
              <a:defRPr sz="3200">
                <a:solidFill>
                  <a:schemeClr val="accent2"/>
                </a:solidFill>
              </a:defRPr>
            </a:lvl1pPr>
            <a:lvl2pPr>
              <a:defRPr sz="1400"/>
            </a:lvl2pPr>
            <a:lvl3pPr>
              <a:defRPr sz="1200"/>
            </a:lvl3pPr>
            <a:lvl4pPr>
              <a:defRPr sz="1400"/>
            </a:lvl4pPr>
            <a:lvl5pPr>
              <a:defRPr sz="1400"/>
            </a:lvl5pPr>
          </a:lstStyle>
          <a:p>
            <a:pPr lvl="0"/>
            <a:r>
              <a:rPr lang="en-US"/>
              <a:t>XXXX</a:t>
            </a:r>
          </a:p>
        </p:txBody>
      </p:sp>
      <p:sp>
        <p:nvSpPr>
          <p:cNvPr id="68" name="Content Placeholder 2">
            <a:extLst>
              <a:ext uri="{FF2B5EF4-FFF2-40B4-BE49-F238E27FC236}">
                <a16:creationId xmlns:a16="http://schemas.microsoft.com/office/drawing/2014/main" id="{C7F57B96-C7D0-B1C7-C5F3-07FAEB5CDD53}"/>
              </a:ext>
            </a:extLst>
          </p:cNvPr>
          <p:cNvSpPr>
            <a:spLocks noGrp="1"/>
          </p:cNvSpPr>
          <p:nvPr>
            <p:ph sz="quarter" idx="21" hasCustomPrompt="1"/>
          </p:nvPr>
        </p:nvSpPr>
        <p:spPr>
          <a:xfrm>
            <a:off x="10312401" y="1831058"/>
            <a:ext cx="1479665" cy="585216"/>
          </a:xfrm>
        </p:spPr>
        <p:txBody>
          <a:bodyPr rIns="0"/>
          <a:lstStyle>
            <a:lvl1pPr marL="0" indent="0" algn="ctr">
              <a:buNone/>
              <a:defRPr sz="3200">
                <a:solidFill>
                  <a:schemeClr val="accent2"/>
                </a:solidFill>
              </a:defRPr>
            </a:lvl1pPr>
            <a:lvl2pPr>
              <a:defRPr sz="1400"/>
            </a:lvl2pPr>
            <a:lvl3pPr>
              <a:defRPr sz="1200"/>
            </a:lvl3pPr>
            <a:lvl4pPr>
              <a:defRPr sz="1400"/>
            </a:lvl4pPr>
            <a:lvl5pPr>
              <a:defRPr sz="1400"/>
            </a:lvl5pPr>
          </a:lstStyle>
          <a:p>
            <a:pPr lvl="0"/>
            <a:r>
              <a:rPr lang="en-US"/>
              <a:t>XXXX</a:t>
            </a:r>
          </a:p>
        </p:txBody>
      </p:sp>
      <p:sp>
        <p:nvSpPr>
          <p:cNvPr id="69" name="Content Placeholder 2">
            <a:extLst>
              <a:ext uri="{FF2B5EF4-FFF2-40B4-BE49-F238E27FC236}">
                <a16:creationId xmlns:a16="http://schemas.microsoft.com/office/drawing/2014/main" id="{90916AA8-C9E9-BB1D-465A-926762742496}"/>
              </a:ext>
            </a:extLst>
          </p:cNvPr>
          <p:cNvSpPr>
            <a:spLocks noGrp="1"/>
          </p:cNvSpPr>
          <p:nvPr>
            <p:ph sz="quarter" idx="22"/>
          </p:nvPr>
        </p:nvSpPr>
        <p:spPr>
          <a:xfrm>
            <a:off x="2432458" y="3373034"/>
            <a:ext cx="1472184" cy="1847088"/>
          </a:xfrm>
        </p:spPr>
        <p:txBody>
          <a:bodyPr/>
          <a:lstStyle>
            <a:lvl1pPr marL="171450" indent="-171450">
              <a:buFont typeface="Wingdings" pitchFamily="2" charset="2"/>
              <a:buChar char="§"/>
              <a:defRPr sz="1200"/>
            </a:lvl1pPr>
            <a:lvl2pPr>
              <a:defRPr sz="1400"/>
            </a:lvl2pPr>
            <a:lvl3pPr>
              <a:defRPr sz="1200"/>
            </a:lvl3pPr>
            <a:lvl4pPr>
              <a:defRPr sz="1400"/>
            </a:lvl4pPr>
            <a:lvl5pPr>
              <a:defRPr sz="1400"/>
            </a:lvl5pPr>
          </a:lstStyle>
          <a:p>
            <a:pPr lvl="0"/>
            <a:r>
              <a:rPr lang="en-US"/>
              <a:t>Click to edit Master text styles</a:t>
            </a:r>
          </a:p>
        </p:txBody>
      </p:sp>
      <p:sp>
        <p:nvSpPr>
          <p:cNvPr id="70" name="Content Placeholder 2">
            <a:extLst>
              <a:ext uri="{FF2B5EF4-FFF2-40B4-BE49-F238E27FC236}">
                <a16:creationId xmlns:a16="http://schemas.microsoft.com/office/drawing/2014/main" id="{7B1A0D79-2A00-CA83-08F7-5E4C5F7D1913}"/>
              </a:ext>
            </a:extLst>
          </p:cNvPr>
          <p:cNvSpPr>
            <a:spLocks noGrp="1"/>
          </p:cNvSpPr>
          <p:nvPr>
            <p:ph sz="quarter" idx="23"/>
          </p:nvPr>
        </p:nvSpPr>
        <p:spPr>
          <a:xfrm>
            <a:off x="4410013" y="3373034"/>
            <a:ext cx="1472184" cy="1847088"/>
          </a:xfrm>
        </p:spPr>
        <p:txBody>
          <a:bodyPr/>
          <a:lstStyle>
            <a:lvl1pPr marL="171450" indent="-171450">
              <a:buFont typeface="Wingdings" pitchFamily="2" charset="2"/>
              <a:buChar char="§"/>
              <a:defRPr sz="1200"/>
            </a:lvl1pPr>
            <a:lvl2pPr>
              <a:defRPr sz="1400"/>
            </a:lvl2pPr>
            <a:lvl3pPr>
              <a:defRPr sz="1200"/>
            </a:lvl3pPr>
            <a:lvl4pPr>
              <a:defRPr sz="1400"/>
            </a:lvl4pPr>
            <a:lvl5pPr>
              <a:defRPr sz="1400"/>
            </a:lvl5pPr>
          </a:lstStyle>
          <a:p>
            <a:pPr lvl="0"/>
            <a:r>
              <a:rPr lang="en-US"/>
              <a:t>Click to edit Master text styles</a:t>
            </a:r>
          </a:p>
        </p:txBody>
      </p:sp>
      <p:sp>
        <p:nvSpPr>
          <p:cNvPr id="71" name="Content Placeholder 2">
            <a:extLst>
              <a:ext uri="{FF2B5EF4-FFF2-40B4-BE49-F238E27FC236}">
                <a16:creationId xmlns:a16="http://schemas.microsoft.com/office/drawing/2014/main" id="{BC0CA81A-D9BD-6CA9-1A57-11329EAA4168}"/>
              </a:ext>
            </a:extLst>
          </p:cNvPr>
          <p:cNvSpPr>
            <a:spLocks noGrp="1"/>
          </p:cNvSpPr>
          <p:nvPr>
            <p:ph sz="quarter" idx="24"/>
          </p:nvPr>
        </p:nvSpPr>
        <p:spPr>
          <a:xfrm>
            <a:off x="6388446" y="3373034"/>
            <a:ext cx="1472184" cy="1847088"/>
          </a:xfrm>
        </p:spPr>
        <p:txBody>
          <a:bodyPr/>
          <a:lstStyle>
            <a:lvl1pPr marL="171450" indent="-171450">
              <a:buFont typeface="Wingdings" pitchFamily="2" charset="2"/>
              <a:buChar char="§"/>
              <a:defRPr sz="1200"/>
            </a:lvl1pPr>
            <a:lvl2pPr>
              <a:defRPr sz="1400"/>
            </a:lvl2pPr>
            <a:lvl3pPr>
              <a:defRPr sz="1200"/>
            </a:lvl3pPr>
            <a:lvl4pPr>
              <a:defRPr sz="1400"/>
            </a:lvl4pPr>
            <a:lvl5pPr>
              <a:defRPr sz="1400"/>
            </a:lvl5pPr>
          </a:lstStyle>
          <a:p>
            <a:pPr lvl="0"/>
            <a:r>
              <a:rPr lang="en-US"/>
              <a:t>Click to edit Master text styles</a:t>
            </a:r>
          </a:p>
        </p:txBody>
      </p:sp>
      <p:sp>
        <p:nvSpPr>
          <p:cNvPr id="72" name="Content Placeholder 2">
            <a:extLst>
              <a:ext uri="{FF2B5EF4-FFF2-40B4-BE49-F238E27FC236}">
                <a16:creationId xmlns:a16="http://schemas.microsoft.com/office/drawing/2014/main" id="{73399973-788B-1209-6732-4CEF161592D3}"/>
              </a:ext>
            </a:extLst>
          </p:cNvPr>
          <p:cNvSpPr>
            <a:spLocks noGrp="1"/>
          </p:cNvSpPr>
          <p:nvPr>
            <p:ph sz="quarter" idx="25"/>
          </p:nvPr>
        </p:nvSpPr>
        <p:spPr>
          <a:xfrm>
            <a:off x="8366879" y="3373034"/>
            <a:ext cx="1472184" cy="1847088"/>
          </a:xfrm>
        </p:spPr>
        <p:txBody>
          <a:bodyPr/>
          <a:lstStyle>
            <a:lvl1pPr marL="171450" indent="-171450">
              <a:buFont typeface="Wingdings" pitchFamily="2" charset="2"/>
              <a:buChar char="§"/>
              <a:defRPr sz="1200"/>
            </a:lvl1pPr>
            <a:lvl2pPr>
              <a:defRPr sz="1400"/>
            </a:lvl2pPr>
            <a:lvl3pPr>
              <a:defRPr sz="1200"/>
            </a:lvl3pPr>
            <a:lvl4pPr>
              <a:defRPr sz="1400"/>
            </a:lvl4pPr>
            <a:lvl5pPr>
              <a:defRPr sz="1400"/>
            </a:lvl5pPr>
          </a:lstStyle>
          <a:p>
            <a:pPr lvl="0"/>
            <a:r>
              <a:rPr lang="en-US"/>
              <a:t>Click to edit Master text styles</a:t>
            </a:r>
          </a:p>
        </p:txBody>
      </p:sp>
      <p:sp>
        <p:nvSpPr>
          <p:cNvPr id="73" name="Content Placeholder 2">
            <a:extLst>
              <a:ext uri="{FF2B5EF4-FFF2-40B4-BE49-F238E27FC236}">
                <a16:creationId xmlns:a16="http://schemas.microsoft.com/office/drawing/2014/main" id="{EE12DE08-A005-30A0-9579-8F15522636E7}"/>
              </a:ext>
            </a:extLst>
          </p:cNvPr>
          <p:cNvSpPr>
            <a:spLocks noGrp="1"/>
          </p:cNvSpPr>
          <p:nvPr>
            <p:ph sz="quarter" idx="26"/>
          </p:nvPr>
        </p:nvSpPr>
        <p:spPr>
          <a:xfrm>
            <a:off x="10345312" y="3373034"/>
            <a:ext cx="1472184" cy="1847088"/>
          </a:xfrm>
        </p:spPr>
        <p:txBody>
          <a:bodyPr/>
          <a:lstStyle>
            <a:lvl1pPr marL="171450" indent="-171450">
              <a:buFont typeface="Wingdings" pitchFamily="2" charset="2"/>
              <a:buChar char="§"/>
              <a:defRPr sz="1200"/>
            </a:lvl1pPr>
            <a:lvl2pPr>
              <a:defRPr sz="1400"/>
            </a:lvl2pPr>
            <a:lvl3pPr>
              <a:defRPr sz="1200"/>
            </a:lvl3pPr>
            <a:lvl4pPr>
              <a:defRPr sz="1400"/>
            </a:lvl4pPr>
            <a:lvl5pPr>
              <a:defRPr sz="1400"/>
            </a:lvl5pPr>
          </a:lstStyle>
          <a:p>
            <a:pPr lvl="0"/>
            <a:r>
              <a:rPr lang="en-US"/>
              <a:t>Click to edit Master text styles</a:t>
            </a:r>
          </a:p>
        </p:txBody>
      </p:sp>
      <p:cxnSp>
        <p:nvCxnSpPr>
          <p:cNvPr id="56" name="Straight Connector 55">
            <a:extLst>
              <a:ext uri="{FF2B5EF4-FFF2-40B4-BE49-F238E27FC236}">
                <a16:creationId xmlns:a16="http://schemas.microsoft.com/office/drawing/2014/main" id="{402CCCDA-355C-0977-10E3-76274E1DD4AD}"/>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57" name="Rounded Rectangle 56">
            <a:extLst>
              <a:ext uri="{FF2B5EF4-FFF2-40B4-BE49-F238E27FC236}">
                <a16:creationId xmlns:a16="http://schemas.microsoft.com/office/drawing/2014/main" id="{E00D72E1-B913-83B1-CE01-79270B3DD7C8}"/>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5" name="Graphic 62">
            <a:extLst>
              <a:ext uri="{FF2B5EF4-FFF2-40B4-BE49-F238E27FC236}">
                <a16:creationId xmlns:a16="http://schemas.microsoft.com/office/drawing/2014/main" id="{98BC57F5-AD31-E33D-5C42-E8A4DEC084CF}"/>
              </a:ext>
            </a:extLst>
          </p:cNvPr>
          <p:cNvGrpSpPr/>
          <p:nvPr userDrawn="1"/>
        </p:nvGrpSpPr>
        <p:grpSpPr>
          <a:xfrm>
            <a:off x="11389259" y="459884"/>
            <a:ext cx="352694" cy="349203"/>
            <a:chOff x="10767269" y="208371"/>
            <a:chExt cx="182844" cy="181034"/>
          </a:xfrm>
        </p:grpSpPr>
        <p:sp>
          <p:nvSpPr>
            <p:cNvPr id="46" name="Freeform 45">
              <a:extLst>
                <a:ext uri="{FF2B5EF4-FFF2-40B4-BE49-F238E27FC236}">
                  <a16:creationId xmlns:a16="http://schemas.microsoft.com/office/drawing/2014/main" id="{B3E154C6-707E-DC9D-9459-D841486BA3CF}"/>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58" name="Freeform 57">
              <a:extLst>
                <a:ext uri="{FF2B5EF4-FFF2-40B4-BE49-F238E27FC236}">
                  <a16:creationId xmlns:a16="http://schemas.microsoft.com/office/drawing/2014/main" id="{7FC884FB-0425-C75C-763D-BA4A827C2656}"/>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59" name="Freeform 58">
              <a:extLst>
                <a:ext uri="{FF2B5EF4-FFF2-40B4-BE49-F238E27FC236}">
                  <a16:creationId xmlns:a16="http://schemas.microsoft.com/office/drawing/2014/main" id="{98A27A24-5350-26FA-B679-4DDE97781F59}"/>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60" name="Freeform 59">
              <a:extLst>
                <a:ext uri="{FF2B5EF4-FFF2-40B4-BE49-F238E27FC236}">
                  <a16:creationId xmlns:a16="http://schemas.microsoft.com/office/drawing/2014/main" id="{748BFD96-3F2E-204F-52E5-9C50E36BFC34}"/>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61" name="Freeform 60">
              <a:extLst>
                <a:ext uri="{FF2B5EF4-FFF2-40B4-BE49-F238E27FC236}">
                  <a16:creationId xmlns:a16="http://schemas.microsoft.com/office/drawing/2014/main" id="{5E5264EB-1CBA-C65D-BDB4-DDA9AACB7671}"/>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74" name="Slide Number Placeholder 5">
            <a:extLst>
              <a:ext uri="{FF2B5EF4-FFF2-40B4-BE49-F238E27FC236}">
                <a16:creationId xmlns:a16="http://schemas.microsoft.com/office/drawing/2014/main" id="{D1D6BCA3-F689-BBDF-7D89-33E04E3FFB80}"/>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279785742"/>
      </p:ext>
    </p:extLst>
  </p:cSld>
  <p:clrMapOvr>
    <a:overrideClrMapping bg1="lt1" tx1="dk1" bg2="lt2" tx2="dk2" accent1="accent1" accent2="accent2" accent3="accent3" accent4="accent4" accent5="accent5" accent6="accent6" hlink="hlink" folHlink="folHlink"/>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tle_Content_Blue Panel Left">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A018E09-4F14-5344-A0E1-B350C6D2764E}"/>
              </a:ext>
            </a:extLst>
          </p:cNvPr>
          <p:cNvSpPr/>
          <p:nvPr userDrawn="1"/>
        </p:nvSpPr>
        <p:spPr>
          <a:xfrm>
            <a:off x="0" y="0"/>
            <a:ext cx="3349625" cy="6858000"/>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 Placeholder 13">
            <a:extLst>
              <a:ext uri="{FF2B5EF4-FFF2-40B4-BE49-F238E27FC236}">
                <a16:creationId xmlns:a16="http://schemas.microsoft.com/office/drawing/2014/main" id="{DC64187B-A282-2044-9156-234E2F54228F}"/>
              </a:ext>
            </a:extLst>
          </p:cNvPr>
          <p:cNvSpPr>
            <a:spLocks noGrp="1"/>
          </p:cNvSpPr>
          <p:nvPr>
            <p:ph type="body" sz="quarter" idx="13" hasCustomPrompt="1"/>
          </p:nvPr>
        </p:nvSpPr>
        <p:spPr>
          <a:xfrm>
            <a:off x="467881" y="2200274"/>
            <a:ext cx="2557541" cy="3514725"/>
          </a:xfrm>
        </p:spPr>
        <p:txBody>
          <a:bodyPr rIns="0"/>
          <a:lstStyle>
            <a:lvl1pPr marL="285750" indent="-285750" algn="l">
              <a:lnSpc>
                <a:spcPct val="100000"/>
              </a:lnSpc>
              <a:spcAft>
                <a:spcPts val="1000"/>
              </a:spcAft>
              <a:buFont typeface="Wingdings" pitchFamily="2" charset="2"/>
              <a:buChar char="§"/>
              <a:defRPr sz="1600" b="0" i="0">
                <a:solidFill>
                  <a:schemeClr val="accent1"/>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 amet, consectetur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vestibulum, dui.</a:t>
            </a:r>
          </a:p>
        </p:txBody>
      </p:sp>
      <p:grpSp>
        <p:nvGrpSpPr>
          <p:cNvPr id="14" name="Graphic 62" hidden="1">
            <a:extLst>
              <a:ext uri="{FF2B5EF4-FFF2-40B4-BE49-F238E27FC236}">
                <a16:creationId xmlns:a16="http://schemas.microsoft.com/office/drawing/2014/main" id="{026D8BD6-9828-7A47-883D-E86FAC90F0F6}"/>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EF8D6C47-4F24-294F-AD4E-49AE68CE9D0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5ED918B2-DF70-E64E-BC9E-7B9A74283A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E0EC8DBC-201D-B44A-8F91-EFA72C61D247}"/>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FFB5CA89-8729-3D4A-B8E9-12B9E4D915E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39915B2B-2D62-0A48-B633-5C7346FB029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9" name="Title 36">
            <a:extLst>
              <a:ext uri="{FF2B5EF4-FFF2-40B4-BE49-F238E27FC236}">
                <a16:creationId xmlns:a16="http://schemas.microsoft.com/office/drawing/2014/main" id="{75117282-4179-06C7-3BC8-458091973188}"/>
              </a:ext>
            </a:extLst>
          </p:cNvPr>
          <p:cNvSpPr>
            <a:spLocks noGrp="1"/>
          </p:cNvSpPr>
          <p:nvPr>
            <p:ph type="title" hasCustomPrompt="1"/>
          </p:nvPr>
        </p:nvSpPr>
        <p:spPr>
          <a:xfrm>
            <a:off x="454026" y="447392"/>
            <a:ext cx="2729441" cy="695608"/>
          </a:xfrm>
        </p:spPr>
        <p:txBody>
          <a:bodyPr/>
          <a:lstStyle/>
          <a:p>
            <a:r>
              <a:rPr lang="en-US"/>
              <a:t>Click To Edit Master Title Style</a:t>
            </a:r>
            <a:endParaRPr lang="en-GB"/>
          </a:p>
        </p:txBody>
      </p:sp>
      <p:sp>
        <p:nvSpPr>
          <p:cNvPr id="30" name="Subtitle 2">
            <a:extLst>
              <a:ext uri="{FF2B5EF4-FFF2-40B4-BE49-F238E27FC236}">
                <a16:creationId xmlns:a16="http://schemas.microsoft.com/office/drawing/2014/main" id="{8F2E4F5A-2977-EC94-BBA0-0E4B4704318D}"/>
              </a:ext>
            </a:extLst>
          </p:cNvPr>
          <p:cNvSpPr>
            <a:spLocks noGrp="1"/>
          </p:cNvSpPr>
          <p:nvPr>
            <p:ph type="subTitle" idx="1" hasCustomPrompt="1"/>
          </p:nvPr>
        </p:nvSpPr>
        <p:spPr>
          <a:xfrm>
            <a:off x="454025" y="1155700"/>
            <a:ext cx="225249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cxnSp>
        <p:nvCxnSpPr>
          <p:cNvPr id="31" name="Straight Connector 30">
            <a:extLst>
              <a:ext uri="{FF2B5EF4-FFF2-40B4-BE49-F238E27FC236}">
                <a16:creationId xmlns:a16="http://schemas.microsoft.com/office/drawing/2014/main" id="{D399FCA0-16AB-15A6-C6FD-131FBCDFCCB7}"/>
              </a:ext>
            </a:extLst>
          </p:cNvPr>
          <p:cNvCxnSpPr>
            <a:cxnSpLocks/>
          </p:cNvCxnSpPr>
          <p:nvPr userDrawn="1"/>
        </p:nvCxnSpPr>
        <p:spPr>
          <a:xfrm>
            <a:off x="4997451" y="0"/>
            <a:ext cx="0" cy="68580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2" name="Group 31">
            <a:extLst>
              <a:ext uri="{FF2B5EF4-FFF2-40B4-BE49-F238E27FC236}">
                <a16:creationId xmlns:a16="http://schemas.microsoft.com/office/drawing/2014/main" id="{A00F7203-CA30-84D3-B38E-422338369EA8}"/>
              </a:ext>
            </a:extLst>
          </p:cNvPr>
          <p:cNvGrpSpPr/>
          <p:nvPr userDrawn="1"/>
        </p:nvGrpSpPr>
        <p:grpSpPr>
          <a:xfrm rot="16200000">
            <a:off x="5122999" y="1009676"/>
            <a:ext cx="201826" cy="646885"/>
            <a:chOff x="7783661" y="1048871"/>
            <a:chExt cx="201826" cy="646885"/>
          </a:xfrm>
        </p:grpSpPr>
        <p:sp>
          <p:nvSpPr>
            <p:cNvPr id="33" name="Rounded Rectangle 32">
              <a:extLst>
                <a:ext uri="{FF2B5EF4-FFF2-40B4-BE49-F238E27FC236}">
                  <a16:creationId xmlns:a16="http://schemas.microsoft.com/office/drawing/2014/main" id="{BEFB4CA5-6E56-C262-2E2F-0F9A5D37C4AA}"/>
                </a:ext>
              </a:extLst>
            </p:cNvPr>
            <p:cNvSpPr/>
            <p:nvPr/>
          </p:nvSpPr>
          <p:spPr>
            <a:xfrm>
              <a:off x="7783661" y="1048871"/>
              <a:ext cx="201826" cy="189684"/>
            </a:xfrm>
            <a:prstGeom prst="roundRect">
              <a:avLst>
                <a:gd name="adj" fmla="val 9708"/>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solidFill>
                  <a:schemeClr val="accent1"/>
                </a:solidFill>
                <a:latin typeface="Franklin Gothic Medium" panose="020B0603020102020204" pitchFamily="34" charset="0"/>
              </a:endParaRPr>
            </a:p>
          </p:txBody>
        </p:sp>
        <p:cxnSp>
          <p:nvCxnSpPr>
            <p:cNvPr id="34" name="Straight Connector 33">
              <a:extLst>
                <a:ext uri="{FF2B5EF4-FFF2-40B4-BE49-F238E27FC236}">
                  <a16:creationId xmlns:a16="http://schemas.microsoft.com/office/drawing/2014/main" id="{2480B2BF-F22B-8D75-1430-46740A5B3CB4}"/>
                </a:ext>
              </a:extLst>
            </p:cNvPr>
            <p:cNvCxnSpPr>
              <a:cxnSpLocks/>
            </p:cNvCxnSpPr>
            <p:nvPr/>
          </p:nvCxnSpPr>
          <p:spPr>
            <a:xfrm rot="5400000">
              <a:off x="7654925" y="1467156"/>
              <a:ext cx="457200" cy="0"/>
            </a:xfrm>
            <a:prstGeom prst="line">
              <a:avLst/>
            </a:prstGeom>
            <a:ln w="9525">
              <a:solidFill>
                <a:schemeClr val="accent1"/>
              </a:solidFill>
              <a:tailEnd type="diamond"/>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CFB04092-8377-527E-07D8-1C86061060D6}"/>
              </a:ext>
            </a:extLst>
          </p:cNvPr>
          <p:cNvGrpSpPr/>
          <p:nvPr userDrawn="1"/>
        </p:nvGrpSpPr>
        <p:grpSpPr>
          <a:xfrm rot="16200000">
            <a:off x="5122999" y="2455358"/>
            <a:ext cx="201826" cy="646885"/>
            <a:chOff x="7783661" y="1048871"/>
            <a:chExt cx="201826" cy="646885"/>
          </a:xfrm>
        </p:grpSpPr>
        <p:sp>
          <p:nvSpPr>
            <p:cNvPr id="36" name="Rounded Rectangle 35">
              <a:extLst>
                <a:ext uri="{FF2B5EF4-FFF2-40B4-BE49-F238E27FC236}">
                  <a16:creationId xmlns:a16="http://schemas.microsoft.com/office/drawing/2014/main" id="{8FB40493-53B5-A66A-5F2B-85303875375A}"/>
                </a:ext>
              </a:extLst>
            </p:cNvPr>
            <p:cNvSpPr/>
            <p:nvPr/>
          </p:nvSpPr>
          <p:spPr>
            <a:xfrm>
              <a:off x="7783661" y="1048871"/>
              <a:ext cx="201826" cy="189684"/>
            </a:xfrm>
            <a:prstGeom prst="roundRect">
              <a:avLst>
                <a:gd name="adj" fmla="val 9708"/>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solidFill>
                  <a:schemeClr val="accent1"/>
                </a:solidFill>
                <a:latin typeface="Franklin Gothic Medium" panose="020B0603020102020204" pitchFamily="34" charset="0"/>
              </a:endParaRPr>
            </a:p>
          </p:txBody>
        </p:sp>
        <p:cxnSp>
          <p:nvCxnSpPr>
            <p:cNvPr id="37" name="Straight Connector 36">
              <a:extLst>
                <a:ext uri="{FF2B5EF4-FFF2-40B4-BE49-F238E27FC236}">
                  <a16:creationId xmlns:a16="http://schemas.microsoft.com/office/drawing/2014/main" id="{5171A006-2624-7A34-12E3-700BF12B4E26}"/>
                </a:ext>
              </a:extLst>
            </p:cNvPr>
            <p:cNvCxnSpPr>
              <a:cxnSpLocks/>
            </p:cNvCxnSpPr>
            <p:nvPr/>
          </p:nvCxnSpPr>
          <p:spPr>
            <a:xfrm rot="5400000">
              <a:off x="7654925" y="1467156"/>
              <a:ext cx="457200" cy="0"/>
            </a:xfrm>
            <a:prstGeom prst="line">
              <a:avLst/>
            </a:prstGeom>
            <a:ln w="9525">
              <a:solidFill>
                <a:schemeClr val="accent1"/>
              </a:solidFill>
              <a:tailEnd type="diamond"/>
            </a:ln>
          </p:spPr>
          <p:style>
            <a:lnRef idx="1">
              <a:schemeClr val="accent1"/>
            </a:lnRef>
            <a:fillRef idx="0">
              <a:schemeClr val="accent1"/>
            </a:fillRef>
            <a:effectRef idx="0">
              <a:schemeClr val="accent1"/>
            </a:effectRef>
            <a:fontRef idx="minor">
              <a:schemeClr val="tx1"/>
            </a:fontRef>
          </p:style>
        </p:cxnSp>
      </p:grpSp>
      <p:grpSp>
        <p:nvGrpSpPr>
          <p:cNvPr id="38" name="Group 37">
            <a:extLst>
              <a:ext uri="{FF2B5EF4-FFF2-40B4-BE49-F238E27FC236}">
                <a16:creationId xmlns:a16="http://schemas.microsoft.com/office/drawing/2014/main" id="{B543E5BF-7216-9698-52DF-64A42B3CA2D3}"/>
              </a:ext>
            </a:extLst>
          </p:cNvPr>
          <p:cNvGrpSpPr/>
          <p:nvPr userDrawn="1"/>
        </p:nvGrpSpPr>
        <p:grpSpPr>
          <a:xfrm rot="16200000">
            <a:off x="5122999" y="3901040"/>
            <a:ext cx="201826" cy="646885"/>
            <a:chOff x="7783661" y="1048871"/>
            <a:chExt cx="201826" cy="646885"/>
          </a:xfrm>
        </p:grpSpPr>
        <p:sp>
          <p:nvSpPr>
            <p:cNvPr id="39" name="Rounded Rectangle 38">
              <a:extLst>
                <a:ext uri="{FF2B5EF4-FFF2-40B4-BE49-F238E27FC236}">
                  <a16:creationId xmlns:a16="http://schemas.microsoft.com/office/drawing/2014/main" id="{074B346E-82D2-53AF-FB59-0389B803C63F}"/>
                </a:ext>
              </a:extLst>
            </p:cNvPr>
            <p:cNvSpPr/>
            <p:nvPr/>
          </p:nvSpPr>
          <p:spPr>
            <a:xfrm>
              <a:off x="7783661" y="1048871"/>
              <a:ext cx="201826" cy="189684"/>
            </a:xfrm>
            <a:prstGeom prst="roundRect">
              <a:avLst>
                <a:gd name="adj" fmla="val 9708"/>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solidFill>
                  <a:schemeClr val="accent1"/>
                </a:solidFill>
                <a:latin typeface="Franklin Gothic Medium" panose="020B0603020102020204" pitchFamily="34" charset="0"/>
              </a:endParaRPr>
            </a:p>
          </p:txBody>
        </p:sp>
        <p:cxnSp>
          <p:nvCxnSpPr>
            <p:cNvPr id="40" name="Straight Connector 39">
              <a:extLst>
                <a:ext uri="{FF2B5EF4-FFF2-40B4-BE49-F238E27FC236}">
                  <a16:creationId xmlns:a16="http://schemas.microsoft.com/office/drawing/2014/main" id="{764E441A-3646-277A-B0AD-FD266A7B89DB}"/>
                </a:ext>
              </a:extLst>
            </p:cNvPr>
            <p:cNvCxnSpPr>
              <a:cxnSpLocks/>
            </p:cNvCxnSpPr>
            <p:nvPr/>
          </p:nvCxnSpPr>
          <p:spPr>
            <a:xfrm rot="5400000">
              <a:off x="7654925" y="1467156"/>
              <a:ext cx="457200" cy="0"/>
            </a:xfrm>
            <a:prstGeom prst="line">
              <a:avLst/>
            </a:prstGeom>
            <a:ln w="9525">
              <a:solidFill>
                <a:schemeClr val="accent1"/>
              </a:solidFill>
              <a:tailEnd type="diamond"/>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7E257E75-3485-EAD4-E0AF-C538FA65F081}"/>
              </a:ext>
            </a:extLst>
          </p:cNvPr>
          <p:cNvGrpSpPr/>
          <p:nvPr userDrawn="1"/>
        </p:nvGrpSpPr>
        <p:grpSpPr>
          <a:xfrm rot="16200000">
            <a:off x="5122999" y="5346721"/>
            <a:ext cx="201826" cy="646885"/>
            <a:chOff x="7783661" y="1048871"/>
            <a:chExt cx="201826" cy="646885"/>
          </a:xfrm>
        </p:grpSpPr>
        <p:sp>
          <p:nvSpPr>
            <p:cNvPr id="42" name="Rounded Rectangle 41">
              <a:extLst>
                <a:ext uri="{FF2B5EF4-FFF2-40B4-BE49-F238E27FC236}">
                  <a16:creationId xmlns:a16="http://schemas.microsoft.com/office/drawing/2014/main" id="{49B99191-04D0-0CA6-854F-AA3C9713DC6C}"/>
                </a:ext>
              </a:extLst>
            </p:cNvPr>
            <p:cNvSpPr/>
            <p:nvPr/>
          </p:nvSpPr>
          <p:spPr>
            <a:xfrm>
              <a:off x="7783661" y="1048871"/>
              <a:ext cx="201826" cy="189684"/>
            </a:xfrm>
            <a:prstGeom prst="roundRect">
              <a:avLst>
                <a:gd name="adj" fmla="val 9708"/>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solidFill>
                  <a:schemeClr val="accent1"/>
                </a:solidFill>
                <a:latin typeface="Franklin Gothic Medium" panose="020B0603020102020204" pitchFamily="34" charset="0"/>
              </a:endParaRPr>
            </a:p>
          </p:txBody>
        </p:sp>
        <p:cxnSp>
          <p:nvCxnSpPr>
            <p:cNvPr id="43" name="Straight Connector 42">
              <a:extLst>
                <a:ext uri="{FF2B5EF4-FFF2-40B4-BE49-F238E27FC236}">
                  <a16:creationId xmlns:a16="http://schemas.microsoft.com/office/drawing/2014/main" id="{92EE7E5F-08BF-0EAA-69EC-3D26A5549B97}"/>
                </a:ext>
              </a:extLst>
            </p:cNvPr>
            <p:cNvCxnSpPr>
              <a:cxnSpLocks/>
            </p:cNvCxnSpPr>
            <p:nvPr/>
          </p:nvCxnSpPr>
          <p:spPr>
            <a:xfrm rot="5400000">
              <a:off x="7654925" y="1467156"/>
              <a:ext cx="457200" cy="0"/>
            </a:xfrm>
            <a:prstGeom prst="line">
              <a:avLst/>
            </a:prstGeom>
            <a:ln w="9525">
              <a:solidFill>
                <a:schemeClr val="accent1"/>
              </a:solidFill>
              <a:tailEnd type="diamond"/>
            </a:ln>
          </p:spPr>
          <p:style>
            <a:lnRef idx="1">
              <a:schemeClr val="accent1"/>
            </a:lnRef>
            <a:fillRef idx="0">
              <a:schemeClr val="accent1"/>
            </a:fillRef>
            <a:effectRef idx="0">
              <a:schemeClr val="accent1"/>
            </a:effectRef>
            <a:fontRef idx="minor">
              <a:schemeClr val="tx1"/>
            </a:fontRef>
          </p:style>
        </p:cxnSp>
      </p:grpSp>
      <p:sp>
        <p:nvSpPr>
          <p:cNvPr id="57" name="Text Placeholder 47">
            <a:extLst>
              <a:ext uri="{FF2B5EF4-FFF2-40B4-BE49-F238E27FC236}">
                <a16:creationId xmlns:a16="http://schemas.microsoft.com/office/drawing/2014/main" id="{194B6AFC-ADFA-FD3B-7402-B3DF4B1D816B}"/>
              </a:ext>
            </a:extLst>
          </p:cNvPr>
          <p:cNvSpPr>
            <a:spLocks noGrp="1"/>
          </p:cNvSpPr>
          <p:nvPr>
            <p:ph type="body" sz="quarter" idx="22" hasCustomPrompt="1"/>
          </p:nvPr>
        </p:nvSpPr>
        <p:spPr>
          <a:xfrm>
            <a:off x="5720447" y="1524948"/>
            <a:ext cx="3965419" cy="521208"/>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8" name="Text Placeholder 47">
            <a:extLst>
              <a:ext uri="{FF2B5EF4-FFF2-40B4-BE49-F238E27FC236}">
                <a16:creationId xmlns:a16="http://schemas.microsoft.com/office/drawing/2014/main" id="{3A8D7678-0A38-D5CF-A29E-378402730F45}"/>
              </a:ext>
            </a:extLst>
          </p:cNvPr>
          <p:cNvSpPr>
            <a:spLocks noGrp="1"/>
          </p:cNvSpPr>
          <p:nvPr>
            <p:ph type="body" sz="quarter" idx="25" hasCustomPrompt="1"/>
          </p:nvPr>
        </p:nvSpPr>
        <p:spPr>
          <a:xfrm>
            <a:off x="5720447" y="1119355"/>
            <a:ext cx="3965419" cy="402336"/>
          </a:xfrm>
        </p:spPr>
        <p:txBody>
          <a:bodyPr anchor="ctr"/>
          <a:lstStyle>
            <a:lvl1pPr marL="0" indent="0">
              <a:lnSpc>
                <a:spcPct val="100000"/>
              </a:lnSpc>
              <a:buNone/>
              <a:defRPr sz="20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59" name="Text Placeholder 47">
            <a:extLst>
              <a:ext uri="{FF2B5EF4-FFF2-40B4-BE49-F238E27FC236}">
                <a16:creationId xmlns:a16="http://schemas.microsoft.com/office/drawing/2014/main" id="{A702A0FC-69BB-EEE1-994D-C930A56CBFF8}"/>
              </a:ext>
            </a:extLst>
          </p:cNvPr>
          <p:cNvSpPr>
            <a:spLocks noGrp="1"/>
          </p:cNvSpPr>
          <p:nvPr>
            <p:ph type="body" sz="quarter" idx="26" hasCustomPrompt="1"/>
          </p:nvPr>
        </p:nvSpPr>
        <p:spPr>
          <a:xfrm>
            <a:off x="5720447" y="2951237"/>
            <a:ext cx="3965419" cy="521208"/>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60" name="Text Placeholder 47">
            <a:extLst>
              <a:ext uri="{FF2B5EF4-FFF2-40B4-BE49-F238E27FC236}">
                <a16:creationId xmlns:a16="http://schemas.microsoft.com/office/drawing/2014/main" id="{AD53FBC0-0DD4-F392-BE0F-9D27F798A217}"/>
              </a:ext>
            </a:extLst>
          </p:cNvPr>
          <p:cNvSpPr>
            <a:spLocks noGrp="1"/>
          </p:cNvSpPr>
          <p:nvPr>
            <p:ph type="body" sz="quarter" idx="27" hasCustomPrompt="1"/>
          </p:nvPr>
        </p:nvSpPr>
        <p:spPr>
          <a:xfrm>
            <a:off x="5720447" y="2545644"/>
            <a:ext cx="3965419" cy="402336"/>
          </a:xfrm>
        </p:spPr>
        <p:txBody>
          <a:bodyPr anchor="ctr"/>
          <a:lstStyle>
            <a:lvl1pPr marL="0" indent="0">
              <a:lnSpc>
                <a:spcPct val="100000"/>
              </a:lnSpc>
              <a:buNone/>
              <a:defRPr sz="20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61" name="Text Placeholder 47">
            <a:extLst>
              <a:ext uri="{FF2B5EF4-FFF2-40B4-BE49-F238E27FC236}">
                <a16:creationId xmlns:a16="http://schemas.microsoft.com/office/drawing/2014/main" id="{A21E0CB9-E954-9F61-535E-9E6F7AA32508}"/>
              </a:ext>
            </a:extLst>
          </p:cNvPr>
          <p:cNvSpPr>
            <a:spLocks noGrp="1"/>
          </p:cNvSpPr>
          <p:nvPr>
            <p:ph type="body" sz="quarter" idx="28" hasCustomPrompt="1"/>
          </p:nvPr>
        </p:nvSpPr>
        <p:spPr>
          <a:xfrm>
            <a:off x="5720447" y="4387748"/>
            <a:ext cx="3965419" cy="521208"/>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62" name="Text Placeholder 47">
            <a:extLst>
              <a:ext uri="{FF2B5EF4-FFF2-40B4-BE49-F238E27FC236}">
                <a16:creationId xmlns:a16="http://schemas.microsoft.com/office/drawing/2014/main" id="{8E1C7667-597F-F8F2-8F93-D2EC4A332140}"/>
              </a:ext>
            </a:extLst>
          </p:cNvPr>
          <p:cNvSpPr>
            <a:spLocks noGrp="1"/>
          </p:cNvSpPr>
          <p:nvPr>
            <p:ph type="body" sz="quarter" idx="29" hasCustomPrompt="1"/>
          </p:nvPr>
        </p:nvSpPr>
        <p:spPr>
          <a:xfrm>
            <a:off x="5720447" y="3982155"/>
            <a:ext cx="3965419" cy="402336"/>
          </a:xfrm>
        </p:spPr>
        <p:txBody>
          <a:bodyPr anchor="ctr"/>
          <a:lstStyle>
            <a:lvl1pPr marL="0" indent="0">
              <a:lnSpc>
                <a:spcPct val="100000"/>
              </a:lnSpc>
              <a:buNone/>
              <a:defRPr sz="20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63" name="Text Placeholder 47">
            <a:extLst>
              <a:ext uri="{FF2B5EF4-FFF2-40B4-BE49-F238E27FC236}">
                <a16:creationId xmlns:a16="http://schemas.microsoft.com/office/drawing/2014/main" id="{F53A100C-7010-480D-4677-DAD95FFFB6D0}"/>
              </a:ext>
            </a:extLst>
          </p:cNvPr>
          <p:cNvSpPr>
            <a:spLocks noGrp="1"/>
          </p:cNvSpPr>
          <p:nvPr>
            <p:ph type="body" sz="quarter" idx="30" hasCustomPrompt="1"/>
          </p:nvPr>
        </p:nvSpPr>
        <p:spPr>
          <a:xfrm>
            <a:off x="5720447" y="5846837"/>
            <a:ext cx="3965419" cy="521208"/>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64" name="Text Placeholder 47">
            <a:extLst>
              <a:ext uri="{FF2B5EF4-FFF2-40B4-BE49-F238E27FC236}">
                <a16:creationId xmlns:a16="http://schemas.microsoft.com/office/drawing/2014/main" id="{EA454AD8-0495-45A9-381F-6615C94B1BB7}"/>
              </a:ext>
            </a:extLst>
          </p:cNvPr>
          <p:cNvSpPr>
            <a:spLocks noGrp="1"/>
          </p:cNvSpPr>
          <p:nvPr>
            <p:ph type="body" sz="quarter" idx="31" hasCustomPrompt="1"/>
          </p:nvPr>
        </p:nvSpPr>
        <p:spPr>
          <a:xfrm>
            <a:off x="5720447" y="5441244"/>
            <a:ext cx="3965419" cy="402336"/>
          </a:xfrm>
        </p:spPr>
        <p:txBody>
          <a:bodyPr anchor="ctr"/>
          <a:lstStyle>
            <a:lvl1pPr marL="0" indent="0">
              <a:lnSpc>
                <a:spcPct val="100000"/>
              </a:lnSpc>
              <a:buNone/>
              <a:defRPr sz="20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47" name="TextBox 46">
            <a:extLst>
              <a:ext uri="{FF2B5EF4-FFF2-40B4-BE49-F238E27FC236}">
                <a16:creationId xmlns:a16="http://schemas.microsoft.com/office/drawing/2014/main" id="{71444F29-D341-02A6-CF43-E64349A9A46A}"/>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accent1"/>
                </a:solidFill>
                <a:latin typeface="+mj-lt"/>
              </a:rPr>
              <a:t>Confidential</a:t>
            </a:r>
          </a:p>
        </p:txBody>
      </p:sp>
      <p:cxnSp>
        <p:nvCxnSpPr>
          <p:cNvPr id="48" name="Straight Connector 47">
            <a:extLst>
              <a:ext uri="{FF2B5EF4-FFF2-40B4-BE49-F238E27FC236}">
                <a16:creationId xmlns:a16="http://schemas.microsoft.com/office/drawing/2014/main" id="{B8F7FDD6-C107-E8CF-E272-3D15178BDC58}"/>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49" name="Rounded Rectangle 48">
            <a:extLst>
              <a:ext uri="{FF2B5EF4-FFF2-40B4-BE49-F238E27FC236}">
                <a16:creationId xmlns:a16="http://schemas.microsoft.com/office/drawing/2014/main" id="{AEA63A26-7DA7-4CFF-67F9-6C361C7A7F1C}"/>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5" name="Graphic 62">
            <a:extLst>
              <a:ext uri="{FF2B5EF4-FFF2-40B4-BE49-F238E27FC236}">
                <a16:creationId xmlns:a16="http://schemas.microsoft.com/office/drawing/2014/main" id="{04C4E94A-3BF9-2442-853F-C9155AF7E1C4}"/>
              </a:ext>
            </a:extLst>
          </p:cNvPr>
          <p:cNvGrpSpPr/>
          <p:nvPr userDrawn="1"/>
        </p:nvGrpSpPr>
        <p:grpSpPr>
          <a:xfrm>
            <a:off x="11389259" y="459884"/>
            <a:ext cx="352694" cy="349203"/>
            <a:chOff x="10767269" y="208371"/>
            <a:chExt cx="182844" cy="181034"/>
          </a:xfrm>
        </p:grpSpPr>
        <p:sp>
          <p:nvSpPr>
            <p:cNvPr id="46" name="Freeform 45">
              <a:extLst>
                <a:ext uri="{FF2B5EF4-FFF2-40B4-BE49-F238E27FC236}">
                  <a16:creationId xmlns:a16="http://schemas.microsoft.com/office/drawing/2014/main" id="{12233F69-CA17-A015-C93A-766B8A60D3A9}"/>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50" name="Freeform 49">
              <a:extLst>
                <a:ext uri="{FF2B5EF4-FFF2-40B4-BE49-F238E27FC236}">
                  <a16:creationId xmlns:a16="http://schemas.microsoft.com/office/drawing/2014/main" id="{04C450C2-526C-8DA6-8545-AA69398A2D01}"/>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51" name="Freeform 50">
              <a:extLst>
                <a:ext uri="{FF2B5EF4-FFF2-40B4-BE49-F238E27FC236}">
                  <a16:creationId xmlns:a16="http://schemas.microsoft.com/office/drawing/2014/main" id="{A10ACB0B-31B1-DD95-3809-0A288C5A166A}"/>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52" name="Freeform 51">
              <a:extLst>
                <a:ext uri="{FF2B5EF4-FFF2-40B4-BE49-F238E27FC236}">
                  <a16:creationId xmlns:a16="http://schemas.microsoft.com/office/drawing/2014/main" id="{EB3EE904-51DD-86AF-850A-7CC6982E7DA5}"/>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53" name="Freeform 52">
              <a:extLst>
                <a:ext uri="{FF2B5EF4-FFF2-40B4-BE49-F238E27FC236}">
                  <a16:creationId xmlns:a16="http://schemas.microsoft.com/office/drawing/2014/main" id="{18C9A2B9-3EF0-A53D-EB68-97E018C511F9}"/>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55" name="Slide Number Placeholder 5">
            <a:extLst>
              <a:ext uri="{FF2B5EF4-FFF2-40B4-BE49-F238E27FC236}">
                <a16:creationId xmlns:a16="http://schemas.microsoft.com/office/drawing/2014/main" id="{5F2F84FB-F4B5-F2C9-0F42-354050C7EFFF}"/>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082821183"/>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_Title_Content_White_Full Width">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8699"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026D8BD6-9828-7A47-883D-E86FAC90F0F6}"/>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EF8D6C47-4F24-294F-AD4E-49AE68CE9D0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5ED918B2-DF70-E64E-BC9E-7B9A74283A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E0EC8DBC-201D-B44A-8F91-EFA72C61D247}"/>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FFB5CA89-8729-3D4A-B8E9-12B9E4D915E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39915B2B-2D62-0A48-B633-5C7346FB029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9" name="Subtitle 2">
            <a:extLst>
              <a:ext uri="{FF2B5EF4-FFF2-40B4-BE49-F238E27FC236}">
                <a16:creationId xmlns:a16="http://schemas.microsoft.com/office/drawing/2014/main" id="{BDB3D6A1-5F7E-6C84-BBC1-9194E3389BC9}"/>
              </a:ext>
            </a:extLst>
          </p:cNvPr>
          <p:cNvSpPr>
            <a:spLocks noGrp="1"/>
          </p:cNvSpPr>
          <p:nvPr>
            <p:ph type="subTitle" idx="1" hasCustomPrompt="1"/>
          </p:nvPr>
        </p:nvSpPr>
        <p:spPr>
          <a:xfrm>
            <a:off x="454025" y="1155700"/>
            <a:ext cx="646480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8" name="Content Placeholder 2">
            <a:extLst>
              <a:ext uri="{FF2B5EF4-FFF2-40B4-BE49-F238E27FC236}">
                <a16:creationId xmlns:a16="http://schemas.microsoft.com/office/drawing/2014/main" id="{9AAC9623-3DFA-9BEA-7EA2-12F5084096C7}"/>
              </a:ext>
            </a:extLst>
          </p:cNvPr>
          <p:cNvSpPr>
            <a:spLocks noGrp="1"/>
          </p:cNvSpPr>
          <p:nvPr>
            <p:ph sz="quarter" idx="14"/>
          </p:nvPr>
        </p:nvSpPr>
        <p:spPr>
          <a:xfrm>
            <a:off x="444500" y="2011680"/>
            <a:ext cx="11163300" cy="3556000"/>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64EC8228-6014-9EE1-451B-74B9B8918EF2}"/>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0" name="Rounded Rectangle 29">
            <a:extLst>
              <a:ext uri="{FF2B5EF4-FFF2-40B4-BE49-F238E27FC236}">
                <a16:creationId xmlns:a16="http://schemas.microsoft.com/office/drawing/2014/main" id="{468A667C-FF14-033F-4566-98051B2D44B3}"/>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1" name="Graphic 62">
            <a:extLst>
              <a:ext uri="{FF2B5EF4-FFF2-40B4-BE49-F238E27FC236}">
                <a16:creationId xmlns:a16="http://schemas.microsoft.com/office/drawing/2014/main" id="{E94738FD-1204-FD11-92C0-EB58577826C9}"/>
              </a:ext>
            </a:extLst>
          </p:cNvPr>
          <p:cNvGrpSpPr/>
          <p:nvPr userDrawn="1"/>
        </p:nvGrpSpPr>
        <p:grpSpPr>
          <a:xfrm>
            <a:off x="11389259" y="459884"/>
            <a:ext cx="352694" cy="349203"/>
            <a:chOff x="10767269" y="208371"/>
            <a:chExt cx="182844" cy="181034"/>
          </a:xfrm>
        </p:grpSpPr>
        <p:sp>
          <p:nvSpPr>
            <p:cNvPr id="33" name="Freeform 32">
              <a:extLst>
                <a:ext uri="{FF2B5EF4-FFF2-40B4-BE49-F238E27FC236}">
                  <a16:creationId xmlns:a16="http://schemas.microsoft.com/office/drawing/2014/main" id="{0906B171-FA2A-E6A4-69FF-BC0C23E59D4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4" name="Freeform 33">
              <a:extLst>
                <a:ext uri="{FF2B5EF4-FFF2-40B4-BE49-F238E27FC236}">
                  <a16:creationId xmlns:a16="http://schemas.microsoft.com/office/drawing/2014/main" id="{72D338FA-8C99-AD08-F077-57DE580C67A1}"/>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C72CCB19-1845-749A-1A4B-B11211CED50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D045187C-2C41-1F1A-EFD8-43F8828547C2}"/>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8" name="Freeform 37">
              <a:extLst>
                <a:ext uri="{FF2B5EF4-FFF2-40B4-BE49-F238E27FC236}">
                  <a16:creationId xmlns:a16="http://schemas.microsoft.com/office/drawing/2014/main" id="{9DF93CA2-D152-6FBA-1601-86D9962C49F9}"/>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2" name="Slide Number Placeholder 5">
            <a:extLst>
              <a:ext uri="{FF2B5EF4-FFF2-40B4-BE49-F238E27FC236}">
                <a16:creationId xmlns:a16="http://schemas.microsoft.com/office/drawing/2014/main" id="{5EBEFEA3-7772-EB88-4943-7D74C91BB1B2}"/>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3321442346"/>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Commentary ">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68798C3-AB86-E64F-84CC-2A7184E366CF}"/>
              </a:ext>
            </a:extLst>
          </p:cNvPr>
          <p:cNvSpPr/>
          <p:nvPr userDrawn="1"/>
        </p:nvSpPr>
        <p:spPr>
          <a:xfrm>
            <a:off x="9128125" y="0"/>
            <a:ext cx="3061290" cy="6858000"/>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6" y="447392"/>
            <a:ext cx="5505450" cy="695608"/>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DD7C8FB1-0E3B-B040-A74C-21C1043F828E}"/>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0ACD27EB-7C71-ED4F-BAE6-5C6B76DE9331}"/>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5EC662D8-4C35-A04F-82AC-5BDF7A57F3C4}"/>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FAFCA625-6857-154C-A410-3D08A0E28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9F3CC9B8-E3DD-4C4B-A59A-24E110ADDBF2}"/>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D4B96148-0843-244D-AE9A-3BFB388B967D}"/>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8" name="Content Placeholder 2">
            <a:extLst>
              <a:ext uri="{FF2B5EF4-FFF2-40B4-BE49-F238E27FC236}">
                <a16:creationId xmlns:a16="http://schemas.microsoft.com/office/drawing/2014/main" id="{7D2246D2-F298-C620-3A27-0367C889C68D}"/>
              </a:ext>
            </a:extLst>
          </p:cNvPr>
          <p:cNvSpPr>
            <a:spLocks noGrp="1"/>
          </p:cNvSpPr>
          <p:nvPr>
            <p:ph sz="quarter" idx="14"/>
          </p:nvPr>
        </p:nvSpPr>
        <p:spPr>
          <a:xfrm>
            <a:off x="444500" y="2011680"/>
            <a:ext cx="8326967" cy="355701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9A1C7828-1672-28D9-2AD3-E7297A6FD681}"/>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9" name="Rounded Rectangle 28">
            <a:extLst>
              <a:ext uri="{FF2B5EF4-FFF2-40B4-BE49-F238E27FC236}">
                <a16:creationId xmlns:a16="http://schemas.microsoft.com/office/drawing/2014/main" id="{E859F307-E508-7053-F2F1-6A4BDE185E78}"/>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Subtitle 2">
            <a:extLst>
              <a:ext uri="{FF2B5EF4-FFF2-40B4-BE49-F238E27FC236}">
                <a16:creationId xmlns:a16="http://schemas.microsoft.com/office/drawing/2014/main" id="{B9B16F5B-D35C-DB02-924F-BECD6FC6A9D8}"/>
              </a:ext>
            </a:extLst>
          </p:cNvPr>
          <p:cNvSpPr>
            <a:spLocks noGrp="1"/>
          </p:cNvSpPr>
          <p:nvPr>
            <p:ph type="subTitle" idx="1" hasCustomPrompt="1"/>
          </p:nvPr>
        </p:nvSpPr>
        <p:spPr>
          <a:xfrm>
            <a:off x="454025" y="1155700"/>
            <a:ext cx="4543426"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3" name="Slide Number Placeholder 5">
            <a:extLst>
              <a:ext uri="{FF2B5EF4-FFF2-40B4-BE49-F238E27FC236}">
                <a16:creationId xmlns:a16="http://schemas.microsoft.com/office/drawing/2014/main" id="{92256E7A-04EA-EB5A-0DF8-9ACCD841B0F8}"/>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427875994"/>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Multiple Charts + Copy">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B3E442F7-0E5C-2327-4EC5-9C8B322DD2D0}"/>
              </a:ext>
            </a:extLst>
          </p:cNvPr>
          <p:cNvSpPr/>
          <p:nvPr userDrawn="1"/>
        </p:nvSpPr>
        <p:spPr>
          <a:xfrm>
            <a:off x="4522838" y="1156272"/>
            <a:ext cx="1375041" cy="2423160"/>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8893A35D-630B-BDD8-E33B-BCDE23AD383B}"/>
              </a:ext>
            </a:extLst>
          </p:cNvPr>
          <p:cNvSpPr/>
          <p:nvPr userDrawn="1"/>
        </p:nvSpPr>
        <p:spPr>
          <a:xfrm>
            <a:off x="4522838" y="3733309"/>
            <a:ext cx="1375041" cy="2423160"/>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DCC13698-B3EB-BD03-4141-3BC305E438E1}"/>
              </a:ext>
            </a:extLst>
          </p:cNvPr>
          <p:cNvSpPr/>
          <p:nvPr userDrawn="1"/>
        </p:nvSpPr>
        <p:spPr>
          <a:xfrm>
            <a:off x="10364675" y="1156272"/>
            <a:ext cx="1375041" cy="2423160"/>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52449C88-8BB0-BEB0-D798-22EA413B8726}"/>
              </a:ext>
            </a:extLst>
          </p:cNvPr>
          <p:cNvSpPr/>
          <p:nvPr userDrawn="1"/>
        </p:nvSpPr>
        <p:spPr>
          <a:xfrm>
            <a:off x="10364675" y="3733309"/>
            <a:ext cx="1375041" cy="2423160"/>
          </a:xfrm>
          <a:prstGeom prst="rect">
            <a:avLst/>
          </a:prstGeom>
          <a:solidFill>
            <a:srgbClr val="F2F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Content Placeholder 2">
            <a:extLst>
              <a:ext uri="{FF2B5EF4-FFF2-40B4-BE49-F238E27FC236}">
                <a16:creationId xmlns:a16="http://schemas.microsoft.com/office/drawing/2014/main" id="{6666C9C9-441B-5C2D-0653-9BD7E887331A}"/>
              </a:ext>
            </a:extLst>
          </p:cNvPr>
          <p:cNvSpPr>
            <a:spLocks noGrp="1"/>
          </p:cNvSpPr>
          <p:nvPr>
            <p:ph sz="quarter" idx="19"/>
          </p:nvPr>
        </p:nvSpPr>
        <p:spPr>
          <a:xfrm>
            <a:off x="4542504" y="1156273"/>
            <a:ext cx="1337186" cy="2422669"/>
          </a:xfrm>
        </p:spPr>
        <p:txBody>
          <a:bodyPr lIns="91440" tIns="182880"/>
          <a:lstStyle>
            <a:lvl1pPr marL="179388" indent="-179388">
              <a:lnSpc>
                <a:spcPts val="1100"/>
              </a:lnSpc>
              <a:spcAft>
                <a:spcPts val="400"/>
              </a:spcAft>
              <a:tabLst/>
              <a:defRPr sz="1100"/>
            </a:lvl1pPr>
            <a:lvl2pPr>
              <a:defRPr sz="1100"/>
            </a:lvl2pPr>
            <a:lvl3pPr>
              <a:defRPr sz="1050"/>
            </a:lvl3pPr>
            <a:lvl4pPr>
              <a:defRPr sz="1400"/>
            </a:lvl4pPr>
            <a:lvl5pPr>
              <a:defRPr sz="1400"/>
            </a:lvl5pPr>
          </a:lstStyle>
          <a:p>
            <a:pPr lvl="0"/>
            <a:r>
              <a:rPr lang="en-US"/>
              <a:t>Click to edit Master text styles</a:t>
            </a:r>
          </a:p>
        </p:txBody>
      </p:sp>
      <p:sp>
        <p:nvSpPr>
          <p:cNvPr id="40" name="Rectangle 39">
            <a:extLst>
              <a:ext uri="{FF2B5EF4-FFF2-40B4-BE49-F238E27FC236}">
                <a16:creationId xmlns:a16="http://schemas.microsoft.com/office/drawing/2014/main" id="{40E8A7F1-E866-C78B-4B63-EE965BB46C57}"/>
              </a:ext>
            </a:extLst>
          </p:cNvPr>
          <p:cNvSpPr/>
          <p:nvPr userDrawn="1"/>
        </p:nvSpPr>
        <p:spPr>
          <a:xfrm>
            <a:off x="454025" y="1156272"/>
            <a:ext cx="4069080" cy="24231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161CAC95-8DD2-6598-0AA1-27D347428222}"/>
              </a:ext>
            </a:extLst>
          </p:cNvPr>
          <p:cNvSpPr/>
          <p:nvPr userDrawn="1"/>
        </p:nvSpPr>
        <p:spPr>
          <a:xfrm>
            <a:off x="454025" y="3733309"/>
            <a:ext cx="4069080" cy="24231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CC3AB5E8-7784-15B6-A5D2-2386929C0FCD}"/>
              </a:ext>
            </a:extLst>
          </p:cNvPr>
          <p:cNvSpPr/>
          <p:nvPr userDrawn="1"/>
        </p:nvSpPr>
        <p:spPr>
          <a:xfrm>
            <a:off x="6323555" y="1156272"/>
            <a:ext cx="4069080" cy="24231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1F9CC026-7235-77A1-7EB1-C70D7DC876C8}"/>
              </a:ext>
            </a:extLst>
          </p:cNvPr>
          <p:cNvSpPr/>
          <p:nvPr userDrawn="1"/>
        </p:nvSpPr>
        <p:spPr>
          <a:xfrm>
            <a:off x="6323555" y="3733309"/>
            <a:ext cx="4069080" cy="24231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8699"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026D8BD6-9828-7A47-883D-E86FAC90F0F6}"/>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EF8D6C47-4F24-294F-AD4E-49AE68CE9D0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5ED918B2-DF70-E64E-BC9E-7B9A74283A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E0EC8DBC-201D-B44A-8F91-EFA72C61D247}"/>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FFB5CA89-8729-3D4A-B8E9-12B9E4D915E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39915B2B-2D62-0A48-B633-5C7346FB029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8" name="Content Placeholder 2">
            <a:extLst>
              <a:ext uri="{FF2B5EF4-FFF2-40B4-BE49-F238E27FC236}">
                <a16:creationId xmlns:a16="http://schemas.microsoft.com/office/drawing/2014/main" id="{CC84B0E1-B4C0-330F-847B-A93A37AFD17E}"/>
              </a:ext>
            </a:extLst>
          </p:cNvPr>
          <p:cNvSpPr>
            <a:spLocks noGrp="1"/>
          </p:cNvSpPr>
          <p:nvPr>
            <p:ph sz="quarter" idx="15"/>
          </p:nvPr>
        </p:nvSpPr>
        <p:spPr>
          <a:xfrm>
            <a:off x="454025" y="1156272"/>
            <a:ext cx="4069080" cy="2423160"/>
          </a:xfrm>
          <a:noFill/>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30" name="Content Placeholder 2">
            <a:extLst>
              <a:ext uri="{FF2B5EF4-FFF2-40B4-BE49-F238E27FC236}">
                <a16:creationId xmlns:a16="http://schemas.microsoft.com/office/drawing/2014/main" id="{49346F5A-4F30-A2CC-5B7C-96A37881E584}"/>
              </a:ext>
            </a:extLst>
          </p:cNvPr>
          <p:cNvSpPr>
            <a:spLocks noGrp="1"/>
          </p:cNvSpPr>
          <p:nvPr>
            <p:ph sz="quarter" idx="16"/>
          </p:nvPr>
        </p:nvSpPr>
        <p:spPr>
          <a:xfrm>
            <a:off x="6323555" y="1156273"/>
            <a:ext cx="4069080" cy="2422669"/>
          </a:xfrm>
          <a:noFill/>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31" name="Content Placeholder 2">
            <a:extLst>
              <a:ext uri="{FF2B5EF4-FFF2-40B4-BE49-F238E27FC236}">
                <a16:creationId xmlns:a16="http://schemas.microsoft.com/office/drawing/2014/main" id="{53F1247B-A851-6EB6-3FFA-3E1F5476DD36}"/>
              </a:ext>
            </a:extLst>
          </p:cNvPr>
          <p:cNvSpPr>
            <a:spLocks noGrp="1"/>
          </p:cNvSpPr>
          <p:nvPr>
            <p:ph sz="quarter" idx="17"/>
          </p:nvPr>
        </p:nvSpPr>
        <p:spPr>
          <a:xfrm>
            <a:off x="454025" y="3733800"/>
            <a:ext cx="4069080" cy="2422669"/>
          </a:xfrm>
          <a:noFill/>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33" name="Content Placeholder 2">
            <a:extLst>
              <a:ext uri="{FF2B5EF4-FFF2-40B4-BE49-F238E27FC236}">
                <a16:creationId xmlns:a16="http://schemas.microsoft.com/office/drawing/2014/main" id="{503B8696-0B1B-A156-E766-0D91A320122A}"/>
              </a:ext>
            </a:extLst>
          </p:cNvPr>
          <p:cNvSpPr>
            <a:spLocks noGrp="1"/>
          </p:cNvSpPr>
          <p:nvPr>
            <p:ph sz="quarter" idx="18"/>
          </p:nvPr>
        </p:nvSpPr>
        <p:spPr>
          <a:xfrm>
            <a:off x="6323555" y="3733800"/>
            <a:ext cx="4069080" cy="2422669"/>
          </a:xfrm>
          <a:noFill/>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54" name="Content Placeholder 2">
            <a:extLst>
              <a:ext uri="{FF2B5EF4-FFF2-40B4-BE49-F238E27FC236}">
                <a16:creationId xmlns:a16="http://schemas.microsoft.com/office/drawing/2014/main" id="{45BDDC7E-6E92-0CE8-893F-115A1A50AC9E}"/>
              </a:ext>
            </a:extLst>
          </p:cNvPr>
          <p:cNvSpPr>
            <a:spLocks noGrp="1"/>
          </p:cNvSpPr>
          <p:nvPr>
            <p:ph sz="quarter" idx="20"/>
          </p:nvPr>
        </p:nvSpPr>
        <p:spPr>
          <a:xfrm>
            <a:off x="4542504" y="3733800"/>
            <a:ext cx="1337186" cy="2422669"/>
          </a:xfrm>
        </p:spPr>
        <p:txBody>
          <a:bodyPr lIns="91440" tIns="182880"/>
          <a:lstStyle>
            <a:lvl1pPr marL="179388" indent="-179388">
              <a:lnSpc>
                <a:spcPts val="1100"/>
              </a:lnSpc>
              <a:spcAft>
                <a:spcPts val="400"/>
              </a:spcAft>
              <a:tabLst/>
              <a:defRPr sz="1100"/>
            </a:lvl1pPr>
            <a:lvl2pPr>
              <a:defRPr sz="1100"/>
            </a:lvl2pPr>
            <a:lvl3pPr>
              <a:defRPr sz="1050"/>
            </a:lvl3pPr>
            <a:lvl4pPr>
              <a:defRPr sz="1400"/>
            </a:lvl4pPr>
            <a:lvl5pPr>
              <a:defRPr sz="1400"/>
            </a:lvl5pPr>
          </a:lstStyle>
          <a:p>
            <a:pPr lvl="0"/>
            <a:r>
              <a:rPr lang="en-US"/>
              <a:t>Click to edit Master text styles</a:t>
            </a:r>
          </a:p>
        </p:txBody>
      </p:sp>
      <p:sp>
        <p:nvSpPr>
          <p:cNvPr id="55" name="Content Placeholder 2">
            <a:extLst>
              <a:ext uri="{FF2B5EF4-FFF2-40B4-BE49-F238E27FC236}">
                <a16:creationId xmlns:a16="http://schemas.microsoft.com/office/drawing/2014/main" id="{270701E0-28A4-9202-C714-3F1F16678C7B}"/>
              </a:ext>
            </a:extLst>
          </p:cNvPr>
          <p:cNvSpPr>
            <a:spLocks noGrp="1"/>
          </p:cNvSpPr>
          <p:nvPr>
            <p:ph sz="quarter" idx="21"/>
          </p:nvPr>
        </p:nvSpPr>
        <p:spPr>
          <a:xfrm>
            <a:off x="10402530" y="1156273"/>
            <a:ext cx="1337186" cy="2422669"/>
          </a:xfrm>
        </p:spPr>
        <p:txBody>
          <a:bodyPr lIns="91440" tIns="182880"/>
          <a:lstStyle>
            <a:lvl1pPr marL="179388" indent="-179388">
              <a:lnSpc>
                <a:spcPts val="1100"/>
              </a:lnSpc>
              <a:spcAft>
                <a:spcPts val="400"/>
              </a:spcAft>
              <a:tabLst/>
              <a:defRPr sz="1100"/>
            </a:lvl1pPr>
            <a:lvl2pPr>
              <a:defRPr sz="1100"/>
            </a:lvl2pPr>
            <a:lvl3pPr>
              <a:defRPr sz="1050"/>
            </a:lvl3pPr>
            <a:lvl4pPr>
              <a:defRPr sz="1400"/>
            </a:lvl4pPr>
            <a:lvl5pPr>
              <a:defRPr sz="1400"/>
            </a:lvl5pPr>
          </a:lstStyle>
          <a:p>
            <a:pPr lvl="0"/>
            <a:r>
              <a:rPr lang="en-US"/>
              <a:t>Click to edit Master text styles</a:t>
            </a:r>
          </a:p>
        </p:txBody>
      </p:sp>
      <p:sp>
        <p:nvSpPr>
          <p:cNvPr id="56" name="Content Placeholder 2">
            <a:extLst>
              <a:ext uri="{FF2B5EF4-FFF2-40B4-BE49-F238E27FC236}">
                <a16:creationId xmlns:a16="http://schemas.microsoft.com/office/drawing/2014/main" id="{462A1A84-C3E5-EE25-10F5-8AB6289FA2F0}"/>
              </a:ext>
            </a:extLst>
          </p:cNvPr>
          <p:cNvSpPr>
            <a:spLocks noGrp="1"/>
          </p:cNvSpPr>
          <p:nvPr>
            <p:ph sz="quarter" idx="22"/>
          </p:nvPr>
        </p:nvSpPr>
        <p:spPr>
          <a:xfrm>
            <a:off x="10402530" y="3733800"/>
            <a:ext cx="1337186" cy="2422669"/>
          </a:xfrm>
        </p:spPr>
        <p:txBody>
          <a:bodyPr lIns="91440" tIns="182880"/>
          <a:lstStyle>
            <a:lvl1pPr marL="179388" indent="-179388">
              <a:lnSpc>
                <a:spcPts val="1100"/>
              </a:lnSpc>
              <a:spcAft>
                <a:spcPts val="400"/>
              </a:spcAft>
              <a:tabLst/>
              <a:defRPr sz="1100"/>
            </a:lvl1pPr>
            <a:lvl2pPr>
              <a:defRPr sz="1100"/>
            </a:lvl2pPr>
            <a:lvl3pPr>
              <a:defRPr sz="1050"/>
            </a:lvl3pPr>
            <a:lvl4pPr>
              <a:defRPr sz="1400"/>
            </a:lvl4pPr>
            <a:lvl5pPr>
              <a:defRPr sz="1400"/>
            </a:lvl5pPr>
          </a:lstStyle>
          <a:p>
            <a:pPr lvl="0"/>
            <a:r>
              <a:rPr lang="en-US"/>
              <a:t>Click to edit Master text styles</a:t>
            </a:r>
          </a:p>
        </p:txBody>
      </p:sp>
      <p:cxnSp>
        <p:nvCxnSpPr>
          <p:cNvPr id="35" name="Straight Connector 34">
            <a:extLst>
              <a:ext uri="{FF2B5EF4-FFF2-40B4-BE49-F238E27FC236}">
                <a16:creationId xmlns:a16="http://schemas.microsoft.com/office/drawing/2014/main" id="{E3550518-9E4B-113E-2259-5EBB70295122}"/>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6" name="Rounded Rectangle 35">
            <a:extLst>
              <a:ext uri="{FF2B5EF4-FFF2-40B4-BE49-F238E27FC236}">
                <a16:creationId xmlns:a16="http://schemas.microsoft.com/office/drawing/2014/main" id="{D0868976-0331-C473-140C-FF4300E4A367}"/>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53" name="Graphic 62">
            <a:extLst>
              <a:ext uri="{FF2B5EF4-FFF2-40B4-BE49-F238E27FC236}">
                <a16:creationId xmlns:a16="http://schemas.microsoft.com/office/drawing/2014/main" id="{73307D9B-F01A-6413-FFD2-F393C92BB9A0}"/>
              </a:ext>
            </a:extLst>
          </p:cNvPr>
          <p:cNvGrpSpPr/>
          <p:nvPr userDrawn="1"/>
        </p:nvGrpSpPr>
        <p:grpSpPr>
          <a:xfrm>
            <a:off x="11389259" y="459884"/>
            <a:ext cx="352694" cy="349203"/>
            <a:chOff x="10767269" y="208371"/>
            <a:chExt cx="182844" cy="181034"/>
          </a:xfrm>
        </p:grpSpPr>
        <p:sp>
          <p:nvSpPr>
            <p:cNvPr id="57" name="Freeform 56">
              <a:extLst>
                <a:ext uri="{FF2B5EF4-FFF2-40B4-BE49-F238E27FC236}">
                  <a16:creationId xmlns:a16="http://schemas.microsoft.com/office/drawing/2014/main" id="{A09F49AA-C8E9-1D6B-F556-D610C42D5BFB}"/>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58" name="Freeform 57">
              <a:extLst>
                <a:ext uri="{FF2B5EF4-FFF2-40B4-BE49-F238E27FC236}">
                  <a16:creationId xmlns:a16="http://schemas.microsoft.com/office/drawing/2014/main" id="{39756AAF-B29D-1FFC-9EAE-4E454954D68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59" name="Freeform 58">
              <a:extLst>
                <a:ext uri="{FF2B5EF4-FFF2-40B4-BE49-F238E27FC236}">
                  <a16:creationId xmlns:a16="http://schemas.microsoft.com/office/drawing/2014/main" id="{A347EE6A-52EB-A684-CDF2-D9D83ABEF369}"/>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60" name="Freeform 59">
              <a:extLst>
                <a:ext uri="{FF2B5EF4-FFF2-40B4-BE49-F238E27FC236}">
                  <a16:creationId xmlns:a16="http://schemas.microsoft.com/office/drawing/2014/main" id="{A3E5375C-8603-62B0-2663-E79CE30E545C}"/>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61" name="Freeform 60">
              <a:extLst>
                <a:ext uri="{FF2B5EF4-FFF2-40B4-BE49-F238E27FC236}">
                  <a16:creationId xmlns:a16="http://schemas.microsoft.com/office/drawing/2014/main" id="{05005983-4B49-1052-7892-80645AB73C1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44" name="Slide Number Placeholder 5">
            <a:extLst>
              <a:ext uri="{FF2B5EF4-FFF2-40B4-BE49-F238E27FC236}">
                <a16:creationId xmlns:a16="http://schemas.microsoft.com/office/drawing/2014/main" id="{1EA689C7-1437-91C8-3788-6D4D2AFF3ECB}"/>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682661505"/>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ext + Table">
    <p:bg>
      <p:bgPr>
        <a:solidFill>
          <a:schemeClr val="bg1"/>
        </a:solidFill>
        <a:effectLst/>
      </p:bgPr>
    </p:bg>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4808"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89" name="Subtitle 2">
            <a:extLst>
              <a:ext uri="{FF2B5EF4-FFF2-40B4-BE49-F238E27FC236}">
                <a16:creationId xmlns:a16="http://schemas.microsoft.com/office/drawing/2014/main" id="{B8051558-696D-93B1-48C5-5BB9B0DB577D}"/>
              </a:ext>
            </a:extLst>
          </p:cNvPr>
          <p:cNvSpPr>
            <a:spLocks noGrp="1"/>
          </p:cNvSpPr>
          <p:nvPr>
            <p:ph type="subTitle" idx="1" hasCustomPrompt="1"/>
          </p:nvPr>
        </p:nvSpPr>
        <p:spPr>
          <a:xfrm>
            <a:off x="454025" y="1155700"/>
            <a:ext cx="550468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9" name="Content Placeholder 2">
            <a:extLst>
              <a:ext uri="{FF2B5EF4-FFF2-40B4-BE49-F238E27FC236}">
                <a16:creationId xmlns:a16="http://schemas.microsoft.com/office/drawing/2014/main" id="{1BB6CE3F-1115-D1AD-2076-CE0B2E75D254}"/>
              </a:ext>
            </a:extLst>
          </p:cNvPr>
          <p:cNvSpPr>
            <a:spLocks noGrp="1"/>
          </p:cNvSpPr>
          <p:nvPr>
            <p:ph sz="quarter" idx="15"/>
          </p:nvPr>
        </p:nvSpPr>
        <p:spPr>
          <a:xfrm>
            <a:off x="454025" y="2011680"/>
            <a:ext cx="541324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31" name="Content Placeholder 2">
            <a:extLst>
              <a:ext uri="{FF2B5EF4-FFF2-40B4-BE49-F238E27FC236}">
                <a16:creationId xmlns:a16="http://schemas.microsoft.com/office/drawing/2014/main" id="{716CE1B6-2D90-FC71-F880-75C20FDD1441}"/>
              </a:ext>
            </a:extLst>
          </p:cNvPr>
          <p:cNvSpPr>
            <a:spLocks noGrp="1"/>
          </p:cNvSpPr>
          <p:nvPr>
            <p:ph sz="quarter" idx="16"/>
          </p:nvPr>
        </p:nvSpPr>
        <p:spPr>
          <a:xfrm>
            <a:off x="6323555" y="2011680"/>
            <a:ext cx="541324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F423E19E-9FF4-B589-F3D4-AE95C92F5CBB}"/>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93871CF7-0F4D-9A61-B520-82CC526C60C7}"/>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0" name="Graphic 62">
            <a:extLst>
              <a:ext uri="{FF2B5EF4-FFF2-40B4-BE49-F238E27FC236}">
                <a16:creationId xmlns:a16="http://schemas.microsoft.com/office/drawing/2014/main" id="{8D5F75B4-690C-B107-8CB8-B8A6978C2941}"/>
              </a:ext>
            </a:extLst>
          </p:cNvPr>
          <p:cNvGrpSpPr/>
          <p:nvPr userDrawn="1"/>
        </p:nvGrpSpPr>
        <p:grpSpPr>
          <a:xfrm>
            <a:off x="11389259" y="459884"/>
            <a:ext cx="352694" cy="349203"/>
            <a:chOff x="10767269" y="208371"/>
            <a:chExt cx="182844" cy="181034"/>
          </a:xfrm>
        </p:grpSpPr>
        <p:sp>
          <p:nvSpPr>
            <p:cNvPr id="33" name="Freeform 32">
              <a:extLst>
                <a:ext uri="{FF2B5EF4-FFF2-40B4-BE49-F238E27FC236}">
                  <a16:creationId xmlns:a16="http://schemas.microsoft.com/office/drawing/2014/main" id="{09B04A78-F7C2-F855-1C08-8F994D1CBC77}"/>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4" name="Freeform 33">
              <a:extLst>
                <a:ext uri="{FF2B5EF4-FFF2-40B4-BE49-F238E27FC236}">
                  <a16:creationId xmlns:a16="http://schemas.microsoft.com/office/drawing/2014/main" id="{552D3E4E-6BEA-51AB-A270-A20CBC4129F9}"/>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5ED13D76-138D-7AEC-505B-3A1E84392F9E}"/>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4F6A852A-9ABB-931C-E781-BB42AB0F8F4A}"/>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8" name="Freeform 37">
              <a:extLst>
                <a:ext uri="{FF2B5EF4-FFF2-40B4-BE49-F238E27FC236}">
                  <a16:creationId xmlns:a16="http://schemas.microsoft.com/office/drawing/2014/main" id="{23B2E47A-61A5-59FE-20CF-488DB49385AC}"/>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2" name="Slide Number Placeholder 5">
            <a:extLst>
              <a:ext uri="{FF2B5EF4-FFF2-40B4-BE49-F238E27FC236}">
                <a16:creationId xmlns:a16="http://schemas.microsoft.com/office/drawing/2014/main" id="{F43DEEE1-7950-A298-536F-44801A9661F2}"/>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460943163"/>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2_Title_Content_White">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3419475"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026D8BD6-9828-7A47-883D-E86FAC90F0F6}"/>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EF8D6C47-4F24-294F-AD4E-49AE68CE9D0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5ED918B2-DF70-E64E-BC9E-7B9A74283A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E0EC8DBC-201D-B44A-8F91-EFA72C61D247}"/>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FFB5CA89-8729-3D4A-B8E9-12B9E4D915E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39915B2B-2D62-0A48-B633-5C7346FB029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9" name="Subtitle 2">
            <a:extLst>
              <a:ext uri="{FF2B5EF4-FFF2-40B4-BE49-F238E27FC236}">
                <a16:creationId xmlns:a16="http://schemas.microsoft.com/office/drawing/2014/main" id="{BDB3D6A1-5F7E-6C84-BBC1-9194E3389BC9}"/>
              </a:ext>
            </a:extLst>
          </p:cNvPr>
          <p:cNvSpPr>
            <a:spLocks noGrp="1"/>
          </p:cNvSpPr>
          <p:nvPr>
            <p:ph type="subTitle" idx="1" hasCustomPrompt="1"/>
          </p:nvPr>
        </p:nvSpPr>
        <p:spPr>
          <a:xfrm>
            <a:off x="454025" y="1155700"/>
            <a:ext cx="341741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32" name="Content Placeholder 2">
            <a:extLst>
              <a:ext uri="{FF2B5EF4-FFF2-40B4-BE49-F238E27FC236}">
                <a16:creationId xmlns:a16="http://schemas.microsoft.com/office/drawing/2014/main" id="{58ECA327-9F43-8183-B20F-1EB0D55D23CA}"/>
              </a:ext>
            </a:extLst>
          </p:cNvPr>
          <p:cNvSpPr>
            <a:spLocks noGrp="1"/>
          </p:cNvSpPr>
          <p:nvPr>
            <p:ph sz="quarter" idx="15"/>
          </p:nvPr>
        </p:nvSpPr>
        <p:spPr>
          <a:xfrm>
            <a:off x="454025" y="2011680"/>
            <a:ext cx="341741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309BF6F9-E114-6C42-23BD-D7F4A6598B22}"/>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F29D045D-42D1-7753-B600-2A9E8AA8BA80}"/>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1" name="Graphic 62">
            <a:extLst>
              <a:ext uri="{FF2B5EF4-FFF2-40B4-BE49-F238E27FC236}">
                <a16:creationId xmlns:a16="http://schemas.microsoft.com/office/drawing/2014/main" id="{94F594C2-C000-5574-C817-E0626BA4CACF}"/>
              </a:ext>
            </a:extLst>
          </p:cNvPr>
          <p:cNvGrpSpPr/>
          <p:nvPr userDrawn="1"/>
        </p:nvGrpSpPr>
        <p:grpSpPr>
          <a:xfrm>
            <a:off x="11389259" y="459884"/>
            <a:ext cx="352694" cy="349203"/>
            <a:chOff x="10767269" y="208371"/>
            <a:chExt cx="182844" cy="181034"/>
          </a:xfrm>
        </p:grpSpPr>
        <p:sp>
          <p:nvSpPr>
            <p:cNvPr id="22" name="Freeform 21">
              <a:extLst>
                <a:ext uri="{FF2B5EF4-FFF2-40B4-BE49-F238E27FC236}">
                  <a16:creationId xmlns:a16="http://schemas.microsoft.com/office/drawing/2014/main" id="{A58785F5-98C7-BAB9-3545-981669E73711}"/>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19D99A9F-5712-4E65-1A1D-5416686A16C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87BDAE2E-3864-096F-3805-928863884F80}"/>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5" name="Freeform 24">
              <a:extLst>
                <a:ext uri="{FF2B5EF4-FFF2-40B4-BE49-F238E27FC236}">
                  <a16:creationId xmlns:a16="http://schemas.microsoft.com/office/drawing/2014/main" id="{10CBCCD2-BCA5-385E-1754-6FEC600EB45B}"/>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48A0B4BB-A578-D013-193A-45AC80913485}"/>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3" name="Slide Number Placeholder 5">
            <a:extLst>
              <a:ext uri="{FF2B5EF4-FFF2-40B4-BE49-F238E27FC236}">
                <a16:creationId xmlns:a16="http://schemas.microsoft.com/office/drawing/2014/main" id="{ED87E951-EA79-CBCB-C78C-12AA83A579C4}"/>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
        <p:nvSpPr>
          <p:cNvPr id="34" name="Freeform 33">
            <a:extLst>
              <a:ext uri="{FF2B5EF4-FFF2-40B4-BE49-F238E27FC236}">
                <a16:creationId xmlns:a16="http://schemas.microsoft.com/office/drawing/2014/main" id="{76CAEDB3-4EC5-145E-7FFD-C60698FED688}"/>
              </a:ext>
            </a:extLst>
          </p:cNvPr>
          <p:cNvSpPr>
            <a:spLocks noChangeAspect="1"/>
          </p:cNvSpPr>
          <p:nvPr userDrawn="1"/>
        </p:nvSpPr>
        <p:spPr>
          <a:xfrm>
            <a:off x="6790624" y="2538162"/>
            <a:ext cx="1781175" cy="1893947"/>
          </a:xfrm>
          <a:custGeom>
            <a:avLst/>
            <a:gdLst>
              <a:gd name="connsiteX0" fmla="*/ 390662 w 1781175"/>
              <a:gd name="connsiteY0" fmla="*/ 0 h 1893947"/>
              <a:gd name="connsiteX1" fmla="*/ 1781175 w 1781175"/>
              <a:gd name="connsiteY1" fmla="*/ 0 h 1893947"/>
              <a:gd name="connsiteX2" fmla="*/ 1781175 w 1781175"/>
              <a:gd name="connsiteY2" fmla="*/ 1503452 h 1893947"/>
              <a:gd name="connsiteX3" fmla="*/ 1390680 w 1781175"/>
              <a:gd name="connsiteY3" fmla="*/ 1893947 h 1893947"/>
              <a:gd name="connsiteX4" fmla="*/ 0 w 1781175"/>
              <a:gd name="connsiteY4" fmla="*/ 1893947 h 1893947"/>
              <a:gd name="connsiteX5" fmla="*/ 0 w 1781175"/>
              <a:gd name="connsiteY5" fmla="*/ 390662 h 1893947"/>
              <a:gd name="connsiteX6" fmla="*/ 390662 w 1781175"/>
              <a:gd name="connsiteY6" fmla="*/ 0 h 1893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81175" h="1893947">
                <a:moveTo>
                  <a:pt x="390662" y="0"/>
                </a:moveTo>
                <a:lnTo>
                  <a:pt x="1781175" y="0"/>
                </a:lnTo>
                <a:lnTo>
                  <a:pt x="1781175" y="1503452"/>
                </a:lnTo>
                <a:cubicBezTo>
                  <a:pt x="1781175" y="1719116"/>
                  <a:pt x="1606344" y="1893947"/>
                  <a:pt x="1390680" y="1893947"/>
                </a:cubicBezTo>
                <a:lnTo>
                  <a:pt x="0" y="1893947"/>
                </a:lnTo>
                <a:lnTo>
                  <a:pt x="0" y="390662"/>
                </a:lnTo>
                <a:cubicBezTo>
                  <a:pt x="0" y="174905"/>
                  <a:pt x="174905" y="0"/>
                  <a:pt x="390662" y="0"/>
                </a:cubicBezTo>
                <a:close/>
              </a:path>
            </a:pathLst>
          </a:custGeom>
          <a:solidFill>
            <a:schemeClr val="accent3"/>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5" name="Freeform 34">
            <a:extLst>
              <a:ext uri="{FF2B5EF4-FFF2-40B4-BE49-F238E27FC236}">
                <a16:creationId xmlns:a16="http://schemas.microsoft.com/office/drawing/2014/main" id="{04C47F19-6788-A901-E881-76B69A2EBFC9}"/>
              </a:ext>
            </a:extLst>
          </p:cNvPr>
          <p:cNvSpPr>
            <a:spLocks noChangeAspect="1"/>
          </p:cNvSpPr>
          <p:nvPr userDrawn="1"/>
        </p:nvSpPr>
        <p:spPr>
          <a:xfrm>
            <a:off x="4868162" y="850900"/>
            <a:ext cx="3703637" cy="3581209"/>
          </a:xfrm>
          <a:custGeom>
            <a:avLst/>
            <a:gdLst>
              <a:gd name="connsiteX0" fmla="*/ 390495 w 3703637"/>
              <a:gd name="connsiteY0" fmla="*/ 0 h 3581209"/>
              <a:gd name="connsiteX1" fmla="*/ 3313142 w 3703637"/>
              <a:gd name="connsiteY1" fmla="*/ 0 h 3581209"/>
              <a:gd name="connsiteX2" fmla="*/ 3703637 w 3703637"/>
              <a:gd name="connsiteY2" fmla="*/ 390495 h 3581209"/>
              <a:gd name="connsiteX3" fmla="*/ 3703637 w 3703637"/>
              <a:gd name="connsiteY3" fmla="*/ 1687262 h 3581209"/>
              <a:gd name="connsiteX4" fmla="*/ 2313124 w 3703637"/>
              <a:gd name="connsiteY4" fmla="*/ 1687262 h 3581209"/>
              <a:gd name="connsiteX5" fmla="*/ 1922462 w 3703637"/>
              <a:gd name="connsiteY5" fmla="*/ 2077924 h 3581209"/>
              <a:gd name="connsiteX6" fmla="*/ 1922462 w 3703637"/>
              <a:gd name="connsiteY6" fmla="*/ 3581209 h 3581209"/>
              <a:gd name="connsiteX7" fmla="*/ 390495 w 3703637"/>
              <a:gd name="connsiteY7" fmla="*/ 3581209 h 3581209"/>
              <a:gd name="connsiteX8" fmla="*/ 0 w 3703637"/>
              <a:gd name="connsiteY8" fmla="*/ 3190714 h 3581209"/>
              <a:gd name="connsiteX9" fmla="*/ 0 w 3703637"/>
              <a:gd name="connsiteY9" fmla="*/ 390495 h 3581209"/>
              <a:gd name="connsiteX10" fmla="*/ 390495 w 3703637"/>
              <a:gd name="connsiteY10" fmla="*/ 0 h 3581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03637" h="3581209">
                <a:moveTo>
                  <a:pt x="390495" y="0"/>
                </a:moveTo>
                <a:lnTo>
                  <a:pt x="3313142" y="0"/>
                </a:lnTo>
                <a:cubicBezTo>
                  <a:pt x="3528806" y="0"/>
                  <a:pt x="3703637" y="174831"/>
                  <a:pt x="3703637" y="390495"/>
                </a:cubicBezTo>
                <a:lnTo>
                  <a:pt x="3703637" y="1687262"/>
                </a:lnTo>
                <a:lnTo>
                  <a:pt x="2313124" y="1687262"/>
                </a:lnTo>
                <a:cubicBezTo>
                  <a:pt x="2097367" y="1687262"/>
                  <a:pt x="1922462" y="1862167"/>
                  <a:pt x="1922462" y="2077924"/>
                </a:cubicBezTo>
                <a:lnTo>
                  <a:pt x="1922462" y="3581209"/>
                </a:lnTo>
                <a:lnTo>
                  <a:pt x="390495" y="3581209"/>
                </a:lnTo>
                <a:cubicBezTo>
                  <a:pt x="174831" y="3581209"/>
                  <a:pt x="0" y="3406378"/>
                  <a:pt x="0" y="3190714"/>
                </a:cubicBezTo>
                <a:lnTo>
                  <a:pt x="0" y="390495"/>
                </a:lnTo>
                <a:cubicBezTo>
                  <a:pt x="0" y="174831"/>
                  <a:pt x="174831" y="0"/>
                  <a:pt x="390495" y="0"/>
                </a:cubicBezTo>
                <a:close/>
              </a:path>
            </a:pathLst>
          </a:custGeom>
          <a:solidFill>
            <a:schemeClr val="accent2">
              <a:alpha val="94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6" name="Freeform 35">
            <a:extLst>
              <a:ext uri="{FF2B5EF4-FFF2-40B4-BE49-F238E27FC236}">
                <a16:creationId xmlns:a16="http://schemas.microsoft.com/office/drawing/2014/main" id="{D7F18468-A86F-5113-F8FE-FB54A03A7B23}"/>
              </a:ext>
            </a:extLst>
          </p:cNvPr>
          <p:cNvSpPr>
            <a:spLocks noChangeAspect="1"/>
          </p:cNvSpPr>
          <p:nvPr userDrawn="1"/>
        </p:nvSpPr>
        <p:spPr>
          <a:xfrm>
            <a:off x="6790624" y="2538161"/>
            <a:ext cx="3705225" cy="3582744"/>
          </a:xfrm>
          <a:custGeom>
            <a:avLst/>
            <a:gdLst>
              <a:gd name="connsiteX0" fmla="*/ 1781175 w 3705225"/>
              <a:gd name="connsiteY0" fmla="*/ 0 h 3582744"/>
              <a:gd name="connsiteX1" fmla="*/ 3314563 w 3705225"/>
              <a:gd name="connsiteY1" fmla="*/ 0 h 3582744"/>
              <a:gd name="connsiteX2" fmla="*/ 3705225 w 3705225"/>
              <a:gd name="connsiteY2" fmla="*/ 390662 h 3582744"/>
              <a:gd name="connsiteX3" fmla="*/ 3705225 w 3705225"/>
              <a:gd name="connsiteY3" fmla="*/ 3192082 h 3582744"/>
              <a:gd name="connsiteX4" fmla="*/ 3314563 w 3705225"/>
              <a:gd name="connsiteY4" fmla="*/ 3582744 h 3582744"/>
              <a:gd name="connsiteX5" fmla="*/ 390662 w 3705225"/>
              <a:gd name="connsiteY5" fmla="*/ 3582744 h 3582744"/>
              <a:gd name="connsiteX6" fmla="*/ 0 w 3705225"/>
              <a:gd name="connsiteY6" fmla="*/ 3192082 h 3582744"/>
              <a:gd name="connsiteX7" fmla="*/ 0 w 3705225"/>
              <a:gd name="connsiteY7" fmla="*/ 1893947 h 3582744"/>
              <a:gd name="connsiteX8" fmla="*/ 1390680 w 3705225"/>
              <a:gd name="connsiteY8" fmla="*/ 1893947 h 3582744"/>
              <a:gd name="connsiteX9" fmla="*/ 1781175 w 3705225"/>
              <a:gd name="connsiteY9" fmla="*/ 1503452 h 3582744"/>
              <a:gd name="connsiteX10" fmla="*/ 1781175 w 3705225"/>
              <a:gd name="connsiteY10" fmla="*/ 0 h 358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05225" h="3582744">
                <a:moveTo>
                  <a:pt x="1781175" y="0"/>
                </a:moveTo>
                <a:lnTo>
                  <a:pt x="3314563" y="0"/>
                </a:lnTo>
                <a:cubicBezTo>
                  <a:pt x="3530320" y="0"/>
                  <a:pt x="3705225" y="174905"/>
                  <a:pt x="3705225" y="390662"/>
                </a:cubicBezTo>
                <a:lnTo>
                  <a:pt x="3705225" y="3192082"/>
                </a:lnTo>
                <a:cubicBezTo>
                  <a:pt x="3705225" y="3407839"/>
                  <a:pt x="3530320" y="3582744"/>
                  <a:pt x="3314563" y="3582744"/>
                </a:cubicBezTo>
                <a:lnTo>
                  <a:pt x="390662" y="3582744"/>
                </a:lnTo>
                <a:cubicBezTo>
                  <a:pt x="174905" y="3582744"/>
                  <a:pt x="0" y="3407839"/>
                  <a:pt x="0" y="3192082"/>
                </a:cubicBezTo>
                <a:lnTo>
                  <a:pt x="0" y="1893947"/>
                </a:lnTo>
                <a:lnTo>
                  <a:pt x="1390680" y="1893947"/>
                </a:lnTo>
                <a:cubicBezTo>
                  <a:pt x="1606344" y="1893947"/>
                  <a:pt x="1781175" y="1719116"/>
                  <a:pt x="1781175" y="1503452"/>
                </a:cubicBezTo>
                <a:lnTo>
                  <a:pt x="1781175" y="0"/>
                </a:lnTo>
                <a:close/>
              </a:path>
            </a:pathLst>
          </a:custGeom>
          <a:solidFill>
            <a:schemeClr val="accent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47" name="Text Placeholder 47">
            <a:extLst>
              <a:ext uri="{FF2B5EF4-FFF2-40B4-BE49-F238E27FC236}">
                <a16:creationId xmlns:a16="http://schemas.microsoft.com/office/drawing/2014/main" id="{4C6D52AF-0B3B-1D6E-FF02-7F2F94FE0997}"/>
              </a:ext>
            </a:extLst>
          </p:cNvPr>
          <p:cNvSpPr>
            <a:spLocks noGrp="1"/>
          </p:cNvSpPr>
          <p:nvPr>
            <p:ph type="body" sz="quarter" idx="22" hasCustomPrompt="1"/>
          </p:nvPr>
        </p:nvSpPr>
        <p:spPr>
          <a:xfrm>
            <a:off x="5086654" y="1461448"/>
            <a:ext cx="3277205" cy="521208"/>
          </a:xfrm>
        </p:spPr>
        <p:txBody>
          <a:bodyPr/>
          <a:lstStyle>
            <a:lvl1pPr marL="0" indent="0" algn="ctr">
              <a:lnSpc>
                <a:spcPct val="100000"/>
              </a:lnSpc>
              <a:buFont typeface="Wingdings" pitchFamily="2" charset="2"/>
              <a:buNone/>
              <a:defRPr sz="1400">
                <a:solidFill>
                  <a:schemeClr val="bg1"/>
                </a:solidFill>
              </a:defRPr>
            </a:lvl1pPr>
            <a:lvl2pPr marL="239712" indent="0">
              <a:buNone/>
              <a:defRPr sz="1200"/>
            </a:lvl2pPr>
          </a:lstStyle>
          <a:p>
            <a:pPr lvl="0"/>
            <a:r>
              <a:rPr lang="en-US"/>
              <a:t>Lorem ipsum dolor sit amet, consectetur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vestibulum, dui.</a:t>
            </a:r>
          </a:p>
        </p:txBody>
      </p:sp>
      <p:sp>
        <p:nvSpPr>
          <p:cNvPr id="48" name="Text Placeholder 47">
            <a:extLst>
              <a:ext uri="{FF2B5EF4-FFF2-40B4-BE49-F238E27FC236}">
                <a16:creationId xmlns:a16="http://schemas.microsoft.com/office/drawing/2014/main" id="{B7961EA3-EB53-0D03-297E-C8A28E84618D}"/>
              </a:ext>
            </a:extLst>
          </p:cNvPr>
          <p:cNvSpPr>
            <a:spLocks noGrp="1"/>
          </p:cNvSpPr>
          <p:nvPr>
            <p:ph type="body" sz="quarter" idx="25" hasCustomPrompt="1"/>
          </p:nvPr>
        </p:nvSpPr>
        <p:spPr>
          <a:xfrm>
            <a:off x="5086654" y="1055855"/>
            <a:ext cx="3277205" cy="402336"/>
          </a:xfrm>
        </p:spPr>
        <p:txBody>
          <a:bodyPr anchor="ctr"/>
          <a:lstStyle>
            <a:lvl1pPr marL="0" indent="0" algn="ctr">
              <a:lnSpc>
                <a:spcPct val="100000"/>
              </a:lnSpc>
              <a:buNone/>
              <a:defRPr sz="2000" b="0" i="0">
                <a:solidFill>
                  <a:schemeClr val="bg1"/>
                </a:solidFill>
                <a:latin typeface="Franklin Gothic Medium" panose="020B0603020102020204" pitchFamily="34" charset="0"/>
              </a:defRPr>
            </a:lvl1pPr>
            <a:lvl2pPr marL="239712" indent="0">
              <a:buNone/>
              <a:defRPr sz="1200"/>
            </a:lvl2pPr>
          </a:lstStyle>
          <a:p>
            <a:pPr lvl="0"/>
            <a:r>
              <a:rPr lang="en-US"/>
              <a:t>Title Here</a:t>
            </a:r>
          </a:p>
        </p:txBody>
      </p:sp>
      <p:sp>
        <p:nvSpPr>
          <p:cNvPr id="49" name="Text Placeholder 47">
            <a:extLst>
              <a:ext uri="{FF2B5EF4-FFF2-40B4-BE49-F238E27FC236}">
                <a16:creationId xmlns:a16="http://schemas.microsoft.com/office/drawing/2014/main" id="{4E5C055B-E6AD-38D6-C269-29EFEA4A1B8B}"/>
              </a:ext>
            </a:extLst>
          </p:cNvPr>
          <p:cNvSpPr>
            <a:spLocks noGrp="1"/>
          </p:cNvSpPr>
          <p:nvPr>
            <p:ph type="body" sz="quarter" idx="26" hasCustomPrompt="1"/>
          </p:nvPr>
        </p:nvSpPr>
        <p:spPr>
          <a:xfrm>
            <a:off x="7010400" y="4953948"/>
            <a:ext cx="3277205" cy="521208"/>
          </a:xfrm>
        </p:spPr>
        <p:txBody>
          <a:bodyPr/>
          <a:lstStyle>
            <a:lvl1pPr marL="0" indent="0" algn="ctr">
              <a:lnSpc>
                <a:spcPct val="100000"/>
              </a:lnSpc>
              <a:buFont typeface="Wingdings" pitchFamily="2" charset="2"/>
              <a:buNone/>
              <a:defRPr sz="1400">
                <a:solidFill>
                  <a:schemeClr val="bg1"/>
                </a:solidFill>
              </a:defRPr>
            </a:lvl1pPr>
            <a:lvl2pPr marL="239712" indent="0">
              <a:buNone/>
              <a:defRPr sz="1200"/>
            </a:lvl2pPr>
          </a:lstStyle>
          <a:p>
            <a:pPr lvl="0"/>
            <a:r>
              <a:rPr lang="en-US"/>
              <a:t>Lorem ipsum dolor sit amet, consectetur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vestibulum, dui.</a:t>
            </a:r>
          </a:p>
        </p:txBody>
      </p:sp>
      <p:sp>
        <p:nvSpPr>
          <p:cNvPr id="50" name="Text Placeholder 47">
            <a:extLst>
              <a:ext uri="{FF2B5EF4-FFF2-40B4-BE49-F238E27FC236}">
                <a16:creationId xmlns:a16="http://schemas.microsoft.com/office/drawing/2014/main" id="{675E6B5A-F920-FAA3-E91E-BD3637622D57}"/>
              </a:ext>
            </a:extLst>
          </p:cNvPr>
          <p:cNvSpPr>
            <a:spLocks noGrp="1"/>
          </p:cNvSpPr>
          <p:nvPr>
            <p:ph type="body" sz="quarter" idx="27" hasCustomPrompt="1"/>
          </p:nvPr>
        </p:nvSpPr>
        <p:spPr>
          <a:xfrm>
            <a:off x="7010400" y="4548355"/>
            <a:ext cx="3277205" cy="402336"/>
          </a:xfrm>
        </p:spPr>
        <p:txBody>
          <a:bodyPr anchor="ctr"/>
          <a:lstStyle>
            <a:lvl1pPr marL="0" indent="0" algn="ctr">
              <a:lnSpc>
                <a:spcPct val="100000"/>
              </a:lnSpc>
              <a:buNone/>
              <a:defRPr sz="2000" b="0" i="0">
                <a:solidFill>
                  <a:schemeClr val="bg1"/>
                </a:solidFill>
                <a:latin typeface="Franklin Gothic Medium" panose="020B0603020102020204" pitchFamily="34" charset="0"/>
              </a:defRPr>
            </a:lvl1pPr>
            <a:lvl2pPr marL="239712" indent="0">
              <a:buNone/>
              <a:defRPr sz="1200"/>
            </a:lvl2pPr>
          </a:lstStyle>
          <a:p>
            <a:pPr lvl="0"/>
            <a:r>
              <a:rPr lang="en-US"/>
              <a:t>Title Here</a:t>
            </a:r>
          </a:p>
        </p:txBody>
      </p:sp>
      <p:sp>
        <p:nvSpPr>
          <p:cNvPr id="52" name="Text Placeholder 47">
            <a:extLst>
              <a:ext uri="{FF2B5EF4-FFF2-40B4-BE49-F238E27FC236}">
                <a16:creationId xmlns:a16="http://schemas.microsoft.com/office/drawing/2014/main" id="{92CB389A-C748-698A-D67E-5783F4DF8AC9}"/>
              </a:ext>
            </a:extLst>
          </p:cNvPr>
          <p:cNvSpPr>
            <a:spLocks noGrp="1"/>
          </p:cNvSpPr>
          <p:nvPr>
            <p:ph type="body" sz="quarter" idx="28" hasCustomPrompt="1"/>
          </p:nvPr>
        </p:nvSpPr>
        <p:spPr>
          <a:xfrm>
            <a:off x="6906682" y="3581400"/>
            <a:ext cx="1528840" cy="402336"/>
          </a:xfrm>
        </p:spPr>
        <p:txBody>
          <a:bodyPr anchor="ctr"/>
          <a:lstStyle>
            <a:lvl1pPr marL="0" indent="0" algn="ctr">
              <a:lnSpc>
                <a:spcPct val="100000"/>
              </a:lnSpc>
              <a:buNone/>
              <a:defRPr sz="20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Tree>
    <p:extLst>
      <p:ext uri="{BB962C8B-B14F-4D97-AF65-F5344CB8AC3E}">
        <p14:creationId xmlns:p14="http://schemas.microsoft.com/office/powerpoint/2010/main" val="3911573520"/>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3_Title_Content_White">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3419475"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026D8BD6-9828-7A47-883D-E86FAC90F0F6}"/>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EF8D6C47-4F24-294F-AD4E-49AE68CE9D0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5ED918B2-DF70-E64E-BC9E-7B9A74283A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E0EC8DBC-201D-B44A-8F91-EFA72C61D247}"/>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FFB5CA89-8729-3D4A-B8E9-12B9E4D915E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39915B2B-2D62-0A48-B633-5C7346FB029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9" name="Subtitle 2">
            <a:extLst>
              <a:ext uri="{FF2B5EF4-FFF2-40B4-BE49-F238E27FC236}">
                <a16:creationId xmlns:a16="http://schemas.microsoft.com/office/drawing/2014/main" id="{BDB3D6A1-5F7E-6C84-BBC1-9194E3389BC9}"/>
              </a:ext>
            </a:extLst>
          </p:cNvPr>
          <p:cNvSpPr>
            <a:spLocks noGrp="1"/>
          </p:cNvSpPr>
          <p:nvPr>
            <p:ph type="subTitle" idx="1" hasCustomPrompt="1"/>
          </p:nvPr>
        </p:nvSpPr>
        <p:spPr>
          <a:xfrm>
            <a:off x="454025" y="1155700"/>
            <a:ext cx="341741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32" name="Content Placeholder 2">
            <a:extLst>
              <a:ext uri="{FF2B5EF4-FFF2-40B4-BE49-F238E27FC236}">
                <a16:creationId xmlns:a16="http://schemas.microsoft.com/office/drawing/2014/main" id="{58ECA327-9F43-8183-B20F-1EB0D55D23CA}"/>
              </a:ext>
            </a:extLst>
          </p:cNvPr>
          <p:cNvSpPr>
            <a:spLocks noGrp="1"/>
          </p:cNvSpPr>
          <p:nvPr>
            <p:ph sz="quarter" idx="15"/>
          </p:nvPr>
        </p:nvSpPr>
        <p:spPr>
          <a:xfrm>
            <a:off x="454025" y="2011680"/>
            <a:ext cx="3417418"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309BF6F9-E114-6C42-23BD-D7F4A6598B22}"/>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F29D045D-42D1-7753-B600-2A9E8AA8BA80}"/>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1" name="Graphic 62">
            <a:extLst>
              <a:ext uri="{FF2B5EF4-FFF2-40B4-BE49-F238E27FC236}">
                <a16:creationId xmlns:a16="http://schemas.microsoft.com/office/drawing/2014/main" id="{94F594C2-C000-5574-C817-E0626BA4CACF}"/>
              </a:ext>
            </a:extLst>
          </p:cNvPr>
          <p:cNvGrpSpPr/>
          <p:nvPr userDrawn="1"/>
        </p:nvGrpSpPr>
        <p:grpSpPr>
          <a:xfrm>
            <a:off x="11389259" y="459884"/>
            <a:ext cx="352694" cy="349203"/>
            <a:chOff x="10767269" y="208371"/>
            <a:chExt cx="182844" cy="181034"/>
          </a:xfrm>
        </p:grpSpPr>
        <p:sp>
          <p:nvSpPr>
            <p:cNvPr id="22" name="Freeform 21">
              <a:extLst>
                <a:ext uri="{FF2B5EF4-FFF2-40B4-BE49-F238E27FC236}">
                  <a16:creationId xmlns:a16="http://schemas.microsoft.com/office/drawing/2014/main" id="{A58785F5-98C7-BAB9-3545-981669E73711}"/>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19D99A9F-5712-4E65-1A1D-5416686A16C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87BDAE2E-3864-096F-3805-928863884F80}"/>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5" name="Freeform 24">
              <a:extLst>
                <a:ext uri="{FF2B5EF4-FFF2-40B4-BE49-F238E27FC236}">
                  <a16:creationId xmlns:a16="http://schemas.microsoft.com/office/drawing/2014/main" id="{10CBCCD2-BCA5-385E-1754-6FEC600EB45B}"/>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48A0B4BB-A578-D013-193A-45AC80913485}"/>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3" name="Slide Number Placeholder 5">
            <a:extLst>
              <a:ext uri="{FF2B5EF4-FFF2-40B4-BE49-F238E27FC236}">
                <a16:creationId xmlns:a16="http://schemas.microsoft.com/office/drawing/2014/main" id="{ED87E951-EA79-CBCB-C78C-12AA83A579C4}"/>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
        <p:nvSpPr>
          <p:cNvPr id="30" name="Freeform 29">
            <a:extLst>
              <a:ext uri="{FF2B5EF4-FFF2-40B4-BE49-F238E27FC236}">
                <a16:creationId xmlns:a16="http://schemas.microsoft.com/office/drawing/2014/main" id="{8C3E1F4A-516D-1078-96B4-5CB3EA13CCE4}"/>
              </a:ext>
            </a:extLst>
          </p:cNvPr>
          <p:cNvSpPr/>
          <p:nvPr userDrawn="1"/>
        </p:nvSpPr>
        <p:spPr>
          <a:xfrm>
            <a:off x="6698759" y="2438399"/>
            <a:ext cx="1528569" cy="1227534"/>
          </a:xfrm>
          <a:custGeom>
            <a:avLst/>
            <a:gdLst>
              <a:gd name="connsiteX0" fmla="*/ 318894 w 1528569"/>
              <a:gd name="connsiteY0" fmla="*/ 0 h 1227534"/>
              <a:gd name="connsiteX1" fmla="*/ 1477347 w 1528569"/>
              <a:gd name="connsiteY1" fmla="*/ 479847 h 1227534"/>
              <a:gd name="connsiteX2" fmla="*/ 1528569 w 1528569"/>
              <a:gd name="connsiteY2" fmla="*/ 536205 h 1227534"/>
              <a:gd name="connsiteX3" fmla="*/ 1474052 w 1528569"/>
              <a:gd name="connsiteY3" fmla="*/ 596189 h 1227534"/>
              <a:gd name="connsiteX4" fmla="*/ 1173599 w 1528569"/>
              <a:gd name="connsiteY4" fmla="*/ 1151120 h 1227534"/>
              <a:gd name="connsiteX5" fmla="*/ 1153950 w 1528569"/>
              <a:gd name="connsiteY5" fmla="*/ 1227534 h 1227534"/>
              <a:gd name="connsiteX6" fmla="*/ 1104679 w 1528569"/>
              <a:gd name="connsiteY6" fmla="*/ 1214865 h 1227534"/>
              <a:gd name="connsiteX7" fmla="*/ 27214 w 1528569"/>
              <a:gd name="connsiteY7" fmla="*/ 137400 h 1227534"/>
              <a:gd name="connsiteX8" fmla="*/ 0 w 1528569"/>
              <a:gd name="connsiteY8" fmla="*/ 31562 h 1227534"/>
              <a:gd name="connsiteX9" fmla="*/ 151387 w 1528569"/>
              <a:gd name="connsiteY9" fmla="*/ 8458 h 1227534"/>
              <a:gd name="connsiteX10" fmla="*/ 318894 w 1528569"/>
              <a:gd name="connsiteY10" fmla="*/ 0 h 1227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28569" h="1227534">
                <a:moveTo>
                  <a:pt x="318894" y="0"/>
                </a:moveTo>
                <a:cubicBezTo>
                  <a:pt x="771298" y="0"/>
                  <a:pt x="1180873" y="183373"/>
                  <a:pt x="1477347" y="479847"/>
                </a:cubicBezTo>
                <a:lnTo>
                  <a:pt x="1528569" y="536205"/>
                </a:lnTo>
                <a:lnTo>
                  <a:pt x="1474052" y="596189"/>
                </a:lnTo>
                <a:cubicBezTo>
                  <a:pt x="1340502" y="758015"/>
                  <a:pt x="1237423" y="945920"/>
                  <a:pt x="1173599" y="1151120"/>
                </a:cubicBezTo>
                <a:lnTo>
                  <a:pt x="1153950" y="1227534"/>
                </a:lnTo>
                <a:lnTo>
                  <a:pt x="1104679" y="1214865"/>
                </a:lnTo>
                <a:cubicBezTo>
                  <a:pt x="591678" y="1055306"/>
                  <a:pt x="186773" y="650401"/>
                  <a:pt x="27214" y="137400"/>
                </a:cubicBezTo>
                <a:lnTo>
                  <a:pt x="0" y="31562"/>
                </a:lnTo>
                <a:lnTo>
                  <a:pt x="151387" y="8458"/>
                </a:lnTo>
                <a:cubicBezTo>
                  <a:pt x="206462" y="2865"/>
                  <a:pt x="262344" y="0"/>
                  <a:pt x="318894" y="0"/>
                </a:cubicBezTo>
                <a:close/>
              </a:path>
            </a:pathLst>
          </a:custGeom>
          <a:solidFill>
            <a:schemeClr val="bg2">
              <a:lumMod val="90000"/>
            </a:schemeClr>
          </a:solidFill>
          <a:ln w="25400">
            <a:solidFill>
              <a:schemeClr val="lt1">
                <a:hueOff val="0"/>
                <a:satOff val="0"/>
                <a:lumOff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30">
            <a:extLst>
              <a:ext uri="{FF2B5EF4-FFF2-40B4-BE49-F238E27FC236}">
                <a16:creationId xmlns:a16="http://schemas.microsoft.com/office/drawing/2014/main" id="{57D13563-9624-D464-A9BA-11143ADA01B3}"/>
              </a:ext>
            </a:extLst>
          </p:cNvPr>
          <p:cNvSpPr/>
          <p:nvPr userDrawn="1"/>
        </p:nvSpPr>
        <p:spPr>
          <a:xfrm>
            <a:off x="8227328" y="2438399"/>
            <a:ext cx="1647585" cy="1256958"/>
          </a:xfrm>
          <a:custGeom>
            <a:avLst/>
            <a:gdLst>
              <a:gd name="connsiteX0" fmla="*/ 1209675 w 1647585"/>
              <a:gd name="connsiteY0" fmla="*/ 0 h 1256958"/>
              <a:gd name="connsiteX1" fmla="*/ 1539851 w 1647585"/>
              <a:gd name="connsiteY1" fmla="*/ 33284 h 1256958"/>
              <a:gd name="connsiteX2" fmla="*/ 1647585 w 1647585"/>
              <a:gd name="connsiteY2" fmla="*/ 60986 h 1256958"/>
              <a:gd name="connsiteX3" fmla="*/ 1627935 w 1647585"/>
              <a:gd name="connsiteY3" fmla="*/ 137400 h 1256958"/>
              <a:gd name="connsiteX4" fmla="*/ 393465 w 1647585"/>
              <a:gd name="connsiteY4" fmla="*/ 1255236 h 1256958"/>
              <a:gd name="connsiteX5" fmla="*/ 382185 w 1647585"/>
              <a:gd name="connsiteY5" fmla="*/ 1256958 h 1256958"/>
              <a:gd name="connsiteX6" fmla="*/ 354970 w 1647585"/>
              <a:gd name="connsiteY6" fmla="*/ 1151120 h 1256958"/>
              <a:gd name="connsiteX7" fmla="*/ 54517 w 1647585"/>
              <a:gd name="connsiteY7" fmla="*/ 596189 h 1256958"/>
              <a:gd name="connsiteX8" fmla="*/ 0 w 1647585"/>
              <a:gd name="connsiteY8" fmla="*/ 536205 h 1256958"/>
              <a:gd name="connsiteX9" fmla="*/ 51222 w 1647585"/>
              <a:gd name="connsiteY9" fmla="*/ 479847 h 1256958"/>
              <a:gd name="connsiteX10" fmla="*/ 1209675 w 1647585"/>
              <a:gd name="connsiteY10" fmla="*/ 0 h 1256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47585" h="1256958">
                <a:moveTo>
                  <a:pt x="1209675" y="0"/>
                </a:moveTo>
                <a:cubicBezTo>
                  <a:pt x="1322775" y="0"/>
                  <a:pt x="1433201" y="11461"/>
                  <a:pt x="1539851" y="33284"/>
                </a:cubicBezTo>
                <a:lnTo>
                  <a:pt x="1647585" y="60986"/>
                </a:lnTo>
                <a:lnTo>
                  <a:pt x="1627935" y="137400"/>
                </a:lnTo>
                <a:cubicBezTo>
                  <a:pt x="1452421" y="701701"/>
                  <a:pt x="980037" y="1135206"/>
                  <a:pt x="393465" y="1255236"/>
                </a:cubicBezTo>
                <a:lnTo>
                  <a:pt x="382185" y="1256958"/>
                </a:lnTo>
                <a:lnTo>
                  <a:pt x="354970" y="1151120"/>
                </a:lnTo>
                <a:cubicBezTo>
                  <a:pt x="291146" y="945920"/>
                  <a:pt x="188067" y="758015"/>
                  <a:pt x="54517" y="596189"/>
                </a:cubicBezTo>
                <a:lnTo>
                  <a:pt x="0" y="536205"/>
                </a:lnTo>
                <a:lnTo>
                  <a:pt x="51222" y="479847"/>
                </a:lnTo>
                <a:cubicBezTo>
                  <a:pt x="347696" y="183373"/>
                  <a:pt x="757271" y="0"/>
                  <a:pt x="1209675" y="0"/>
                </a:cubicBezTo>
                <a:close/>
              </a:path>
            </a:pathLst>
          </a:custGeom>
          <a:solidFill>
            <a:schemeClr val="bg2">
              <a:lumMod val="90000"/>
            </a:schemeClr>
          </a:solidFill>
          <a:ln w="25400">
            <a:solidFill>
              <a:schemeClr val="lt1">
                <a:hueOff val="0"/>
                <a:satOff val="0"/>
                <a:lumOff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37">
            <a:extLst>
              <a:ext uri="{FF2B5EF4-FFF2-40B4-BE49-F238E27FC236}">
                <a16:creationId xmlns:a16="http://schemas.microsoft.com/office/drawing/2014/main" id="{B3ECFABB-C93C-744B-149E-62C2ECA34C50}"/>
              </a:ext>
            </a:extLst>
          </p:cNvPr>
          <p:cNvSpPr/>
          <p:nvPr userDrawn="1"/>
        </p:nvSpPr>
        <p:spPr>
          <a:xfrm>
            <a:off x="7798702" y="3665934"/>
            <a:ext cx="857250" cy="1512861"/>
          </a:xfrm>
          <a:custGeom>
            <a:avLst/>
            <a:gdLst>
              <a:gd name="connsiteX0" fmla="*/ 54006 w 857250"/>
              <a:gd name="connsiteY0" fmla="*/ 0 h 1512861"/>
              <a:gd name="connsiteX1" fmla="*/ 161740 w 857250"/>
              <a:gd name="connsiteY1" fmla="*/ 27702 h 1512861"/>
              <a:gd name="connsiteX2" fmla="*/ 491915 w 857250"/>
              <a:gd name="connsiteY2" fmla="*/ 60986 h 1512861"/>
              <a:gd name="connsiteX3" fmla="*/ 659422 w 857250"/>
              <a:gd name="connsiteY3" fmla="*/ 52528 h 1512861"/>
              <a:gd name="connsiteX4" fmla="*/ 810810 w 857250"/>
              <a:gd name="connsiteY4" fmla="*/ 29424 h 1512861"/>
              <a:gd name="connsiteX5" fmla="*/ 823966 w 857250"/>
              <a:gd name="connsiteY5" fmla="*/ 80591 h 1512861"/>
              <a:gd name="connsiteX6" fmla="*/ 857250 w 857250"/>
              <a:gd name="connsiteY6" fmla="*/ 410766 h 1512861"/>
              <a:gd name="connsiteX7" fmla="*/ 483142 w 857250"/>
              <a:gd name="connsiteY7" fmla="*/ 1452877 h 1512861"/>
              <a:gd name="connsiteX8" fmla="*/ 428625 w 857250"/>
              <a:gd name="connsiteY8" fmla="*/ 1512861 h 1512861"/>
              <a:gd name="connsiteX9" fmla="*/ 374108 w 857250"/>
              <a:gd name="connsiteY9" fmla="*/ 1452877 h 1512861"/>
              <a:gd name="connsiteX10" fmla="*/ 0 w 857250"/>
              <a:gd name="connsiteY10" fmla="*/ 410766 h 1512861"/>
              <a:gd name="connsiteX11" fmla="*/ 33284 w 857250"/>
              <a:gd name="connsiteY11" fmla="*/ 80591 h 1512861"/>
              <a:gd name="connsiteX12" fmla="*/ 54006 w 857250"/>
              <a:gd name="connsiteY12" fmla="*/ 0 h 1512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57250" h="1512861">
                <a:moveTo>
                  <a:pt x="54006" y="0"/>
                </a:moveTo>
                <a:lnTo>
                  <a:pt x="161740" y="27702"/>
                </a:lnTo>
                <a:cubicBezTo>
                  <a:pt x="268390" y="49525"/>
                  <a:pt x="378814" y="60986"/>
                  <a:pt x="491915" y="60986"/>
                </a:cubicBezTo>
                <a:cubicBezTo>
                  <a:pt x="548466" y="60986"/>
                  <a:pt x="604347" y="58121"/>
                  <a:pt x="659422" y="52528"/>
                </a:cubicBezTo>
                <a:lnTo>
                  <a:pt x="810810" y="29424"/>
                </a:lnTo>
                <a:lnTo>
                  <a:pt x="823966" y="80591"/>
                </a:lnTo>
                <a:cubicBezTo>
                  <a:pt x="845790" y="187241"/>
                  <a:pt x="857250" y="297665"/>
                  <a:pt x="857250" y="410766"/>
                </a:cubicBezTo>
                <a:cubicBezTo>
                  <a:pt x="857250" y="806620"/>
                  <a:pt x="716855" y="1169682"/>
                  <a:pt x="483142" y="1452877"/>
                </a:cubicBezTo>
                <a:lnTo>
                  <a:pt x="428625" y="1512861"/>
                </a:lnTo>
                <a:lnTo>
                  <a:pt x="374108" y="1452877"/>
                </a:lnTo>
                <a:cubicBezTo>
                  <a:pt x="140395" y="1169682"/>
                  <a:pt x="0" y="806620"/>
                  <a:pt x="0" y="410766"/>
                </a:cubicBezTo>
                <a:cubicBezTo>
                  <a:pt x="0" y="297665"/>
                  <a:pt x="11461" y="187241"/>
                  <a:pt x="33284" y="80591"/>
                </a:cubicBezTo>
                <a:lnTo>
                  <a:pt x="54006" y="0"/>
                </a:lnTo>
                <a:close/>
              </a:path>
            </a:pathLst>
          </a:custGeom>
          <a:solidFill>
            <a:schemeClr val="bg2">
              <a:lumMod val="90000"/>
            </a:schemeClr>
          </a:solidFill>
          <a:ln w="25400">
            <a:solidFill>
              <a:schemeClr val="lt1">
                <a:hueOff val="0"/>
                <a:satOff val="0"/>
                <a:lumOff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38">
            <a:extLst>
              <a:ext uri="{FF2B5EF4-FFF2-40B4-BE49-F238E27FC236}">
                <a16:creationId xmlns:a16="http://schemas.microsoft.com/office/drawing/2014/main" id="{B5C2218A-A551-6B14-C6A0-88F0B8A680C2}"/>
              </a:ext>
            </a:extLst>
          </p:cNvPr>
          <p:cNvSpPr/>
          <p:nvPr userDrawn="1"/>
        </p:nvSpPr>
        <p:spPr>
          <a:xfrm>
            <a:off x="6652317" y="450320"/>
            <a:ext cx="3276601" cy="2524285"/>
          </a:xfrm>
          <a:custGeom>
            <a:avLst/>
            <a:gdLst>
              <a:gd name="connsiteX0" fmla="*/ 1638300 w 3276601"/>
              <a:gd name="connsiteY0" fmla="*/ 0 h 2524285"/>
              <a:gd name="connsiteX1" fmla="*/ 3276601 w 3276601"/>
              <a:gd name="connsiteY1" fmla="*/ 1638300 h 2524285"/>
              <a:gd name="connsiteX2" fmla="*/ 3243317 w 3276601"/>
              <a:gd name="connsiteY2" fmla="*/ 1968475 h 2524285"/>
              <a:gd name="connsiteX3" fmla="*/ 3222595 w 3276601"/>
              <a:gd name="connsiteY3" fmla="*/ 2049066 h 2524285"/>
              <a:gd name="connsiteX4" fmla="*/ 3114861 w 3276601"/>
              <a:gd name="connsiteY4" fmla="*/ 2021364 h 2524285"/>
              <a:gd name="connsiteX5" fmla="*/ 2784685 w 3276601"/>
              <a:gd name="connsiteY5" fmla="*/ 1988080 h 2524285"/>
              <a:gd name="connsiteX6" fmla="*/ 1626232 w 3276601"/>
              <a:gd name="connsiteY6" fmla="*/ 2467927 h 2524285"/>
              <a:gd name="connsiteX7" fmla="*/ 1575010 w 3276601"/>
              <a:gd name="connsiteY7" fmla="*/ 2524285 h 2524285"/>
              <a:gd name="connsiteX8" fmla="*/ 1523788 w 3276601"/>
              <a:gd name="connsiteY8" fmla="*/ 2467927 h 2524285"/>
              <a:gd name="connsiteX9" fmla="*/ 365335 w 3276601"/>
              <a:gd name="connsiteY9" fmla="*/ 1988080 h 2524285"/>
              <a:gd name="connsiteX10" fmla="*/ 197828 w 3276601"/>
              <a:gd name="connsiteY10" fmla="*/ 1996538 h 2524285"/>
              <a:gd name="connsiteX11" fmla="*/ 46441 w 3276601"/>
              <a:gd name="connsiteY11" fmla="*/ 2019642 h 2524285"/>
              <a:gd name="connsiteX12" fmla="*/ 33284 w 3276601"/>
              <a:gd name="connsiteY12" fmla="*/ 1968475 h 2524285"/>
              <a:gd name="connsiteX13" fmla="*/ 0 w 3276601"/>
              <a:gd name="connsiteY13" fmla="*/ 1638300 h 2524285"/>
              <a:gd name="connsiteX14" fmla="*/ 1638300 w 3276601"/>
              <a:gd name="connsiteY14" fmla="*/ 0 h 2524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276601" h="2524285">
                <a:moveTo>
                  <a:pt x="1638300" y="0"/>
                </a:moveTo>
                <a:cubicBezTo>
                  <a:pt x="2543109" y="0"/>
                  <a:pt x="3276601" y="733492"/>
                  <a:pt x="3276601" y="1638300"/>
                </a:cubicBezTo>
                <a:cubicBezTo>
                  <a:pt x="3276601" y="1751401"/>
                  <a:pt x="3265141" y="1861825"/>
                  <a:pt x="3243317" y="1968475"/>
                </a:cubicBezTo>
                <a:lnTo>
                  <a:pt x="3222595" y="2049066"/>
                </a:lnTo>
                <a:lnTo>
                  <a:pt x="3114861" y="2021364"/>
                </a:lnTo>
                <a:cubicBezTo>
                  <a:pt x="3008211" y="1999541"/>
                  <a:pt x="2897785" y="1988080"/>
                  <a:pt x="2784685" y="1988080"/>
                </a:cubicBezTo>
                <a:cubicBezTo>
                  <a:pt x="2332281" y="1988080"/>
                  <a:pt x="1922706" y="2171453"/>
                  <a:pt x="1626232" y="2467927"/>
                </a:cubicBezTo>
                <a:lnTo>
                  <a:pt x="1575010" y="2524285"/>
                </a:lnTo>
                <a:lnTo>
                  <a:pt x="1523788" y="2467927"/>
                </a:lnTo>
                <a:cubicBezTo>
                  <a:pt x="1227314" y="2171453"/>
                  <a:pt x="817739" y="1988080"/>
                  <a:pt x="365335" y="1988080"/>
                </a:cubicBezTo>
                <a:cubicBezTo>
                  <a:pt x="308785" y="1988080"/>
                  <a:pt x="252903" y="1990945"/>
                  <a:pt x="197828" y="1996538"/>
                </a:cubicBezTo>
                <a:lnTo>
                  <a:pt x="46441" y="2019642"/>
                </a:lnTo>
                <a:lnTo>
                  <a:pt x="33284" y="1968475"/>
                </a:lnTo>
                <a:cubicBezTo>
                  <a:pt x="11461" y="1861825"/>
                  <a:pt x="0" y="1751401"/>
                  <a:pt x="0" y="1638300"/>
                </a:cubicBezTo>
                <a:cubicBezTo>
                  <a:pt x="0" y="733492"/>
                  <a:pt x="733492" y="0"/>
                  <a:pt x="1638300" y="0"/>
                </a:cubicBezTo>
                <a:close/>
              </a:path>
            </a:pathLst>
          </a:custGeom>
          <a:solidFill>
            <a:schemeClr val="accent2"/>
          </a:solidFill>
          <a:ln w="25400">
            <a:solidFill>
              <a:schemeClr val="lt1">
                <a:hueOff val="0"/>
                <a:satOff val="0"/>
                <a:lumOff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39">
            <a:extLst>
              <a:ext uri="{FF2B5EF4-FFF2-40B4-BE49-F238E27FC236}">
                <a16:creationId xmlns:a16="http://schemas.microsoft.com/office/drawing/2014/main" id="{713E3268-8E9F-0320-52E8-8A624023884A}"/>
              </a:ext>
            </a:extLst>
          </p:cNvPr>
          <p:cNvSpPr/>
          <p:nvPr userDrawn="1"/>
        </p:nvSpPr>
        <p:spPr>
          <a:xfrm>
            <a:off x="5379353" y="2469961"/>
            <a:ext cx="2847975" cy="3245038"/>
          </a:xfrm>
          <a:custGeom>
            <a:avLst/>
            <a:gdLst>
              <a:gd name="connsiteX0" fmla="*/ 1319406 w 2847975"/>
              <a:gd name="connsiteY0" fmla="*/ 0 h 3245038"/>
              <a:gd name="connsiteX1" fmla="*/ 1346620 w 2847975"/>
              <a:gd name="connsiteY1" fmla="*/ 105838 h 3245038"/>
              <a:gd name="connsiteX2" fmla="*/ 2424085 w 2847975"/>
              <a:gd name="connsiteY2" fmla="*/ 1183303 h 3245038"/>
              <a:gd name="connsiteX3" fmla="*/ 2473356 w 2847975"/>
              <a:gd name="connsiteY3" fmla="*/ 1195972 h 3245038"/>
              <a:gd name="connsiteX4" fmla="*/ 2452634 w 2847975"/>
              <a:gd name="connsiteY4" fmla="*/ 1276563 h 3245038"/>
              <a:gd name="connsiteX5" fmla="*/ 2419350 w 2847975"/>
              <a:gd name="connsiteY5" fmla="*/ 1606738 h 3245038"/>
              <a:gd name="connsiteX6" fmla="*/ 2793458 w 2847975"/>
              <a:gd name="connsiteY6" fmla="*/ 2648849 h 3245038"/>
              <a:gd name="connsiteX7" fmla="*/ 2847975 w 2847975"/>
              <a:gd name="connsiteY7" fmla="*/ 2708833 h 3245038"/>
              <a:gd name="connsiteX8" fmla="*/ 2796753 w 2847975"/>
              <a:gd name="connsiteY8" fmla="*/ 2765191 h 3245038"/>
              <a:gd name="connsiteX9" fmla="*/ 1638300 w 2847975"/>
              <a:gd name="connsiteY9" fmla="*/ 3245038 h 3245038"/>
              <a:gd name="connsiteX10" fmla="*/ 0 w 2847975"/>
              <a:gd name="connsiteY10" fmla="*/ 1606738 h 3245038"/>
              <a:gd name="connsiteX11" fmla="*/ 1308125 w 2847975"/>
              <a:gd name="connsiteY11" fmla="*/ 1722 h 3245038"/>
              <a:gd name="connsiteX12" fmla="*/ 1319406 w 2847975"/>
              <a:gd name="connsiteY12" fmla="*/ 0 h 3245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47975" h="3245038">
                <a:moveTo>
                  <a:pt x="1319406" y="0"/>
                </a:moveTo>
                <a:lnTo>
                  <a:pt x="1346620" y="105838"/>
                </a:lnTo>
                <a:cubicBezTo>
                  <a:pt x="1506179" y="618839"/>
                  <a:pt x="1911084" y="1023744"/>
                  <a:pt x="2424085" y="1183303"/>
                </a:cubicBezTo>
                <a:lnTo>
                  <a:pt x="2473356" y="1195972"/>
                </a:lnTo>
                <a:lnTo>
                  <a:pt x="2452634" y="1276563"/>
                </a:lnTo>
                <a:cubicBezTo>
                  <a:pt x="2430811" y="1383213"/>
                  <a:pt x="2419350" y="1493637"/>
                  <a:pt x="2419350" y="1606738"/>
                </a:cubicBezTo>
                <a:cubicBezTo>
                  <a:pt x="2419350" y="2002592"/>
                  <a:pt x="2559745" y="2365654"/>
                  <a:pt x="2793458" y="2648849"/>
                </a:cubicBezTo>
                <a:lnTo>
                  <a:pt x="2847975" y="2708833"/>
                </a:lnTo>
                <a:lnTo>
                  <a:pt x="2796753" y="2765191"/>
                </a:lnTo>
                <a:cubicBezTo>
                  <a:pt x="2500279" y="3061665"/>
                  <a:pt x="2090704" y="3245038"/>
                  <a:pt x="1638300" y="3245038"/>
                </a:cubicBezTo>
                <a:cubicBezTo>
                  <a:pt x="733492" y="3245038"/>
                  <a:pt x="0" y="2511546"/>
                  <a:pt x="0" y="1606738"/>
                </a:cubicBezTo>
                <a:cubicBezTo>
                  <a:pt x="0" y="815031"/>
                  <a:pt x="561580" y="154488"/>
                  <a:pt x="1308125" y="1722"/>
                </a:cubicBezTo>
                <a:lnTo>
                  <a:pt x="1319406" y="0"/>
                </a:lnTo>
                <a:close/>
              </a:path>
            </a:pathLst>
          </a:custGeom>
          <a:solidFill>
            <a:schemeClr val="accent3">
              <a:lumMod val="90000"/>
            </a:schemeClr>
          </a:solidFill>
          <a:ln w="25400">
            <a:solidFill>
              <a:schemeClr val="lt1">
                <a:hueOff val="0"/>
                <a:satOff val="0"/>
                <a:lumOff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40">
            <a:extLst>
              <a:ext uri="{FF2B5EF4-FFF2-40B4-BE49-F238E27FC236}">
                <a16:creationId xmlns:a16="http://schemas.microsoft.com/office/drawing/2014/main" id="{8B407A45-E3E4-69EA-D13D-AC9E2614FFC9}"/>
              </a:ext>
            </a:extLst>
          </p:cNvPr>
          <p:cNvSpPr/>
          <p:nvPr userDrawn="1"/>
        </p:nvSpPr>
        <p:spPr>
          <a:xfrm>
            <a:off x="8227328" y="2499385"/>
            <a:ext cx="2847975" cy="3215614"/>
          </a:xfrm>
          <a:custGeom>
            <a:avLst/>
            <a:gdLst>
              <a:gd name="connsiteX0" fmla="*/ 1647585 w 2847975"/>
              <a:gd name="connsiteY0" fmla="*/ 0 h 3215614"/>
              <a:gd name="connsiteX1" fmla="*/ 1696855 w 2847975"/>
              <a:gd name="connsiteY1" fmla="*/ 12669 h 3215614"/>
              <a:gd name="connsiteX2" fmla="*/ 2847975 w 2847975"/>
              <a:gd name="connsiteY2" fmla="*/ 1577314 h 3215614"/>
              <a:gd name="connsiteX3" fmla="*/ 1209675 w 2847975"/>
              <a:gd name="connsiteY3" fmla="*/ 3215614 h 3215614"/>
              <a:gd name="connsiteX4" fmla="*/ 51222 w 2847975"/>
              <a:gd name="connsiteY4" fmla="*/ 2735767 h 3215614"/>
              <a:gd name="connsiteX5" fmla="*/ 0 w 2847975"/>
              <a:gd name="connsiteY5" fmla="*/ 2679409 h 3215614"/>
              <a:gd name="connsiteX6" fmla="*/ 54517 w 2847975"/>
              <a:gd name="connsiteY6" fmla="*/ 2619425 h 3215614"/>
              <a:gd name="connsiteX7" fmla="*/ 428625 w 2847975"/>
              <a:gd name="connsiteY7" fmla="*/ 1577314 h 3215614"/>
              <a:gd name="connsiteX8" fmla="*/ 395341 w 2847975"/>
              <a:gd name="connsiteY8" fmla="*/ 1247139 h 3215614"/>
              <a:gd name="connsiteX9" fmla="*/ 382185 w 2847975"/>
              <a:gd name="connsiteY9" fmla="*/ 1195972 h 3215614"/>
              <a:gd name="connsiteX10" fmla="*/ 393465 w 2847975"/>
              <a:gd name="connsiteY10" fmla="*/ 1194250 h 3215614"/>
              <a:gd name="connsiteX11" fmla="*/ 1627935 w 2847975"/>
              <a:gd name="connsiteY11" fmla="*/ 76414 h 3215614"/>
              <a:gd name="connsiteX12" fmla="*/ 1647585 w 2847975"/>
              <a:gd name="connsiteY12" fmla="*/ 0 h 3215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47975" h="3215614">
                <a:moveTo>
                  <a:pt x="1647585" y="0"/>
                </a:moveTo>
                <a:lnTo>
                  <a:pt x="1696855" y="12669"/>
                </a:lnTo>
                <a:cubicBezTo>
                  <a:pt x="2363755" y="220096"/>
                  <a:pt x="2847975" y="842158"/>
                  <a:pt x="2847975" y="1577314"/>
                </a:cubicBezTo>
                <a:cubicBezTo>
                  <a:pt x="2847975" y="2482122"/>
                  <a:pt x="2114483" y="3215614"/>
                  <a:pt x="1209675" y="3215614"/>
                </a:cubicBezTo>
                <a:cubicBezTo>
                  <a:pt x="757271" y="3215614"/>
                  <a:pt x="347696" y="3032241"/>
                  <a:pt x="51222" y="2735767"/>
                </a:cubicBezTo>
                <a:lnTo>
                  <a:pt x="0" y="2679409"/>
                </a:lnTo>
                <a:lnTo>
                  <a:pt x="54517" y="2619425"/>
                </a:lnTo>
                <a:cubicBezTo>
                  <a:pt x="288230" y="2336230"/>
                  <a:pt x="428625" y="1973168"/>
                  <a:pt x="428625" y="1577314"/>
                </a:cubicBezTo>
                <a:cubicBezTo>
                  <a:pt x="428625" y="1464213"/>
                  <a:pt x="417165" y="1353789"/>
                  <a:pt x="395341" y="1247139"/>
                </a:cubicBezTo>
                <a:lnTo>
                  <a:pt x="382185" y="1195972"/>
                </a:lnTo>
                <a:lnTo>
                  <a:pt x="393465" y="1194250"/>
                </a:lnTo>
                <a:cubicBezTo>
                  <a:pt x="980037" y="1074220"/>
                  <a:pt x="1452421" y="640715"/>
                  <a:pt x="1627935" y="76414"/>
                </a:cubicBezTo>
                <a:lnTo>
                  <a:pt x="1647585" y="0"/>
                </a:lnTo>
                <a:close/>
              </a:path>
            </a:pathLst>
          </a:custGeom>
          <a:ln w="25400">
            <a:solidFill>
              <a:schemeClr val="lt1">
                <a:hueOff val="0"/>
                <a:satOff val="0"/>
                <a:lumOff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 Placeholder 47">
            <a:extLst>
              <a:ext uri="{FF2B5EF4-FFF2-40B4-BE49-F238E27FC236}">
                <a16:creationId xmlns:a16="http://schemas.microsoft.com/office/drawing/2014/main" id="{713F92B5-FD8D-75FF-D4B4-E471D9EA1A64}"/>
              </a:ext>
            </a:extLst>
          </p:cNvPr>
          <p:cNvSpPr>
            <a:spLocks noGrp="1"/>
          </p:cNvSpPr>
          <p:nvPr>
            <p:ph type="body" sz="quarter" idx="22" hasCustomPrompt="1"/>
          </p:nvPr>
        </p:nvSpPr>
        <p:spPr>
          <a:xfrm>
            <a:off x="6936400" y="1512248"/>
            <a:ext cx="2708434" cy="521208"/>
          </a:xfrm>
        </p:spPr>
        <p:txBody>
          <a:bodyPr/>
          <a:lstStyle>
            <a:lvl1pPr marL="0" indent="0" algn="ctr">
              <a:lnSpc>
                <a:spcPct val="100000"/>
              </a:lnSpc>
              <a:buFont typeface="Wingdings" pitchFamily="2" charset="2"/>
              <a:buNone/>
              <a:defRPr sz="1400">
                <a:solidFill>
                  <a:schemeClr val="bg1"/>
                </a:solidFill>
              </a:defRPr>
            </a:lvl1pPr>
            <a:lvl2pPr marL="239712" indent="0">
              <a:buNone/>
              <a:defRPr sz="1200"/>
            </a:lvl2pPr>
          </a:lstStyle>
          <a:p>
            <a:pPr lvl="0"/>
            <a:r>
              <a:rPr lang="en-US"/>
              <a:t>Lorem ipsum dolor sit amet, consectetur </a:t>
            </a:r>
            <a:r>
              <a:rPr lang="en-US" err="1"/>
              <a:t>adipiscing</a:t>
            </a:r>
            <a:r>
              <a:rPr lang="en-US"/>
              <a:t> </a:t>
            </a:r>
            <a:r>
              <a:rPr lang="en-US" err="1"/>
              <a:t>elit</a:t>
            </a:r>
            <a:r>
              <a:rPr lang="en-US"/>
              <a:t>. </a:t>
            </a:r>
          </a:p>
          <a:p>
            <a:pPr lvl="0"/>
            <a:endParaRPr lang="en-US"/>
          </a:p>
        </p:txBody>
      </p:sp>
      <p:sp>
        <p:nvSpPr>
          <p:cNvPr id="59" name="Text Placeholder 47">
            <a:extLst>
              <a:ext uri="{FF2B5EF4-FFF2-40B4-BE49-F238E27FC236}">
                <a16:creationId xmlns:a16="http://schemas.microsoft.com/office/drawing/2014/main" id="{ACAA78DC-49AA-C4D7-8177-F085ECF7EDE6}"/>
              </a:ext>
            </a:extLst>
          </p:cNvPr>
          <p:cNvSpPr>
            <a:spLocks noGrp="1"/>
          </p:cNvSpPr>
          <p:nvPr>
            <p:ph type="body" sz="quarter" idx="25" hasCustomPrompt="1"/>
          </p:nvPr>
        </p:nvSpPr>
        <p:spPr>
          <a:xfrm>
            <a:off x="7059511" y="1106655"/>
            <a:ext cx="2462213" cy="402336"/>
          </a:xfrm>
        </p:spPr>
        <p:txBody>
          <a:bodyPr anchor="ctr"/>
          <a:lstStyle>
            <a:lvl1pPr marL="0" indent="0" algn="ctr">
              <a:lnSpc>
                <a:spcPct val="100000"/>
              </a:lnSpc>
              <a:buNone/>
              <a:defRPr sz="2000" b="0" i="0">
                <a:solidFill>
                  <a:schemeClr val="bg1"/>
                </a:solidFill>
                <a:latin typeface="Franklin Gothic Medium" panose="020B0603020102020204" pitchFamily="34" charset="0"/>
              </a:defRPr>
            </a:lvl1pPr>
            <a:lvl2pPr marL="239712" indent="0">
              <a:buNone/>
              <a:defRPr sz="1200"/>
            </a:lvl2pPr>
          </a:lstStyle>
          <a:p>
            <a:pPr lvl="0"/>
            <a:r>
              <a:rPr lang="en-US"/>
              <a:t>Title Here</a:t>
            </a:r>
          </a:p>
        </p:txBody>
      </p:sp>
      <p:sp>
        <p:nvSpPr>
          <p:cNvPr id="60" name="Text Placeholder 47">
            <a:extLst>
              <a:ext uri="{FF2B5EF4-FFF2-40B4-BE49-F238E27FC236}">
                <a16:creationId xmlns:a16="http://schemas.microsoft.com/office/drawing/2014/main" id="{435CA44F-B5CA-7611-5B6F-DBBBB55C7B7A}"/>
              </a:ext>
            </a:extLst>
          </p:cNvPr>
          <p:cNvSpPr>
            <a:spLocks noGrp="1"/>
          </p:cNvSpPr>
          <p:nvPr>
            <p:ph type="body" sz="quarter" idx="26" hasCustomPrompt="1"/>
          </p:nvPr>
        </p:nvSpPr>
        <p:spPr>
          <a:xfrm>
            <a:off x="8736315" y="4037793"/>
            <a:ext cx="2238375" cy="521208"/>
          </a:xfrm>
        </p:spPr>
        <p:txBody>
          <a:bodyPr/>
          <a:lstStyle>
            <a:lvl1pPr marL="0" indent="0" algn="ctr">
              <a:lnSpc>
                <a:spcPct val="100000"/>
              </a:lnSpc>
              <a:buFont typeface="Wingdings" pitchFamily="2" charset="2"/>
              <a:buNone/>
              <a:defRPr sz="1400">
                <a:solidFill>
                  <a:schemeClr val="bg1"/>
                </a:solidFill>
              </a:defRPr>
            </a:lvl1pPr>
            <a:lvl2pPr marL="239712" indent="0">
              <a:buNone/>
              <a:defRPr sz="1200"/>
            </a:lvl2pPr>
          </a:lstStyle>
          <a:p>
            <a:pPr lvl="0"/>
            <a:r>
              <a:rPr lang="en-US"/>
              <a:t>Lorem ipsum dolor sit amet, consectetur </a:t>
            </a:r>
            <a:r>
              <a:rPr lang="en-US" err="1"/>
              <a:t>adipiscing</a:t>
            </a:r>
            <a:r>
              <a:rPr lang="en-US"/>
              <a:t> </a:t>
            </a:r>
            <a:r>
              <a:rPr lang="en-US" err="1"/>
              <a:t>elit</a:t>
            </a:r>
            <a:r>
              <a:rPr lang="en-US"/>
              <a:t>. </a:t>
            </a:r>
          </a:p>
          <a:p>
            <a:pPr lvl="0"/>
            <a:endParaRPr lang="en-US"/>
          </a:p>
        </p:txBody>
      </p:sp>
      <p:sp>
        <p:nvSpPr>
          <p:cNvPr id="61" name="Text Placeholder 47">
            <a:extLst>
              <a:ext uri="{FF2B5EF4-FFF2-40B4-BE49-F238E27FC236}">
                <a16:creationId xmlns:a16="http://schemas.microsoft.com/office/drawing/2014/main" id="{FFDCA82E-D07E-1E88-F15C-4B731F6C5026}"/>
              </a:ext>
            </a:extLst>
          </p:cNvPr>
          <p:cNvSpPr>
            <a:spLocks noGrp="1"/>
          </p:cNvSpPr>
          <p:nvPr>
            <p:ph type="body" sz="quarter" idx="27" hasCustomPrompt="1"/>
          </p:nvPr>
        </p:nvSpPr>
        <p:spPr>
          <a:xfrm>
            <a:off x="8736315" y="3619500"/>
            <a:ext cx="2238375" cy="402336"/>
          </a:xfrm>
        </p:spPr>
        <p:txBody>
          <a:bodyPr anchor="ctr"/>
          <a:lstStyle>
            <a:lvl1pPr marL="0" indent="0" algn="ctr">
              <a:lnSpc>
                <a:spcPct val="100000"/>
              </a:lnSpc>
              <a:buNone/>
              <a:defRPr sz="2000" b="0" i="0">
                <a:solidFill>
                  <a:schemeClr val="bg1"/>
                </a:solidFill>
                <a:latin typeface="Franklin Gothic Medium" panose="020B0603020102020204" pitchFamily="34" charset="0"/>
              </a:defRPr>
            </a:lvl1pPr>
            <a:lvl2pPr marL="239712" indent="0">
              <a:buNone/>
              <a:defRPr sz="1200"/>
            </a:lvl2pPr>
          </a:lstStyle>
          <a:p>
            <a:pPr lvl="0"/>
            <a:r>
              <a:rPr lang="en-US"/>
              <a:t>Title Here</a:t>
            </a:r>
          </a:p>
        </p:txBody>
      </p:sp>
      <p:sp>
        <p:nvSpPr>
          <p:cNvPr id="62" name="Text Placeholder 47">
            <a:extLst>
              <a:ext uri="{FF2B5EF4-FFF2-40B4-BE49-F238E27FC236}">
                <a16:creationId xmlns:a16="http://schemas.microsoft.com/office/drawing/2014/main" id="{766E200D-74A1-30F5-A6E0-CC7DE6D2FD9C}"/>
              </a:ext>
            </a:extLst>
          </p:cNvPr>
          <p:cNvSpPr>
            <a:spLocks noGrp="1"/>
          </p:cNvSpPr>
          <p:nvPr>
            <p:ph type="body" sz="quarter" idx="28" hasCustomPrompt="1"/>
          </p:nvPr>
        </p:nvSpPr>
        <p:spPr>
          <a:xfrm>
            <a:off x="5492830" y="4037793"/>
            <a:ext cx="2238375" cy="521208"/>
          </a:xfrm>
        </p:spPr>
        <p:txBody>
          <a:bodyPr/>
          <a:lstStyle>
            <a:lvl1pPr marL="0" indent="0" algn="ctr">
              <a:lnSpc>
                <a:spcPct val="100000"/>
              </a:lnSpc>
              <a:buFont typeface="Wingdings" pitchFamily="2" charset="2"/>
              <a:buNone/>
              <a:defRPr sz="1400">
                <a:solidFill>
                  <a:schemeClr val="bg1"/>
                </a:solidFill>
              </a:defRPr>
            </a:lvl1pPr>
            <a:lvl2pPr marL="239712" indent="0">
              <a:buNone/>
              <a:defRPr sz="1200"/>
            </a:lvl2pPr>
          </a:lstStyle>
          <a:p>
            <a:pPr lvl="0"/>
            <a:r>
              <a:rPr lang="en-US"/>
              <a:t>Lorem ipsum dolor sit amet, consectetur </a:t>
            </a:r>
            <a:r>
              <a:rPr lang="en-US" err="1"/>
              <a:t>adipiscing</a:t>
            </a:r>
            <a:r>
              <a:rPr lang="en-US"/>
              <a:t> </a:t>
            </a:r>
            <a:r>
              <a:rPr lang="en-US" err="1"/>
              <a:t>elit</a:t>
            </a:r>
            <a:r>
              <a:rPr lang="en-US"/>
              <a:t>. </a:t>
            </a:r>
          </a:p>
          <a:p>
            <a:pPr lvl="0"/>
            <a:endParaRPr lang="en-US"/>
          </a:p>
        </p:txBody>
      </p:sp>
      <p:sp>
        <p:nvSpPr>
          <p:cNvPr id="63" name="Text Placeholder 47">
            <a:extLst>
              <a:ext uri="{FF2B5EF4-FFF2-40B4-BE49-F238E27FC236}">
                <a16:creationId xmlns:a16="http://schemas.microsoft.com/office/drawing/2014/main" id="{0BC87E53-3CC3-A06E-0B6D-8193C6B1E0E0}"/>
              </a:ext>
            </a:extLst>
          </p:cNvPr>
          <p:cNvSpPr>
            <a:spLocks noGrp="1"/>
          </p:cNvSpPr>
          <p:nvPr>
            <p:ph type="body" sz="quarter" idx="29" hasCustomPrompt="1"/>
          </p:nvPr>
        </p:nvSpPr>
        <p:spPr>
          <a:xfrm>
            <a:off x="5492830" y="3619500"/>
            <a:ext cx="2238375" cy="402336"/>
          </a:xfrm>
        </p:spPr>
        <p:txBody>
          <a:bodyPr anchor="ctr"/>
          <a:lstStyle>
            <a:lvl1pPr marL="0" indent="0" algn="ctr">
              <a:lnSpc>
                <a:spcPct val="100000"/>
              </a:lnSpc>
              <a:buNone/>
              <a:defRPr sz="2000" b="0" i="0">
                <a:solidFill>
                  <a:schemeClr val="bg1"/>
                </a:solidFill>
                <a:latin typeface="Franklin Gothic Medium" panose="020B0603020102020204" pitchFamily="34" charset="0"/>
              </a:defRPr>
            </a:lvl1pPr>
            <a:lvl2pPr marL="239712" indent="0">
              <a:buNone/>
              <a:defRPr sz="1200"/>
            </a:lvl2pPr>
          </a:lstStyle>
          <a:p>
            <a:pPr lvl="0"/>
            <a:r>
              <a:rPr lang="en-US"/>
              <a:t>Title Here</a:t>
            </a:r>
          </a:p>
        </p:txBody>
      </p:sp>
    </p:spTree>
    <p:extLst>
      <p:ext uri="{BB962C8B-B14F-4D97-AF65-F5344CB8AC3E}">
        <p14:creationId xmlns:p14="http://schemas.microsoft.com/office/powerpoint/2010/main" val="4167897742"/>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Copy + Table">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4306824"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026D8BD6-9828-7A47-883D-E86FAC90F0F6}"/>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EF8D6C47-4F24-294F-AD4E-49AE68CE9D0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5ED918B2-DF70-E64E-BC9E-7B9A74283A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E0EC8DBC-201D-B44A-8F91-EFA72C61D247}"/>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FFB5CA89-8729-3D4A-B8E9-12B9E4D915E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39915B2B-2D62-0A48-B633-5C7346FB029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9" name="Subtitle 2">
            <a:extLst>
              <a:ext uri="{FF2B5EF4-FFF2-40B4-BE49-F238E27FC236}">
                <a16:creationId xmlns:a16="http://schemas.microsoft.com/office/drawing/2014/main" id="{BDB3D6A1-5F7E-6C84-BBC1-9194E3389BC9}"/>
              </a:ext>
            </a:extLst>
          </p:cNvPr>
          <p:cNvSpPr>
            <a:spLocks noGrp="1"/>
          </p:cNvSpPr>
          <p:nvPr>
            <p:ph type="subTitle" idx="1" hasCustomPrompt="1"/>
          </p:nvPr>
        </p:nvSpPr>
        <p:spPr>
          <a:xfrm>
            <a:off x="454025" y="1155700"/>
            <a:ext cx="4306824"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32" name="Content Placeholder 2">
            <a:extLst>
              <a:ext uri="{FF2B5EF4-FFF2-40B4-BE49-F238E27FC236}">
                <a16:creationId xmlns:a16="http://schemas.microsoft.com/office/drawing/2014/main" id="{58ECA327-9F43-8183-B20F-1EB0D55D23CA}"/>
              </a:ext>
            </a:extLst>
          </p:cNvPr>
          <p:cNvSpPr>
            <a:spLocks noGrp="1"/>
          </p:cNvSpPr>
          <p:nvPr>
            <p:ph sz="quarter" idx="15"/>
          </p:nvPr>
        </p:nvSpPr>
        <p:spPr>
          <a:xfrm>
            <a:off x="454025" y="2194560"/>
            <a:ext cx="4306824" cy="3511296"/>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28" name="Content Placeholder 2">
            <a:extLst>
              <a:ext uri="{FF2B5EF4-FFF2-40B4-BE49-F238E27FC236}">
                <a16:creationId xmlns:a16="http://schemas.microsoft.com/office/drawing/2014/main" id="{3C7E111C-5997-7F0F-33F3-1C26FA7CFF4F}"/>
              </a:ext>
            </a:extLst>
          </p:cNvPr>
          <p:cNvSpPr>
            <a:spLocks noGrp="1"/>
          </p:cNvSpPr>
          <p:nvPr>
            <p:ph sz="quarter" idx="16"/>
          </p:nvPr>
        </p:nvSpPr>
        <p:spPr>
          <a:xfrm>
            <a:off x="5401340" y="1428892"/>
            <a:ext cx="6206460" cy="4276964"/>
          </a:xfrm>
          <a:noFill/>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27" name="Straight Connector 26">
            <a:extLst>
              <a:ext uri="{FF2B5EF4-FFF2-40B4-BE49-F238E27FC236}">
                <a16:creationId xmlns:a16="http://schemas.microsoft.com/office/drawing/2014/main" id="{E2101866-7E47-7B8F-00FE-F145E69A747E}"/>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30" name="Rounded Rectangle 29">
            <a:extLst>
              <a:ext uri="{FF2B5EF4-FFF2-40B4-BE49-F238E27FC236}">
                <a16:creationId xmlns:a16="http://schemas.microsoft.com/office/drawing/2014/main" id="{0D074CF7-33CC-59A7-DB07-D8435EB9C3F1}"/>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1" name="Graphic 62">
            <a:extLst>
              <a:ext uri="{FF2B5EF4-FFF2-40B4-BE49-F238E27FC236}">
                <a16:creationId xmlns:a16="http://schemas.microsoft.com/office/drawing/2014/main" id="{7624FBCB-49C2-CD81-4534-4682E0A2584C}"/>
              </a:ext>
            </a:extLst>
          </p:cNvPr>
          <p:cNvGrpSpPr/>
          <p:nvPr userDrawn="1"/>
        </p:nvGrpSpPr>
        <p:grpSpPr>
          <a:xfrm>
            <a:off x="11389259" y="459884"/>
            <a:ext cx="352694" cy="349203"/>
            <a:chOff x="10767269" y="208371"/>
            <a:chExt cx="182844" cy="181034"/>
          </a:xfrm>
        </p:grpSpPr>
        <p:sp>
          <p:nvSpPr>
            <p:cNvPr id="34" name="Freeform 33">
              <a:extLst>
                <a:ext uri="{FF2B5EF4-FFF2-40B4-BE49-F238E27FC236}">
                  <a16:creationId xmlns:a16="http://schemas.microsoft.com/office/drawing/2014/main" id="{0CE6B37E-B54E-C1EB-D37F-605668FF649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0B05634C-F4BE-ACE2-7A82-63F7BB1899B7}"/>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4131D576-DFCF-B16F-C634-4BC3FA66E1CE}"/>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8" name="Freeform 37">
              <a:extLst>
                <a:ext uri="{FF2B5EF4-FFF2-40B4-BE49-F238E27FC236}">
                  <a16:creationId xmlns:a16="http://schemas.microsoft.com/office/drawing/2014/main" id="{6A04C972-D233-3060-91BF-7204E8190726}"/>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9" name="Freeform 38">
              <a:extLst>
                <a:ext uri="{FF2B5EF4-FFF2-40B4-BE49-F238E27FC236}">
                  <a16:creationId xmlns:a16="http://schemas.microsoft.com/office/drawing/2014/main" id="{646046D5-6A7F-D702-8231-C6884ACB9DE3}"/>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2" name="Slide Number Placeholder 5">
            <a:extLst>
              <a:ext uri="{FF2B5EF4-FFF2-40B4-BE49-F238E27FC236}">
                <a16:creationId xmlns:a16="http://schemas.microsoft.com/office/drawing/2014/main" id="{E6C6C301-336B-C4BE-EEDB-97ED6222E6C8}"/>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1294963959"/>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Bullets_Orange Panel">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68798C3-AB86-E64F-84CC-2A7184E366CF}"/>
              </a:ext>
            </a:extLst>
          </p:cNvPr>
          <p:cNvSpPr/>
          <p:nvPr userDrawn="1"/>
        </p:nvSpPr>
        <p:spPr>
          <a:xfrm>
            <a:off x="8153990" y="0"/>
            <a:ext cx="4035425"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6" y="447392"/>
            <a:ext cx="5505450" cy="695608"/>
          </a:xfrm>
        </p:spPr>
        <p:txBody>
          <a:bodyPr/>
          <a:lstStyle/>
          <a:p>
            <a:r>
              <a:rPr lang="en-US"/>
              <a:t>Click To Edit Master Title Style</a:t>
            </a:r>
            <a:endParaRPr lang="en-GB"/>
          </a:p>
        </p:txBody>
      </p:sp>
      <p:sp>
        <p:nvSpPr>
          <p:cNvPr id="49" name="Subtitle 2">
            <a:extLst>
              <a:ext uri="{FF2B5EF4-FFF2-40B4-BE49-F238E27FC236}">
                <a16:creationId xmlns:a16="http://schemas.microsoft.com/office/drawing/2014/main" id="{8226063C-9D21-E24E-8D6D-C2A9DEC924C9}"/>
              </a:ext>
            </a:extLst>
          </p:cNvPr>
          <p:cNvSpPr>
            <a:spLocks noGrp="1"/>
          </p:cNvSpPr>
          <p:nvPr>
            <p:ph type="subTitle" idx="1" hasCustomPrompt="1"/>
          </p:nvPr>
        </p:nvSpPr>
        <p:spPr>
          <a:xfrm>
            <a:off x="454025" y="1155700"/>
            <a:ext cx="4543426"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17" name="Content Placeholder 2">
            <a:extLst>
              <a:ext uri="{FF2B5EF4-FFF2-40B4-BE49-F238E27FC236}">
                <a16:creationId xmlns:a16="http://schemas.microsoft.com/office/drawing/2014/main" id="{5955EBF8-2D89-6216-E6B0-AF829453FF55}"/>
              </a:ext>
            </a:extLst>
          </p:cNvPr>
          <p:cNvSpPr>
            <a:spLocks noGrp="1"/>
          </p:cNvSpPr>
          <p:nvPr>
            <p:ph sz="quarter" idx="14"/>
          </p:nvPr>
        </p:nvSpPr>
        <p:spPr>
          <a:xfrm>
            <a:off x="444501" y="2011680"/>
            <a:ext cx="5194299" cy="3556000"/>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15" name="Straight Connector 14">
            <a:extLst>
              <a:ext uri="{FF2B5EF4-FFF2-40B4-BE49-F238E27FC236}">
                <a16:creationId xmlns:a16="http://schemas.microsoft.com/office/drawing/2014/main" id="{F816DFF5-AB1E-E957-5F80-E209E4933FEC}"/>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16" name="Rounded Rectangle 15">
            <a:extLst>
              <a:ext uri="{FF2B5EF4-FFF2-40B4-BE49-F238E27FC236}">
                <a16:creationId xmlns:a16="http://schemas.microsoft.com/office/drawing/2014/main" id="{288C9436-F3A6-E9E0-F4BB-12E84BC9C6F4}"/>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Slide Number Placeholder 5">
            <a:extLst>
              <a:ext uri="{FF2B5EF4-FFF2-40B4-BE49-F238E27FC236}">
                <a16:creationId xmlns:a16="http://schemas.microsoft.com/office/drawing/2014/main" id="{BE36C614-597D-CAAC-59C7-85D9DD0F1B67}"/>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pic>
        <p:nvPicPr>
          <p:cNvPr id="28" name="Graphic 27">
            <a:extLst>
              <a:ext uri="{FF2B5EF4-FFF2-40B4-BE49-F238E27FC236}">
                <a16:creationId xmlns:a16="http://schemas.microsoft.com/office/drawing/2014/main" id="{76F7E47E-E1F1-6462-7F39-8641CB61EC8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58646" t="6589" r="4077" b="6589"/>
          <a:stretch/>
        </p:blipFill>
        <p:spPr>
          <a:xfrm>
            <a:off x="8118981" y="0"/>
            <a:ext cx="4073019" cy="6858000"/>
          </a:xfrm>
          <a:prstGeom prst="rect">
            <a:avLst/>
          </a:prstGeom>
        </p:spPr>
      </p:pic>
      <p:grpSp>
        <p:nvGrpSpPr>
          <p:cNvPr id="18" name="Graphic 62">
            <a:extLst>
              <a:ext uri="{FF2B5EF4-FFF2-40B4-BE49-F238E27FC236}">
                <a16:creationId xmlns:a16="http://schemas.microsoft.com/office/drawing/2014/main" id="{14839502-517E-C7DA-B63F-40449B7BAD2B}"/>
              </a:ext>
            </a:extLst>
          </p:cNvPr>
          <p:cNvGrpSpPr/>
          <p:nvPr userDrawn="1"/>
        </p:nvGrpSpPr>
        <p:grpSpPr>
          <a:xfrm>
            <a:off x="11389259" y="459884"/>
            <a:ext cx="352694" cy="349203"/>
            <a:chOff x="10767269" y="208371"/>
            <a:chExt cx="182844" cy="181034"/>
          </a:xfrm>
          <a:solidFill>
            <a:schemeClr val="bg1"/>
          </a:solidFill>
        </p:grpSpPr>
        <p:sp>
          <p:nvSpPr>
            <p:cNvPr id="20" name="Freeform 19">
              <a:extLst>
                <a:ext uri="{FF2B5EF4-FFF2-40B4-BE49-F238E27FC236}">
                  <a16:creationId xmlns:a16="http://schemas.microsoft.com/office/drawing/2014/main" id="{C77D7853-77CC-3639-7542-662E3485C8C1}"/>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grpFill/>
            <a:ln w="1795"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47D9605A-71F9-D5AC-D017-81E972265DC4}"/>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grpFill/>
            <a:ln w="1795"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038C6B0C-3CC3-DA0C-C314-F408002B3BF5}"/>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grpFill/>
            <a:ln w="1795"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6C65BEA6-AC18-862A-0BF1-736E249C99A4}"/>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grpFill/>
            <a:ln w="1795" cap="flat">
              <a:noFill/>
              <a:prstDash val="solid"/>
              <a:miter/>
            </a:ln>
          </p:spPr>
          <p:txBody>
            <a:bodyPr rtlCol="0" anchor="ctr"/>
            <a:lstStyle/>
            <a:p>
              <a:endParaRPr lang="en-GB"/>
            </a:p>
          </p:txBody>
        </p:sp>
        <p:sp>
          <p:nvSpPr>
            <p:cNvPr id="25" name="Freeform 24">
              <a:extLst>
                <a:ext uri="{FF2B5EF4-FFF2-40B4-BE49-F238E27FC236}">
                  <a16:creationId xmlns:a16="http://schemas.microsoft.com/office/drawing/2014/main" id="{8C21BB46-8F6B-CEBB-4A48-1A8850B6068E}"/>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grpFill/>
            <a:ln w="1795" cap="flat">
              <a:noFill/>
              <a:prstDash val="solid"/>
              <a:miter/>
            </a:ln>
          </p:spPr>
          <p:txBody>
            <a:bodyPr rtlCol="0" anchor="ctr"/>
            <a:lstStyle/>
            <a:p>
              <a:endParaRPr lang="en-GB"/>
            </a:p>
          </p:txBody>
        </p:sp>
      </p:grpSp>
      <p:grpSp>
        <p:nvGrpSpPr>
          <p:cNvPr id="3" name="Group 2">
            <a:extLst>
              <a:ext uri="{FF2B5EF4-FFF2-40B4-BE49-F238E27FC236}">
                <a16:creationId xmlns:a16="http://schemas.microsoft.com/office/drawing/2014/main" id="{F653BE68-4777-B4DC-D8C0-F37F8FE0CA11}"/>
              </a:ext>
            </a:extLst>
          </p:cNvPr>
          <p:cNvGrpSpPr/>
          <p:nvPr userDrawn="1"/>
        </p:nvGrpSpPr>
        <p:grpSpPr>
          <a:xfrm>
            <a:off x="5458265" y="0"/>
            <a:ext cx="6733735" cy="6858000"/>
            <a:chOff x="5458265" y="0"/>
            <a:chExt cx="6733735" cy="6858000"/>
          </a:xfrm>
        </p:grpSpPr>
        <p:pic>
          <p:nvPicPr>
            <p:cNvPr id="29" name="Picture 28">
              <a:extLst>
                <a:ext uri="{FF2B5EF4-FFF2-40B4-BE49-F238E27FC236}">
                  <a16:creationId xmlns:a16="http://schemas.microsoft.com/office/drawing/2014/main" id="{D6E8046E-E0DC-3D20-FB0A-CDB101F381D4}"/>
                </a:ext>
              </a:extLst>
            </p:cNvPr>
            <p:cNvPicPr>
              <a:picLocks noChangeAspect="1"/>
            </p:cNvPicPr>
            <p:nvPr userDrawn="1"/>
          </p:nvPicPr>
          <p:blipFill rotWithShape="1">
            <a:blip r:embed="rId3"/>
            <a:srcRect l="26878" t="18850" r="27243" b="18850"/>
            <a:stretch/>
          </p:blipFill>
          <p:spPr>
            <a:xfrm>
              <a:off x="5458265" y="0"/>
              <a:ext cx="6733735" cy="6858000"/>
            </a:xfrm>
            <a:prstGeom prst="rect">
              <a:avLst/>
            </a:prstGeom>
          </p:spPr>
        </p:pic>
        <p:sp>
          <p:nvSpPr>
            <p:cNvPr id="2" name="Rounded Rectangle 1">
              <a:extLst>
                <a:ext uri="{FF2B5EF4-FFF2-40B4-BE49-F238E27FC236}">
                  <a16:creationId xmlns:a16="http://schemas.microsoft.com/office/drawing/2014/main" id="{63870240-780A-A963-2D69-72490286D6E6}"/>
                </a:ext>
              </a:extLst>
            </p:cNvPr>
            <p:cNvSpPr/>
            <p:nvPr userDrawn="1"/>
          </p:nvSpPr>
          <p:spPr>
            <a:xfrm>
              <a:off x="6223000" y="1562100"/>
              <a:ext cx="5295900" cy="3695700"/>
            </a:xfrm>
            <a:prstGeom prst="roundRect">
              <a:avLst>
                <a:gd name="adj" fmla="val 163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Picture Placeholder 4">
            <a:extLst>
              <a:ext uri="{FF2B5EF4-FFF2-40B4-BE49-F238E27FC236}">
                <a16:creationId xmlns:a16="http://schemas.microsoft.com/office/drawing/2014/main" id="{A10C8B80-4613-C903-BD67-E24C748CDC2A}"/>
              </a:ext>
            </a:extLst>
          </p:cNvPr>
          <p:cNvSpPr>
            <a:spLocks noGrp="1"/>
          </p:cNvSpPr>
          <p:nvPr>
            <p:ph type="pic" sz="quarter" idx="15"/>
          </p:nvPr>
        </p:nvSpPr>
        <p:spPr>
          <a:xfrm>
            <a:off x="6223000" y="1549400"/>
            <a:ext cx="5321300" cy="3721100"/>
          </a:xfrm>
          <a:prstGeom prst="roundRect">
            <a:avLst>
              <a:gd name="adj" fmla="val 1701"/>
            </a:avLst>
          </a:prstGeom>
          <a:solidFill>
            <a:schemeClr val="bg2"/>
          </a:solidFill>
        </p:spPr>
        <p:txBody>
          <a:bodyPr/>
          <a:lstStyle>
            <a:lvl1pPr marL="0" indent="0">
              <a:buNone/>
              <a:defRPr/>
            </a:lvl1pPr>
          </a:lstStyle>
          <a:p>
            <a:endParaRPr lang="en-US"/>
          </a:p>
        </p:txBody>
      </p:sp>
    </p:spTree>
    <p:extLst>
      <p:ext uri="{BB962C8B-B14F-4D97-AF65-F5344CB8AC3E}">
        <p14:creationId xmlns:p14="http://schemas.microsoft.com/office/powerpoint/2010/main" val="3566368118"/>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1_Bullets_Orange Panel">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68798C3-AB86-E64F-84CC-2A7184E366CF}"/>
              </a:ext>
            </a:extLst>
          </p:cNvPr>
          <p:cNvSpPr/>
          <p:nvPr userDrawn="1"/>
        </p:nvSpPr>
        <p:spPr>
          <a:xfrm>
            <a:off x="8153990" y="0"/>
            <a:ext cx="4035425"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6" y="447392"/>
            <a:ext cx="5505450" cy="695608"/>
          </a:xfrm>
        </p:spPr>
        <p:txBody>
          <a:bodyPr/>
          <a:lstStyle/>
          <a:p>
            <a:r>
              <a:rPr lang="en-US"/>
              <a:t>Click To Edit Master Title Style</a:t>
            </a:r>
            <a:endParaRPr lang="en-GB"/>
          </a:p>
        </p:txBody>
      </p:sp>
      <p:sp>
        <p:nvSpPr>
          <p:cNvPr id="49" name="Subtitle 2">
            <a:extLst>
              <a:ext uri="{FF2B5EF4-FFF2-40B4-BE49-F238E27FC236}">
                <a16:creationId xmlns:a16="http://schemas.microsoft.com/office/drawing/2014/main" id="{8226063C-9D21-E24E-8D6D-C2A9DEC924C9}"/>
              </a:ext>
            </a:extLst>
          </p:cNvPr>
          <p:cNvSpPr>
            <a:spLocks noGrp="1"/>
          </p:cNvSpPr>
          <p:nvPr>
            <p:ph type="subTitle" idx="1" hasCustomPrompt="1"/>
          </p:nvPr>
        </p:nvSpPr>
        <p:spPr>
          <a:xfrm>
            <a:off x="454025" y="1155700"/>
            <a:ext cx="4543426"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17" name="Content Placeholder 2">
            <a:extLst>
              <a:ext uri="{FF2B5EF4-FFF2-40B4-BE49-F238E27FC236}">
                <a16:creationId xmlns:a16="http://schemas.microsoft.com/office/drawing/2014/main" id="{5955EBF8-2D89-6216-E6B0-AF829453FF55}"/>
              </a:ext>
            </a:extLst>
          </p:cNvPr>
          <p:cNvSpPr>
            <a:spLocks noGrp="1"/>
          </p:cNvSpPr>
          <p:nvPr>
            <p:ph sz="quarter" idx="14"/>
          </p:nvPr>
        </p:nvSpPr>
        <p:spPr>
          <a:xfrm>
            <a:off x="444501" y="2011680"/>
            <a:ext cx="5575299" cy="3556000"/>
          </a:xfrm>
        </p:spPr>
        <p:txBody>
          <a:bodyPr/>
          <a:lstStyle>
            <a:lvl1pPr>
              <a:defRPr sz="1600"/>
            </a:lvl1pPr>
            <a:lvl2pPr>
              <a:defRPr sz="1400"/>
            </a:lvl2pPr>
            <a:lvl3pPr>
              <a:defRPr sz="1200"/>
            </a:lvl3pPr>
            <a:lvl4pPr>
              <a:defRPr sz="1400"/>
            </a:lvl4pPr>
            <a:lvl5pPr>
              <a:defRPr sz="1400"/>
            </a:lvl5pPr>
          </a:lstStyle>
          <a:p>
            <a:pPr lvl="0"/>
            <a:r>
              <a:rPr lang="en-US"/>
              <a:t>Click to edit Master text styles</a:t>
            </a:r>
          </a:p>
          <a:p>
            <a:pPr lvl="1"/>
            <a:r>
              <a:rPr lang="en-US"/>
              <a:t>Second level</a:t>
            </a:r>
          </a:p>
          <a:p>
            <a:pPr lvl="2"/>
            <a:r>
              <a:rPr lang="en-US"/>
              <a:t>Third level</a:t>
            </a:r>
          </a:p>
        </p:txBody>
      </p:sp>
      <p:cxnSp>
        <p:nvCxnSpPr>
          <p:cNvPr id="15" name="Straight Connector 14">
            <a:extLst>
              <a:ext uri="{FF2B5EF4-FFF2-40B4-BE49-F238E27FC236}">
                <a16:creationId xmlns:a16="http://schemas.microsoft.com/office/drawing/2014/main" id="{F816DFF5-AB1E-E957-5F80-E209E4933FEC}"/>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16" name="Rounded Rectangle 15">
            <a:extLst>
              <a:ext uri="{FF2B5EF4-FFF2-40B4-BE49-F238E27FC236}">
                <a16:creationId xmlns:a16="http://schemas.microsoft.com/office/drawing/2014/main" id="{288C9436-F3A6-E9E0-F4BB-12E84BC9C6F4}"/>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Slide Number Placeholder 5">
            <a:extLst>
              <a:ext uri="{FF2B5EF4-FFF2-40B4-BE49-F238E27FC236}">
                <a16:creationId xmlns:a16="http://schemas.microsoft.com/office/drawing/2014/main" id="{BE36C614-597D-CAAC-59C7-85D9DD0F1B67}"/>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pic>
        <p:nvPicPr>
          <p:cNvPr id="28" name="Graphic 27">
            <a:extLst>
              <a:ext uri="{FF2B5EF4-FFF2-40B4-BE49-F238E27FC236}">
                <a16:creationId xmlns:a16="http://schemas.microsoft.com/office/drawing/2014/main" id="{76F7E47E-E1F1-6462-7F39-8641CB61EC8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58646" t="6589" r="4077" b="6589"/>
          <a:stretch/>
        </p:blipFill>
        <p:spPr>
          <a:xfrm>
            <a:off x="8118981" y="0"/>
            <a:ext cx="4073019" cy="6858000"/>
          </a:xfrm>
          <a:prstGeom prst="rect">
            <a:avLst/>
          </a:prstGeom>
        </p:spPr>
      </p:pic>
      <p:grpSp>
        <p:nvGrpSpPr>
          <p:cNvPr id="18" name="Graphic 62">
            <a:extLst>
              <a:ext uri="{FF2B5EF4-FFF2-40B4-BE49-F238E27FC236}">
                <a16:creationId xmlns:a16="http://schemas.microsoft.com/office/drawing/2014/main" id="{14839502-517E-C7DA-B63F-40449B7BAD2B}"/>
              </a:ext>
            </a:extLst>
          </p:cNvPr>
          <p:cNvGrpSpPr/>
          <p:nvPr userDrawn="1"/>
        </p:nvGrpSpPr>
        <p:grpSpPr>
          <a:xfrm>
            <a:off x="11389259" y="459884"/>
            <a:ext cx="352694" cy="349203"/>
            <a:chOff x="10767269" y="208371"/>
            <a:chExt cx="182844" cy="181034"/>
          </a:xfrm>
          <a:solidFill>
            <a:schemeClr val="bg1"/>
          </a:solidFill>
        </p:grpSpPr>
        <p:sp>
          <p:nvSpPr>
            <p:cNvPr id="20" name="Freeform 19">
              <a:extLst>
                <a:ext uri="{FF2B5EF4-FFF2-40B4-BE49-F238E27FC236}">
                  <a16:creationId xmlns:a16="http://schemas.microsoft.com/office/drawing/2014/main" id="{C77D7853-77CC-3639-7542-662E3485C8C1}"/>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grpFill/>
            <a:ln w="1795"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47D9605A-71F9-D5AC-D017-81E972265DC4}"/>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grpFill/>
            <a:ln w="1795"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038C6B0C-3CC3-DA0C-C314-F408002B3BF5}"/>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grpFill/>
            <a:ln w="1795"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6C65BEA6-AC18-862A-0BF1-736E249C99A4}"/>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grpFill/>
            <a:ln w="1795" cap="flat">
              <a:noFill/>
              <a:prstDash val="solid"/>
              <a:miter/>
            </a:ln>
          </p:spPr>
          <p:txBody>
            <a:bodyPr rtlCol="0" anchor="ctr"/>
            <a:lstStyle/>
            <a:p>
              <a:endParaRPr lang="en-GB"/>
            </a:p>
          </p:txBody>
        </p:sp>
        <p:sp>
          <p:nvSpPr>
            <p:cNvPr id="25" name="Freeform 24">
              <a:extLst>
                <a:ext uri="{FF2B5EF4-FFF2-40B4-BE49-F238E27FC236}">
                  <a16:creationId xmlns:a16="http://schemas.microsoft.com/office/drawing/2014/main" id="{8C21BB46-8F6B-CEBB-4A48-1A8850B6068E}"/>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grpFill/>
            <a:ln w="1795" cap="flat">
              <a:noFill/>
              <a:prstDash val="solid"/>
              <a:miter/>
            </a:ln>
          </p:spPr>
          <p:txBody>
            <a:bodyPr rtlCol="0" anchor="ctr"/>
            <a:lstStyle/>
            <a:p>
              <a:endParaRPr lang="en-GB"/>
            </a:p>
          </p:txBody>
        </p:sp>
      </p:grpSp>
      <p:pic>
        <p:nvPicPr>
          <p:cNvPr id="26" name="Picture 25">
            <a:extLst>
              <a:ext uri="{FF2B5EF4-FFF2-40B4-BE49-F238E27FC236}">
                <a16:creationId xmlns:a16="http://schemas.microsoft.com/office/drawing/2014/main" id="{D313434D-814D-2EB4-C8BB-59269F4C0B72}"/>
              </a:ext>
            </a:extLst>
          </p:cNvPr>
          <p:cNvPicPr>
            <a:picLocks noChangeAspect="1"/>
          </p:cNvPicPr>
          <p:nvPr userDrawn="1"/>
        </p:nvPicPr>
        <p:blipFill rotWithShape="1">
          <a:blip r:embed="rId3"/>
          <a:srcRect l="28956" t="6081" r="28909" b="6081"/>
          <a:stretch/>
        </p:blipFill>
        <p:spPr>
          <a:xfrm>
            <a:off x="5946156" y="271462"/>
            <a:ext cx="4386263" cy="6604000"/>
          </a:xfrm>
          <a:prstGeom prst="rect">
            <a:avLst/>
          </a:prstGeom>
        </p:spPr>
      </p:pic>
      <p:sp>
        <p:nvSpPr>
          <p:cNvPr id="44" name="Picture Placeholder 43">
            <a:extLst>
              <a:ext uri="{FF2B5EF4-FFF2-40B4-BE49-F238E27FC236}">
                <a16:creationId xmlns:a16="http://schemas.microsoft.com/office/drawing/2014/main" id="{B0B188C2-8C78-C0DB-6DFE-A421C5300E40}"/>
              </a:ext>
            </a:extLst>
          </p:cNvPr>
          <p:cNvSpPr>
            <a:spLocks noGrp="1"/>
          </p:cNvSpPr>
          <p:nvPr>
            <p:ph type="pic" sz="quarter" idx="15"/>
          </p:nvPr>
        </p:nvSpPr>
        <p:spPr>
          <a:xfrm>
            <a:off x="6989792" y="836545"/>
            <a:ext cx="2514601" cy="5488628"/>
          </a:xfrm>
          <a:custGeom>
            <a:avLst/>
            <a:gdLst>
              <a:gd name="connsiteX0" fmla="*/ 259230 w 2514601"/>
              <a:gd name="connsiteY0" fmla="*/ 0 h 5477256"/>
              <a:gd name="connsiteX1" fmla="*/ 551314 w 2514601"/>
              <a:gd name="connsiteY1" fmla="*/ 0 h 5477256"/>
              <a:gd name="connsiteX2" fmla="*/ 543945 w 2514601"/>
              <a:gd name="connsiteY2" fmla="*/ 36502 h 5477256"/>
              <a:gd name="connsiteX3" fmla="*/ 722253 w 2514601"/>
              <a:gd name="connsiteY3" fmla="*/ 214810 h 5477256"/>
              <a:gd name="connsiteX4" fmla="*/ 1801245 w 2514601"/>
              <a:gd name="connsiteY4" fmla="*/ 214810 h 5477256"/>
              <a:gd name="connsiteX5" fmla="*/ 1979553 w 2514601"/>
              <a:gd name="connsiteY5" fmla="*/ 36502 h 5477256"/>
              <a:gd name="connsiteX6" fmla="*/ 1972184 w 2514601"/>
              <a:gd name="connsiteY6" fmla="*/ 0 h 5477256"/>
              <a:gd name="connsiteX7" fmla="*/ 2255371 w 2514601"/>
              <a:gd name="connsiteY7" fmla="*/ 0 h 5477256"/>
              <a:gd name="connsiteX8" fmla="*/ 2514601 w 2514601"/>
              <a:gd name="connsiteY8" fmla="*/ 259230 h 5477256"/>
              <a:gd name="connsiteX9" fmla="*/ 2514601 w 2514601"/>
              <a:gd name="connsiteY9" fmla="*/ 5218026 h 5477256"/>
              <a:gd name="connsiteX10" fmla="*/ 2255371 w 2514601"/>
              <a:gd name="connsiteY10" fmla="*/ 5477256 h 5477256"/>
              <a:gd name="connsiteX11" fmla="*/ 259230 w 2514601"/>
              <a:gd name="connsiteY11" fmla="*/ 5477256 h 5477256"/>
              <a:gd name="connsiteX12" fmla="*/ 0 w 2514601"/>
              <a:gd name="connsiteY12" fmla="*/ 5218026 h 5477256"/>
              <a:gd name="connsiteX13" fmla="*/ 0 w 2514601"/>
              <a:gd name="connsiteY13" fmla="*/ 259230 h 5477256"/>
              <a:gd name="connsiteX14" fmla="*/ 259230 w 2514601"/>
              <a:gd name="connsiteY14" fmla="*/ 0 h 5477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14601" h="5477256">
                <a:moveTo>
                  <a:pt x="259230" y="0"/>
                </a:moveTo>
                <a:lnTo>
                  <a:pt x="551314" y="0"/>
                </a:lnTo>
                <a:lnTo>
                  <a:pt x="543945" y="36502"/>
                </a:lnTo>
                <a:cubicBezTo>
                  <a:pt x="543945" y="134979"/>
                  <a:pt x="623776" y="214810"/>
                  <a:pt x="722253" y="214810"/>
                </a:cubicBezTo>
                <a:lnTo>
                  <a:pt x="1801245" y="214810"/>
                </a:lnTo>
                <a:cubicBezTo>
                  <a:pt x="1899722" y="214810"/>
                  <a:pt x="1979553" y="134979"/>
                  <a:pt x="1979553" y="36502"/>
                </a:cubicBezTo>
                <a:lnTo>
                  <a:pt x="1972184" y="0"/>
                </a:lnTo>
                <a:lnTo>
                  <a:pt x="2255371" y="0"/>
                </a:lnTo>
                <a:cubicBezTo>
                  <a:pt x="2398540" y="0"/>
                  <a:pt x="2514601" y="116061"/>
                  <a:pt x="2514601" y="259230"/>
                </a:cubicBezTo>
                <a:lnTo>
                  <a:pt x="2514601" y="5218026"/>
                </a:lnTo>
                <a:cubicBezTo>
                  <a:pt x="2514601" y="5361195"/>
                  <a:pt x="2398540" y="5477256"/>
                  <a:pt x="2255371" y="5477256"/>
                </a:cubicBezTo>
                <a:lnTo>
                  <a:pt x="259230" y="5477256"/>
                </a:lnTo>
                <a:cubicBezTo>
                  <a:pt x="116061" y="5477256"/>
                  <a:pt x="0" y="5361195"/>
                  <a:pt x="0" y="5218026"/>
                </a:cubicBezTo>
                <a:lnTo>
                  <a:pt x="0" y="259230"/>
                </a:lnTo>
                <a:cubicBezTo>
                  <a:pt x="0" y="116061"/>
                  <a:pt x="116061" y="0"/>
                  <a:pt x="259230" y="0"/>
                </a:cubicBezTo>
                <a:close/>
              </a:path>
            </a:pathLst>
          </a:custGeom>
          <a:solidFill>
            <a:schemeClr val="bg2"/>
          </a:solidFill>
        </p:spPr>
        <p:txBody>
          <a:bodyPr wrap="square">
            <a:noAutofit/>
          </a:bodyPr>
          <a:lstStyle>
            <a:lvl1pPr marL="0" indent="0">
              <a:buNone/>
              <a:defRPr/>
            </a:lvl1pPr>
          </a:lstStyle>
          <a:p>
            <a:endParaRPr lang="en-US"/>
          </a:p>
        </p:txBody>
      </p:sp>
    </p:spTree>
    <p:extLst>
      <p:ext uri="{BB962C8B-B14F-4D97-AF65-F5344CB8AC3E}">
        <p14:creationId xmlns:p14="http://schemas.microsoft.com/office/powerpoint/2010/main" val="3597077867"/>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Map">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6" y="447391"/>
            <a:ext cx="3796702"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026D8BD6-9828-7A47-883D-E86FAC90F0F6}"/>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EF8D6C47-4F24-294F-AD4E-49AE68CE9D0D}"/>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5ED918B2-DF70-E64E-BC9E-7B9A74283A8F}"/>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E0EC8DBC-201D-B44A-8F91-EFA72C61D247}"/>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FFB5CA89-8729-3D4A-B8E9-12B9E4D915EE}"/>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39915B2B-2D62-0A48-B633-5C7346FB0294}"/>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29" name="Subtitle 2">
            <a:extLst>
              <a:ext uri="{FF2B5EF4-FFF2-40B4-BE49-F238E27FC236}">
                <a16:creationId xmlns:a16="http://schemas.microsoft.com/office/drawing/2014/main" id="{BDB3D6A1-5F7E-6C84-BBC1-9194E3389BC9}"/>
              </a:ext>
            </a:extLst>
          </p:cNvPr>
          <p:cNvSpPr>
            <a:spLocks noGrp="1"/>
          </p:cNvSpPr>
          <p:nvPr>
            <p:ph type="subTitle" idx="1" hasCustomPrompt="1"/>
          </p:nvPr>
        </p:nvSpPr>
        <p:spPr>
          <a:xfrm>
            <a:off x="454025" y="1155700"/>
            <a:ext cx="379441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cxnSp>
        <p:nvCxnSpPr>
          <p:cNvPr id="27" name="Straight Connector 26">
            <a:extLst>
              <a:ext uri="{FF2B5EF4-FFF2-40B4-BE49-F238E27FC236}">
                <a16:creationId xmlns:a16="http://schemas.microsoft.com/office/drawing/2014/main" id="{309BF6F9-E114-6C42-23BD-D7F4A6598B22}"/>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F29D045D-42D1-7753-B600-2A9E8AA8BA80}"/>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1" name="Graphic 62">
            <a:extLst>
              <a:ext uri="{FF2B5EF4-FFF2-40B4-BE49-F238E27FC236}">
                <a16:creationId xmlns:a16="http://schemas.microsoft.com/office/drawing/2014/main" id="{94F594C2-C000-5574-C817-E0626BA4CACF}"/>
              </a:ext>
            </a:extLst>
          </p:cNvPr>
          <p:cNvGrpSpPr/>
          <p:nvPr userDrawn="1"/>
        </p:nvGrpSpPr>
        <p:grpSpPr>
          <a:xfrm>
            <a:off x="11389259" y="459884"/>
            <a:ext cx="352694" cy="349203"/>
            <a:chOff x="10767269" y="208371"/>
            <a:chExt cx="182844" cy="181034"/>
          </a:xfrm>
        </p:grpSpPr>
        <p:sp>
          <p:nvSpPr>
            <p:cNvPr id="22" name="Freeform 21">
              <a:extLst>
                <a:ext uri="{FF2B5EF4-FFF2-40B4-BE49-F238E27FC236}">
                  <a16:creationId xmlns:a16="http://schemas.microsoft.com/office/drawing/2014/main" id="{A58785F5-98C7-BAB9-3545-981669E73711}"/>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19D99A9F-5712-4E65-1A1D-5416686A16C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87BDAE2E-3864-096F-3805-928863884F80}"/>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5" name="Freeform 24">
              <a:extLst>
                <a:ext uri="{FF2B5EF4-FFF2-40B4-BE49-F238E27FC236}">
                  <a16:creationId xmlns:a16="http://schemas.microsoft.com/office/drawing/2014/main" id="{10CBCCD2-BCA5-385E-1754-6FEC600EB45B}"/>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48A0B4BB-A578-D013-193A-45AC80913485}"/>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33" name="Slide Number Placeholder 5">
            <a:extLst>
              <a:ext uri="{FF2B5EF4-FFF2-40B4-BE49-F238E27FC236}">
                <a16:creationId xmlns:a16="http://schemas.microsoft.com/office/drawing/2014/main" id="{ED87E951-EA79-CBCB-C78C-12AA83A579C4}"/>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
        <p:nvSpPr>
          <p:cNvPr id="30" name="Text Placeholder 47">
            <a:extLst>
              <a:ext uri="{FF2B5EF4-FFF2-40B4-BE49-F238E27FC236}">
                <a16:creationId xmlns:a16="http://schemas.microsoft.com/office/drawing/2014/main" id="{1F460C6C-8E1C-5FBB-FFF0-80AD75A4998D}"/>
              </a:ext>
            </a:extLst>
          </p:cNvPr>
          <p:cNvSpPr>
            <a:spLocks noGrp="1"/>
          </p:cNvSpPr>
          <p:nvPr>
            <p:ph type="body" sz="quarter" idx="22" hasCustomPrompt="1"/>
          </p:nvPr>
        </p:nvSpPr>
        <p:spPr>
          <a:xfrm>
            <a:off x="454025" y="2328116"/>
            <a:ext cx="2625090" cy="2926080"/>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31" name="Text Placeholder 47">
            <a:extLst>
              <a:ext uri="{FF2B5EF4-FFF2-40B4-BE49-F238E27FC236}">
                <a16:creationId xmlns:a16="http://schemas.microsoft.com/office/drawing/2014/main" id="{2EA76D14-8F1F-6852-9972-04BC44C5A853}"/>
              </a:ext>
            </a:extLst>
          </p:cNvPr>
          <p:cNvSpPr>
            <a:spLocks noGrp="1"/>
          </p:cNvSpPr>
          <p:nvPr>
            <p:ph type="body" sz="quarter" idx="25" hasCustomPrompt="1"/>
          </p:nvPr>
        </p:nvSpPr>
        <p:spPr>
          <a:xfrm>
            <a:off x="454025" y="1857941"/>
            <a:ext cx="2624328" cy="347472"/>
          </a:xfrm>
        </p:spPr>
        <p:txBody>
          <a:bodyPr anchor="b"/>
          <a:lstStyle>
            <a:lvl1pPr marL="0" indent="0">
              <a:lnSpc>
                <a:spcPts val="1600"/>
              </a:lnSpc>
              <a:buNone/>
              <a:defRPr sz="18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Tree>
    <p:extLst>
      <p:ext uri="{BB962C8B-B14F-4D97-AF65-F5344CB8AC3E}">
        <p14:creationId xmlns:p14="http://schemas.microsoft.com/office/powerpoint/2010/main" val="175984819"/>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userDrawn="1">
  <p:cSld name="List">
    <p:bg>
      <p:bgPr>
        <a:solidFill>
          <a:srgbClr val="FFFFFF"/>
        </a:solidFill>
        <a:effectLst/>
      </p:bgPr>
    </p:bg>
    <p:spTree>
      <p:nvGrpSpPr>
        <p:cNvPr id="1" name=""/>
        <p:cNvGrpSpPr/>
        <p:nvPr/>
      </p:nvGrpSpPr>
      <p:grpSpPr>
        <a:xfrm>
          <a:off x="0" y="0"/>
          <a:ext cx="0" cy="0"/>
          <a:chOff x="0" y="0"/>
          <a:chExt cx="0" cy="0"/>
        </a:xfrm>
      </p:grpSpPr>
      <p:sp>
        <p:nvSpPr>
          <p:cNvPr id="69" name="Shape 69"/>
          <p:cNvSpPr/>
          <p:nvPr/>
        </p:nvSpPr>
        <p:spPr>
          <a:xfrm>
            <a:off x="748133" y="6494925"/>
            <a:ext cx="2611292" cy="226088"/>
          </a:xfrm>
          <a:prstGeom prst="rect">
            <a:avLst/>
          </a:prstGeom>
          <a:ln w="12700">
            <a:miter lim="400000"/>
          </a:ln>
          <a:extLst>
            <a:ext uri="{C572A759-6A51-4108-AA02-DFA0A04FC94B}">
              <ma14:wrappingTextBoxFlag xmlns="" xmlns:ma14="http://schemas.microsoft.com/office/mac/drawingml/2011/main" val="1"/>
            </a:ext>
          </a:extLst>
        </p:spPr>
        <p:txBody>
          <a:bodyPr wrap="none" lIns="47625" tIns="47625" rIns="47625" bIns="47625" anchor="ctr">
            <a:spAutoFit/>
          </a:bodyPr>
          <a:lstStyle>
            <a:lvl1pPr algn="l">
              <a:defRPr sz="900">
                <a:solidFill>
                  <a:srgbClr val="647C9C"/>
                </a:solidFill>
                <a:latin typeface="Avenir Light"/>
                <a:ea typeface="Avenir Light"/>
                <a:cs typeface="Avenir Light"/>
                <a:sym typeface="Avenir Light"/>
              </a:defRPr>
            </a:lvl1pPr>
          </a:lstStyle>
          <a:p>
            <a:r>
              <a:rPr sz="844">
                <a:latin typeface="Calibri" panose="020F0502020204030204" pitchFamily="34" charset="0"/>
                <a:cs typeface="Calibri" panose="020F0502020204030204" pitchFamily="34" charset="0"/>
              </a:rPr>
              <a:t>ST6 PARTNERS CONFIDENTIAL AND PROPRIETARY ©</a:t>
            </a:r>
            <a:r>
              <a:rPr lang="en-US" sz="844">
                <a:latin typeface="Calibri" panose="020F0502020204030204" pitchFamily="34" charset="0"/>
                <a:cs typeface="Calibri" panose="020F0502020204030204" pitchFamily="34" charset="0"/>
              </a:rPr>
              <a:t>2022</a:t>
            </a:r>
            <a:endParaRPr sz="844">
              <a:latin typeface="Calibri" panose="020F0502020204030204" pitchFamily="34" charset="0"/>
              <a:cs typeface="Calibri" panose="020F0502020204030204" pitchFamily="34" charset="0"/>
            </a:endParaRPr>
          </a:p>
        </p:txBody>
      </p:sp>
      <p:sp>
        <p:nvSpPr>
          <p:cNvPr id="70" name="Shape 70"/>
          <p:cNvSpPr>
            <a:spLocks noGrp="1"/>
          </p:cNvSpPr>
          <p:nvPr>
            <p:ph type="sldNum" sz="quarter" idx="2"/>
          </p:nvPr>
        </p:nvSpPr>
        <p:spPr>
          <a:xfrm>
            <a:off x="11677594" y="6500813"/>
            <a:ext cx="270908" cy="275717"/>
          </a:xfrm>
          <a:prstGeom prst="rect">
            <a:avLst/>
          </a:prstGeom>
        </p:spPr>
        <p:txBody>
          <a:bodyPr/>
          <a:lstStyle>
            <a:lvl1pPr>
              <a:defRPr>
                <a:solidFill>
                  <a:srgbClr val="677F9F"/>
                </a:solidFill>
              </a:defRPr>
            </a:lvl1pPr>
          </a:lstStyle>
          <a:p>
            <a:fld id="{86CB4B4D-7CA3-9044-876B-883B54F8677D}" type="slidenum">
              <a:rPr/>
              <a:t>‹#›</a:t>
            </a:fld>
            <a:endParaRPr/>
          </a:p>
        </p:txBody>
      </p:sp>
      <p:sp>
        <p:nvSpPr>
          <p:cNvPr id="72" name="Shape 72"/>
          <p:cNvSpPr/>
          <p:nvPr/>
        </p:nvSpPr>
        <p:spPr>
          <a:xfrm flipV="1">
            <a:off x="729445" y="6500812"/>
            <a:ext cx="1" cy="214313"/>
          </a:xfrm>
          <a:prstGeom prst="line">
            <a:avLst/>
          </a:prstGeom>
          <a:ln>
            <a:solidFill>
              <a:srgbClr val="DCDEE0"/>
            </a:solidFill>
            <a:miter lim="400000"/>
          </a:ln>
        </p:spPr>
        <p:txBody>
          <a:bodyPr lIns="47625" tIns="47625" rIns="47625" bIns="47625" anchor="ctr"/>
          <a:lstStyle/>
          <a:p>
            <a:pPr>
              <a:defRPr sz="2400"/>
            </a:pPr>
            <a:endParaRPr sz="2250">
              <a:latin typeface="Calibri" panose="020F0502020204030204" pitchFamily="34" charset="0"/>
              <a:cs typeface="Calibri" panose="020F0502020204030204" pitchFamily="34" charset="0"/>
            </a:endParaRPr>
          </a:p>
        </p:txBody>
      </p:sp>
      <p:sp>
        <p:nvSpPr>
          <p:cNvPr id="75" name="Shape 75"/>
          <p:cNvSpPr>
            <a:spLocks noGrp="1"/>
          </p:cNvSpPr>
          <p:nvPr>
            <p:ph type="body" sz="quarter" idx="15"/>
          </p:nvPr>
        </p:nvSpPr>
        <p:spPr>
          <a:xfrm>
            <a:off x="1029262" y="1671309"/>
            <a:ext cx="2753959" cy="362215"/>
          </a:xfrm>
          <a:prstGeom prst="rect">
            <a:avLst/>
          </a:prstGeom>
        </p:spPr>
        <p:txBody>
          <a:bodyPr wrap="none">
            <a:spAutoFit/>
          </a:bodyPr>
          <a:lstStyle>
            <a:lvl1pPr marL="0" indent="0">
              <a:spcBef>
                <a:spcPts val="0"/>
              </a:spcBef>
              <a:buSzTx/>
              <a:buNone/>
              <a:defRPr sz="1687">
                <a:latin typeface="Calibri" panose="020F0502020204030204" pitchFamily="34" charset="0"/>
                <a:ea typeface="Calibri" panose="020F0502020204030204" pitchFamily="34" charset="0"/>
                <a:cs typeface="Calibri" panose="020F0502020204030204" pitchFamily="34" charset="0"/>
                <a:sym typeface="Avenir Heavy"/>
              </a:defRPr>
            </a:lvl1pPr>
          </a:lstStyle>
          <a:p>
            <a:pPr lvl="0"/>
            <a:r>
              <a:rPr lang="en-US"/>
              <a:t>Click to edit Master text styles</a:t>
            </a:r>
          </a:p>
        </p:txBody>
      </p:sp>
      <p:sp>
        <p:nvSpPr>
          <p:cNvPr id="76" name="Shape 76"/>
          <p:cNvSpPr>
            <a:spLocks noGrp="1"/>
          </p:cNvSpPr>
          <p:nvPr>
            <p:ph type="body" sz="quarter" idx="1"/>
          </p:nvPr>
        </p:nvSpPr>
        <p:spPr>
          <a:xfrm>
            <a:off x="1060434" y="2079187"/>
            <a:ext cx="4853652" cy="3069406"/>
          </a:xfrm>
          <a:prstGeom prst="rect">
            <a:avLst/>
          </a:prstGeom>
        </p:spPr>
        <p:txBody>
          <a:bodyPr anchor="t">
            <a:normAutofit/>
          </a:bodyPr>
          <a:lstStyle>
            <a:lvl1pPr marL="238127" indent="-238127">
              <a:spcBef>
                <a:spcPts val="1406"/>
              </a:spcBef>
              <a:buChar char="‣"/>
              <a:defRPr sz="1406">
                <a:latin typeface="Calibri" panose="020F0502020204030204" pitchFamily="34" charset="0"/>
                <a:ea typeface="Calibri" panose="020F0502020204030204" pitchFamily="34" charset="0"/>
                <a:cs typeface="Calibri" panose="020F0502020204030204" pitchFamily="34" charset="0"/>
                <a:sym typeface="Avenir Book"/>
              </a:defRPr>
            </a:lvl1pPr>
            <a:lvl2pPr marL="654853" indent="-238129">
              <a:spcBef>
                <a:spcPts val="0"/>
              </a:spcBef>
              <a:buChar char="○"/>
              <a:defRPr sz="1406">
                <a:latin typeface="Calibri" panose="020F0502020204030204" pitchFamily="34" charset="0"/>
                <a:ea typeface="Calibri" panose="020F0502020204030204" pitchFamily="34" charset="0"/>
                <a:cs typeface="Calibri" panose="020F0502020204030204" pitchFamily="34" charset="0"/>
                <a:sym typeface="Avenir Book"/>
              </a:defRPr>
            </a:lvl2pPr>
            <a:lvl3pPr marL="1131110" indent="-297661">
              <a:spcBef>
                <a:spcPts val="0"/>
              </a:spcBef>
              <a:buChar char="⇢"/>
              <a:defRPr sz="1406">
                <a:latin typeface="Calibri" panose="020F0502020204030204" pitchFamily="34" charset="0"/>
                <a:ea typeface="Calibri" panose="020F0502020204030204" pitchFamily="34" charset="0"/>
                <a:cs typeface="Calibri" panose="020F0502020204030204" pitchFamily="34" charset="0"/>
                <a:sym typeface="Avenir Book"/>
              </a:defRPr>
            </a:lvl3pPr>
            <a:lvl4pPr marL="1488303" indent="-238129">
              <a:spcBef>
                <a:spcPts val="0"/>
              </a:spcBef>
              <a:defRPr sz="1406">
                <a:latin typeface="Calibri" panose="020F0502020204030204" pitchFamily="34" charset="0"/>
                <a:ea typeface="Calibri" panose="020F0502020204030204" pitchFamily="34" charset="0"/>
                <a:cs typeface="Calibri" panose="020F0502020204030204" pitchFamily="34" charset="0"/>
                <a:sym typeface="Avenir Book"/>
              </a:defRPr>
            </a:lvl4pPr>
            <a:lvl5pPr marL="1905028" indent="-238129">
              <a:spcBef>
                <a:spcPts val="0"/>
              </a:spcBef>
              <a:defRPr sz="1406">
                <a:latin typeface="Calibri" panose="020F0502020204030204" pitchFamily="34" charset="0"/>
                <a:ea typeface="Calibri" panose="020F0502020204030204" pitchFamily="34" charset="0"/>
                <a:cs typeface="Calibri" panose="020F0502020204030204" pitchFamily="34" charset="0"/>
                <a:sym typeface="Avenir Book"/>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Shape 56">
            <a:extLst>
              <a:ext uri="{FF2B5EF4-FFF2-40B4-BE49-F238E27FC236}">
                <a16:creationId xmlns:a16="http://schemas.microsoft.com/office/drawing/2014/main" id="{B41ED6E9-C809-4B00-9109-DB31334DE413}"/>
              </a:ext>
            </a:extLst>
          </p:cNvPr>
          <p:cNvSpPr>
            <a:spLocks noGrp="1"/>
          </p:cNvSpPr>
          <p:nvPr>
            <p:ph type="body" sz="quarter" idx="14" hasCustomPrompt="1"/>
          </p:nvPr>
        </p:nvSpPr>
        <p:spPr>
          <a:xfrm>
            <a:off x="841199" y="343238"/>
            <a:ext cx="7610492" cy="391133"/>
          </a:xfrm>
          <a:prstGeom prst="rect">
            <a:avLst/>
          </a:prstGeom>
        </p:spPr>
        <p:txBody>
          <a:bodyPr wrap="square">
            <a:spAutoFit/>
          </a:bodyPr>
          <a:lstStyle>
            <a:lvl1pPr marL="0" indent="0">
              <a:spcBef>
                <a:spcPts val="0"/>
              </a:spcBef>
              <a:buSzTx/>
              <a:buNone/>
              <a:defRPr sz="1875" b="1">
                <a:latin typeface="Calibri" panose="020F0502020204030204" pitchFamily="34" charset="0"/>
                <a:ea typeface="Calibri" panose="020F0502020204030204" pitchFamily="34" charset="0"/>
                <a:cs typeface="Calibri" panose="020F0502020204030204" pitchFamily="34" charset="0"/>
                <a:sym typeface="Avenir Heavy"/>
              </a:defRPr>
            </a:lvl1pPr>
          </a:lstStyle>
          <a:p>
            <a:r>
              <a:rPr lang="en-US"/>
              <a:t>Slide title</a:t>
            </a:r>
          </a:p>
        </p:txBody>
      </p:sp>
      <p:sp>
        <p:nvSpPr>
          <p:cNvPr id="14" name="Shape 45">
            <a:extLst>
              <a:ext uri="{FF2B5EF4-FFF2-40B4-BE49-F238E27FC236}">
                <a16:creationId xmlns:a16="http://schemas.microsoft.com/office/drawing/2014/main" id="{78CFE139-0FE2-4EFC-AB17-46E209FF11A1}"/>
              </a:ext>
            </a:extLst>
          </p:cNvPr>
          <p:cNvSpPr/>
          <p:nvPr userDrawn="1"/>
        </p:nvSpPr>
        <p:spPr>
          <a:xfrm>
            <a:off x="616149" y="394534"/>
            <a:ext cx="113295" cy="288541"/>
          </a:xfrm>
          <a:prstGeom prst="rect">
            <a:avLst/>
          </a:prstGeom>
          <a:solidFill>
            <a:srgbClr val="F9BF3B"/>
          </a:solidFill>
          <a:ln w="12700">
            <a:miter lim="400000"/>
          </a:ln>
        </p:spPr>
        <p:txBody>
          <a:bodyPr lIns="47625" tIns="47625" rIns="47625" bIns="47625" anchor="ctr"/>
          <a:lstStyle/>
          <a:p>
            <a:pPr>
              <a:defRPr sz="2400">
                <a:solidFill>
                  <a:srgbClr val="FFFFFF"/>
                </a:solidFill>
              </a:defRPr>
            </a:pPr>
            <a:endParaRPr sz="2250">
              <a:latin typeface="Calibri" panose="020F0502020204030204" pitchFamily="34" charset="0"/>
              <a:cs typeface="Calibri" panose="020F0502020204030204" pitchFamily="34" charset="0"/>
            </a:endParaRPr>
          </a:p>
        </p:txBody>
      </p:sp>
      <p:pic>
        <p:nvPicPr>
          <p:cNvPr id="10" name="Picture 9">
            <a:extLst>
              <a:ext uri="{FF2B5EF4-FFF2-40B4-BE49-F238E27FC236}">
                <a16:creationId xmlns:a16="http://schemas.microsoft.com/office/drawing/2014/main" id="{80C7EA7F-C8A5-4014-A0A1-EE370F4CF23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8606" y="6537567"/>
            <a:ext cx="285710" cy="141446"/>
          </a:xfrm>
          <a:prstGeom prst="rect">
            <a:avLst/>
          </a:prstGeom>
        </p:spPr>
      </p:pic>
      <p:sp>
        <p:nvSpPr>
          <p:cNvPr id="12" name="Shape 105">
            <a:extLst>
              <a:ext uri="{FF2B5EF4-FFF2-40B4-BE49-F238E27FC236}">
                <a16:creationId xmlns:a16="http://schemas.microsoft.com/office/drawing/2014/main" id="{544DD525-4216-6BBE-757E-FBE04EDFCC79}"/>
              </a:ext>
            </a:extLst>
          </p:cNvPr>
          <p:cNvSpPr/>
          <p:nvPr userDrawn="1"/>
        </p:nvSpPr>
        <p:spPr>
          <a:xfrm>
            <a:off x="701" y="6802207"/>
            <a:ext cx="12190599" cy="61726"/>
          </a:xfrm>
          <a:prstGeom prst="rect">
            <a:avLst/>
          </a:prstGeom>
          <a:gradFill>
            <a:gsLst>
              <a:gs pos="0">
                <a:srgbClr val="151D24"/>
              </a:gs>
              <a:gs pos="41352">
                <a:srgbClr val="677F9D"/>
              </a:gs>
              <a:gs pos="99772">
                <a:srgbClr val="7497CA"/>
              </a:gs>
            </a:gsLst>
          </a:gradFill>
          <a:ln w="12700">
            <a:miter lim="400000"/>
          </a:ln>
        </p:spPr>
        <p:txBody>
          <a:bodyPr lIns="35718" tIns="35718" rIns="35718" bIns="35718" anchor="ctr"/>
          <a:lstStyle/>
          <a:p>
            <a:pPr>
              <a:defRPr sz="2400">
                <a:solidFill>
                  <a:srgbClr val="FFFFFF"/>
                </a:solidFill>
              </a:defRPr>
            </a:pPr>
            <a:endParaRPr sz="1687"/>
          </a:p>
        </p:txBody>
      </p:sp>
    </p:spTree>
    <p:extLst>
      <p:ext uri="{BB962C8B-B14F-4D97-AF65-F5344CB8AC3E}">
        <p14:creationId xmlns:p14="http://schemas.microsoft.com/office/powerpoint/2010/main" val="3790223446"/>
      </p:ext>
    </p:extLst>
  </p:cSld>
  <p:clrMapOvr>
    <a:masterClrMapping/>
  </p:clrMapOvr>
  <p:transition spd="med"/>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userDrawn="1">
  <p:cSld name="2_Cover Page">
    <p:bg>
      <p:bgPr>
        <a:solidFill>
          <a:srgbClr val="151D24"/>
        </a:solidFill>
        <a:effectLst/>
      </p:bgPr>
    </p:bg>
    <p:spTree>
      <p:nvGrpSpPr>
        <p:cNvPr id="1" name=""/>
        <p:cNvGrpSpPr/>
        <p:nvPr/>
      </p:nvGrpSpPr>
      <p:grpSpPr>
        <a:xfrm>
          <a:off x="0" y="0"/>
          <a:ext cx="0" cy="0"/>
          <a:chOff x="0" y="0"/>
          <a:chExt cx="0" cy="0"/>
        </a:xfrm>
      </p:grpSpPr>
      <p:sp>
        <p:nvSpPr>
          <p:cNvPr id="15" name="Shape 15"/>
          <p:cNvSpPr>
            <a:spLocks noGrp="1"/>
          </p:cNvSpPr>
          <p:nvPr>
            <p:ph type="body" sz="quarter" idx="14" hasCustomPrompt="1"/>
          </p:nvPr>
        </p:nvSpPr>
        <p:spPr>
          <a:xfrm>
            <a:off x="5000118" y="3162078"/>
            <a:ext cx="1840119" cy="461665"/>
          </a:xfrm>
          <a:prstGeom prst="rect">
            <a:avLst/>
          </a:prstGeom>
        </p:spPr>
        <p:txBody>
          <a:bodyPr wrap="none">
            <a:spAutoFit/>
          </a:bodyPr>
          <a:lstStyle>
            <a:lvl1pPr marL="0" indent="0">
              <a:spcBef>
                <a:spcPts val="0"/>
              </a:spcBef>
              <a:buSzTx/>
              <a:buNone/>
              <a:defRPr sz="3000">
                <a:solidFill>
                  <a:srgbClr val="FFFFFF"/>
                </a:solidFill>
                <a:latin typeface="Calibri" panose="020F0502020204030204" pitchFamily="34" charset="0"/>
                <a:ea typeface="Calibri" panose="020F0502020204030204" pitchFamily="34" charset="0"/>
                <a:cs typeface="Calibri" panose="020F0502020204030204" pitchFamily="34" charset="0"/>
                <a:sym typeface="Avenir Heavy"/>
              </a:defRPr>
            </a:lvl1pPr>
          </a:lstStyle>
          <a:p>
            <a:r>
              <a:rPr lang="en-US"/>
              <a:t>Questions?</a:t>
            </a:r>
            <a:endParaRPr/>
          </a:p>
        </p:txBody>
      </p:sp>
      <p:sp>
        <p:nvSpPr>
          <p:cNvPr id="16" name="Shape 16"/>
          <p:cNvSpPr/>
          <p:nvPr/>
        </p:nvSpPr>
        <p:spPr>
          <a:xfrm flipV="1">
            <a:off x="4394022" y="2756970"/>
            <a:ext cx="1" cy="1344060"/>
          </a:xfrm>
          <a:prstGeom prst="line">
            <a:avLst/>
          </a:prstGeom>
          <a:ln w="25400">
            <a:solidFill>
              <a:srgbClr val="151D24"/>
            </a:solidFill>
            <a:miter lim="400000"/>
          </a:ln>
          <a:effectLst>
            <a:outerShdw blurRad="25400" dist="27131" rotWithShape="0">
              <a:srgbClr val="000000">
                <a:alpha val="18863"/>
              </a:srgbClr>
            </a:outerShdw>
          </a:effectLst>
        </p:spPr>
        <p:txBody>
          <a:bodyPr lIns="47625" tIns="47625" rIns="47625" bIns="47625" anchor="ctr"/>
          <a:lstStyle/>
          <a:p>
            <a:pPr>
              <a:defRPr sz="2400"/>
            </a:pPr>
            <a:endParaRPr sz="2250">
              <a:latin typeface="Calibri" panose="020F0502020204030204" pitchFamily="34" charset="0"/>
              <a:cs typeface="Calibri" panose="020F0502020204030204" pitchFamily="34" charset="0"/>
            </a:endParaRPr>
          </a:p>
        </p:txBody>
      </p:sp>
      <p:sp>
        <p:nvSpPr>
          <p:cNvPr id="17" name="Shape 17"/>
          <p:cNvSpPr/>
          <p:nvPr/>
        </p:nvSpPr>
        <p:spPr>
          <a:xfrm flipV="1">
            <a:off x="4405928" y="2730913"/>
            <a:ext cx="1" cy="1396174"/>
          </a:xfrm>
          <a:prstGeom prst="line">
            <a:avLst/>
          </a:prstGeom>
          <a:ln w="12700">
            <a:solidFill>
              <a:srgbClr val="10171D"/>
            </a:solidFill>
            <a:miter lim="400000"/>
          </a:ln>
        </p:spPr>
        <p:txBody>
          <a:bodyPr lIns="47625" tIns="47625" rIns="47625" bIns="47625" anchor="ctr"/>
          <a:lstStyle/>
          <a:p>
            <a:pPr>
              <a:defRPr sz="2400"/>
            </a:pPr>
            <a:endParaRPr sz="2250">
              <a:latin typeface="Calibri" panose="020F0502020204030204" pitchFamily="34" charset="0"/>
              <a:cs typeface="Calibri" panose="020F0502020204030204" pitchFamily="34" charset="0"/>
            </a:endParaRPr>
          </a:p>
        </p:txBody>
      </p:sp>
      <p:sp>
        <p:nvSpPr>
          <p:cNvPr id="20" name="Shape 20"/>
          <p:cNvSpPr>
            <a:spLocks noGrp="1"/>
          </p:cNvSpPr>
          <p:nvPr>
            <p:ph type="sldNum" sz="quarter" idx="2"/>
          </p:nvPr>
        </p:nvSpPr>
        <p:spPr>
          <a:xfrm>
            <a:off x="11696651" y="6496348"/>
            <a:ext cx="241195" cy="245259"/>
          </a:xfrm>
          <a:prstGeom prst="rect">
            <a:avLst/>
          </a:prstGeom>
        </p:spPr>
        <p:txBody>
          <a:bodyPr/>
          <a:lstStyle>
            <a:lvl1pPr>
              <a:defRPr>
                <a:solidFill>
                  <a:srgbClr val="677F9F"/>
                </a:solidFill>
              </a:defRPr>
            </a:lvl1pPr>
          </a:lstStyle>
          <a:p>
            <a:fld id="{86CB4B4D-7CA3-9044-876B-883B54F8677D}" type="slidenum">
              <a:t>‹#›</a:t>
            </a:fld>
            <a:endParaRPr/>
          </a:p>
        </p:txBody>
      </p:sp>
      <p:pic>
        <p:nvPicPr>
          <p:cNvPr id="4" name="Picture 3"/>
          <p:cNvPicPr>
            <a:picLocks noChangeAspect="1"/>
          </p:cNvPicPr>
          <p:nvPr userDrawn="1"/>
        </p:nvPicPr>
        <p:blipFill>
          <a:blip r:embed="rId2">
            <a:clrChange>
              <a:clrFrom>
                <a:srgbClr val="FFFFFF"/>
              </a:clrFrom>
              <a:clrTo>
                <a:srgbClr val="FFFFFF">
                  <a:alpha val="0"/>
                </a:srgbClr>
              </a:clrTo>
            </a:clrChange>
            <a:lum bright="70000" contrast="-70000"/>
            <a:alphaModFix amt="5000"/>
            <a:extLst>
              <a:ext uri="{28A0092B-C50C-407E-A947-70E740481C1C}">
                <a14:useLocalDpi xmlns:a14="http://schemas.microsoft.com/office/drawing/2010/main" val="0"/>
              </a:ext>
            </a:extLst>
          </a:blip>
          <a:stretch>
            <a:fillRect/>
          </a:stretch>
        </p:blipFill>
        <p:spPr>
          <a:xfrm>
            <a:off x="638078" y="1279944"/>
            <a:ext cx="10915845" cy="4298114"/>
          </a:xfrm>
          <a:prstGeom prst="rect">
            <a:avLst/>
          </a:prstGeom>
          <a:noFill/>
        </p:spPr>
      </p:pic>
      <p:sp>
        <p:nvSpPr>
          <p:cNvPr id="10" name="Shape 131"/>
          <p:cNvSpPr/>
          <p:nvPr userDrawn="1"/>
        </p:nvSpPr>
        <p:spPr>
          <a:xfrm>
            <a:off x="748133" y="6494925"/>
            <a:ext cx="2611292" cy="226088"/>
          </a:xfrm>
          <a:prstGeom prst="rect">
            <a:avLst/>
          </a:prstGeom>
          <a:ln w="12700">
            <a:miter lim="400000"/>
          </a:ln>
          <a:extLst>
            <a:ext uri="{C572A759-6A51-4108-AA02-DFA0A04FC94B}">
              <ma14:wrappingTextBoxFlag xmlns="" xmlns:ma14="http://schemas.microsoft.com/office/mac/drawingml/2011/main" val="1"/>
            </a:ext>
          </a:extLst>
        </p:spPr>
        <p:txBody>
          <a:bodyPr wrap="none" lIns="47625" tIns="47625" rIns="47625" bIns="47625" anchor="ctr">
            <a:spAutoFit/>
          </a:bodyPr>
          <a:lstStyle>
            <a:lvl1pPr algn="l">
              <a:defRPr sz="900">
                <a:solidFill>
                  <a:srgbClr val="647C9C"/>
                </a:solidFill>
                <a:latin typeface="Avenir Light"/>
                <a:ea typeface="Avenir Light"/>
                <a:cs typeface="Avenir Light"/>
                <a:sym typeface="Avenir Light"/>
              </a:defRPr>
            </a:lvl1pPr>
          </a:lstStyle>
          <a:p>
            <a:r>
              <a:rPr sz="844">
                <a:latin typeface="Calibri" panose="020F0502020204030204" pitchFamily="34" charset="0"/>
                <a:cs typeface="Calibri" panose="020F0502020204030204" pitchFamily="34" charset="0"/>
              </a:rPr>
              <a:t>ST6 PARTNERS CONFIDENTIAL AND PROPRIETARY ©</a:t>
            </a:r>
            <a:r>
              <a:rPr lang="en-US" sz="844">
                <a:latin typeface="Calibri" panose="020F0502020204030204" pitchFamily="34" charset="0"/>
                <a:cs typeface="Calibri" panose="020F0502020204030204" pitchFamily="34" charset="0"/>
              </a:rPr>
              <a:t>2021</a:t>
            </a:r>
            <a:endParaRPr sz="844">
              <a:latin typeface="Calibri" panose="020F0502020204030204" pitchFamily="34" charset="0"/>
              <a:cs typeface="Calibri" panose="020F0502020204030204" pitchFamily="34" charset="0"/>
            </a:endParaRPr>
          </a:p>
        </p:txBody>
      </p:sp>
      <p:pic>
        <p:nvPicPr>
          <p:cNvPr id="9" name="Picture 8">
            <a:extLst>
              <a:ext uri="{FF2B5EF4-FFF2-40B4-BE49-F238E27FC236}">
                <a16:creationId xmlns:a16="http://schemas.microsoft.com/office/drawing/2014/main" id="{29269044-FF29-49FB-8747-1CD18D97E7E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68606" y="6537567"/>
            <a:ext cx="285710" cy="141446"/>
          </a:xfrm>
          <a:prstGeom prst="rect">
            <a:avLst/>
          </a:prstGeom>
        </p:spPr>
      </p:pic>
    </p:spTree>
    <p:extLst>
      <p:ext uri="{BB962C8B-B14F-4D97-AF65-F5344CB8AC3E}">
        <p14:creationId xmlns:p14="http://schemas.microsoft.com/office/powerpoint/2010/main" val="1318209495"/>
      </p:ext>
    </p:extLst>
  </p:cSld>
  <p:clrMapOvr>
    <a:masterClrMapping/>
  </p:clrMapOvr>
  <p:transition spd="med"/>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Break Slide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8AAE182-A903-7A40-9F39-53612B495C7E}"/>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7">
            <a:extLst>
              <a:ext uri="{FF2B5EF4-FFF2-40B4-BE49-F238E27FC236}">
                <a16:creationId xmlns:a16="http://schemas.microsoft.com/office/drawing/2014/main" id="{D42DEBBC-106B-AD4C-B838-42D7F7EB23BC}"/>
              </a:ext>
            </a:extLst>
          </p:cNvPr>
          <p:cNvSpPr>
            <a:spLocks noGrp="1"/>
          </p:cNvSpPr>
          <p:nvPr>
            <p:ph type="title" hasCustomPrompt="1"/>
          </p:nvPr>
        </p:nvSpPr>
        <p:spPr>
          <a:xfrm>
            <a:off x="1716137" y="3600450"/>
            <a:ext cx="4505326" cy="546100"/>
          </a:xfrm>
        </p:spPr>
        <p:txBody>
          <a:bodyPr/>
          <a:lstStyle>
            <a:lvl1pPr>
              <a:lnSpc>
                <a:spcPts val="3800"/>
              </a:lnSpc>
              <a:defRPr sz="3200">
                <a:solidFill>
                  <a:schemeClr val="accent3"/>
                </a:solidFill>
              </a:defRPr>
            </a:lvl1pPr>
          </a:lstStyle>
          <a:p>
            <a:r>
              <a:rPr lang="en-US"/>
              <a:t>Click To Edit Master Title</a:t>
            </a:r>
            <a:endParaRPr lang="en-GB"/>
          </a:p>
        </p:txBody>
      </p:sp>
      <p:sp>
        <p:nvSpPr>
          <p:cNvPr id="14" name="Text Placeholder 13">
            <a:extLst>
              <a:ext uri="{FF2B5EF4-FFF2-40B4-BE49-F238E27FC236}">
                <a16:creationId xmlns:a16="http://schemas.microsoft.com/office/drawing/2014/main" id="{C5BDD823-5E5B-4B4F-A79C-C865BBB7067F}"/>
              </a:ext>
            </a:extLst>
          </p:cNvPr>
          <p:cNvSpPr>
            <a:spLocks noGrp="1"/>
          </p:cNvSpPr>
          <p:nvPr>
            <p:ph type="body" sz="quarter" idx="11" hasCustomPrompt="1"/>
          </p:nvPr>
        </p:nvSpPr>
        <p:spPr>
          <a:xfrm>
            <a:off x="1716137" y="2551113"/>
            <a:ext cx="1365251" cy="676946"/>
          </a:xfrm>
        </p:spPr>
        <p:txBody>
          <a:bodyPr rIns="0"/>
          <a:lstStyle>
            <a:lvl1pPr marL="0" indent="0" algn="l">
              <a:lnSpc>
                <a:spcPts val="6500"/>
              </a:lnSpc>
              <a:spcAft>
                <a:spcPts val="0"/>
              </a:spcAft>
              <a:buNone/>
              <a:defRPr sz="60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a:t>01</a:t>
            </a:r>
            <a:endParaRPr lang="en-GB"/>
          </a:p>
        </p:txBody>
      </p:sp>
      <p:sp>
        <p:nvSpPr>
          <p:cNvPr id="7" name="Freeform 6" hidden="1">
            <a:extLst>
              <a:ext uri="{FF2B5EF4-FFF2-40B4-BE49-F238E27FC236}">
                <a16:creationId xmlns:a16="http://schemas.microsoft.com/office/drawing/2014/main" id="{FE1DE52E-C178-CF49-B344-9BCB30285796}"/>
              </a:ext>
            </a:extLst>
          </p:cNvPr>
          <p:cNvSpPr/>
          <p:nvPr userDrawn="1"/>
        </p:nvSpPr>
        <p:spPr>
          <a:xfrm>
            <a:off x="-2310661" y="-1997419"/>
            <a:ext cx="11298503" cy="11298503"/>
          </a:xfrm>
          <a:custGeom>
            <a:avLst/>
            <a:gdLst>
              <a:gd name="connsiteX0" fmla="*/ 11805098 w 11805098"/>
              <a:gd name="connsiteY0" fmla="*/ 0 h 11805098"/>
              <a:gd name="connsiteX1" fmla="*/ 8451268 w 11805098"/>
              <a:gd name="connsiteY1" fmla="*/ 3353831 h 11805098"/>
              <a:gd name="connsiteX2" fmla="*/ 8229846 w 11805098"/>
              <a:gd name="connsiteY2" fmla="*/ 3888116 h 11805098"/>
              <a:gd name="connsiteX3" fmla="*/ 8229846 w 11805098"/>
              <a:gd name="connsiteY3" fmla="*/ 7638127 h 11805098"/>
              <a:gd name="connsiteX4" fmla="*/ 7474138 w 11805098"/>
              <a:gd name="connsiteY4" fmla="*/ 8393834 h 11805098"/>
              <a:gd name="connsiteX5" fmla="*/ 3724128 w 11805098"/>
              <a:gd name="connsiteY5" fmla="*/ 8393834 h 11805098"/>
              <a:gd name="connsiteX6" fmla="*/ 3189842 w 11805098"/>
              <a:gd name="connsiteY6" fmla="*/ 8615256 h 11805098"/>
              <a:gd name="connsiteX7" fmla="*/ 0 w 11805098"/>
              <a:gd name="connsiteY7" fmla="*/ 11805098 h 11805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05098" h="11805098">
                <a:moveTo>
                  <a:pt x="11805098" y="0"/>
                </a:moveTo>
                <a:lnTo>
                  <a:pt x="8451268" y="3353831"/>
                </a:lnTo>
                <a:cubicBezTo>
                  <a:pt x="8309573" y="3495526"/>
                  <a:pt x="8229846" y="3687854"/>
                  <a:pt x="8229846" y="3888116"/>
                </a:cubicBezTo>
                <a:lnTo>
                  <a:pt x="8229846" y="7638127"/>
                </a:lnTo>
                <a:cubicBezTo>
                  <a:pt x="8229846" y="8055467"/>
                  <a:pt x="7891478" y="8393834"/>
                  <a:pt x="7474138" y="8393834"/>
                </a:cubicBezTo>
                <a:lnTo>
                  <a:pt x="3724128" y="8393834"/>
                </a:lnTo>
                <a:cubicBezTo>
                  <a:pt x="3523676" y="8393834"/>
                  <a:pt x="3331538" y="8473373"/>
                  <a:pt x="3189842" y="8615256"/>
                </a:cubicBezTo>
                <a:lnTo>
                  <a:pt x="0" y="11805098"/>
                </a:lnTo>
              </a:path>
            </a:pathLst>
          </a:custGeom>
          <a:noFill/>
          <a:ln w="25400" cap="flat">
            <a:solidFill>
              <a:schemeClr val="accent3"/>
            </a:solidFill>
            <a:prstDash val="solid"/>
            <a:miter/>
          </a:ln>
        </p:spPr>
        <p:txBody>
          <a:bodyPr rtlCol="0" anchor="ctr"/>
          <a:lstStyle/>
          <a:p>
            <a:endParaRPr lang="en-GB"/>
          </a:p>
        </p:txBody>
      </p:sp>
      <p:sp>
        <p:nvSpPr>
          <p:cNvPr id="9" name="Freeform 8" hidden="1">
            <a:extLst>
              <a:ext uri="{FF2B5EF4-FFF2-40B4-BE49-F238E27FC236}">
                <a16:creationId xmlns:a16="http://schemas.microsoft.com/office/drawing/2014/main" id="{F0CDCEE9-1721-CD48-B897-0F61D4F51E26}"/>
              </a:ext>
            </a:extLst>
          </p:cNvPr>
          <p:cNvSpPr/>
          <p:nvPr userDrawn="1"/>
        </p:nvSpPr>
        <p:spPr>
          <a:xfrm>
            <a:off x="-2998678" y="-2449286"/>
            <a:ext cx="11298503" cy="11298683"/>
          </a:xfrm>
          <a:custGeom>
            <a:avLst/>
            <a:gdLst>
              <a:gd name="connsiteX0" fmla="*/ 0 w 11805098"/>
              <a:gd name="connsiteY0" fmla="*/ 11805288 h 11805287"/>
              <a:gd name="connsiteX1" fmla="*/ 3190787 w 11805098"/>
              <a:gd name="connsiteY1" fmla="*/ 8614501 h 11805287"/>
              <a:gd name="connsiteX2" fmla="*/ 3412209 w 11805098"/>
              <a:gd name="connsiteY2" fmla="*/ 8080216 h 11805287"/>
              <a:gd name="connsiteX3" fmla="*/ 3412209 w 11805098"/>
              <a:gd name="connsiteY3" fmla="*/ 4332095 h 11805287"/>
              <a:gd name="connsiteX4" fmla="*/ 4167917 w 11805098"/>
              <a:gd name="connsiteY4" fmla="*/ 3576387 h 11805287"/>
              <a:gd name="connsiteX5" fmla="*/ 7915660 w 11805098"/>
              <a:gd name="connsiteY5" fmla="*/ 3576387 h 11805287"/>
              <a:gd name="connsiteX6" fmla="*/ 8449945 w 11805098"/>
              <a:gd name="connsiteY6" fmla="*/ 3354965 h 11805287"/>
              <a:gd name="connsiteX7" fmla="*/ 11805099 w 11805098"/>
              <a:gd name="connsiteY7" fmla="*/ 0 h 11805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05098" h="11805287">
                <a:moveTo>
                  <a:pt x="0" y="11805288"/>
                </a:moveTo>
                <a:lnTo>
                  <a:pt x="3190787" y="8614501"/>
                </a:lnTo>
                <a:cubicBezTo>
                  <a:pt x="3332482" y="8472805"/>
                  <a:pt x="3412209" y="8280478"/>
                  <a:pt x="3412209" y="8080216"/>
                </a:cubicBezTo>
                <a:lnTo>
                  <a:pt x="3412209" y="4332095"/>
                </a:lnTo>
                <a:cubicBezTo>
                  <a:pt x="3412209" y="3914755"/>
                  <a:pt x="3750577" y="3576387"/>
                  <a:pt x="4167917" y="3576387"/>
                </a:cubicBezTo>
                <a:lnTo>
                  <a:pt x="7915660" y="3576387"/>
                </a:lnTo>
                <a:cubicBezTo>
                  <a:pt x="8116112" y="3576387"/>
                  <a:pt x="8308251" y="3496849"/>
                  <a:pt x="8449945" y="3354965"/>
                </a:cubicBezTo>
                <a:lnTo>
                  <a:pt x="11805099" y="0"/>
                </a:lnTo>
              </a:path>
            </a:pathLst>
          </a:custGeom>
          <a:noFill/>
          <a:ln w="25400" cap="flat">
            <a:solidFill>
              <a:schemeClr val="accent3"/>
            </a:solidFill>
            <a:prstDash val="solid"/>
            <a:miter/>
          </a:ln>
        </p:spPr>
        <p:txBody>
          <a:bodyPr rtlCol="0" anchor="ctr"/>
          <a:lstStyle/>
          <a:p>
            <a:endParaRPr lang="en-GB"/>
          </a:p>
        </p:txBody>
      </p:sp>
      <p:cxnSp>
        <p:nvCxnSpPr>
          <p:cNvPr id="41" name="Straight Connector 40">
            <a:extLst>
              <a:ext uri="{FF2B5EF4-FFF2-40B4-BE49-F238E27FC236}">
                <a16:creationId xmlns:a16="http://schemas.microsoft.com/office/drawing/2014/main" id="{321001C7-D53E-3F4D-9420-9829990BC098}"/>
              </a:ext>
            </a:extLst>
          </p:cNvPr>
          <p:cNvCxnSpPr>
            <a:cxnSpLocks/>
          </p:cNvCxnSpPr>
          <p:nvPr userDrawn="1"/>
        </p:nvCxnSpPr>
        <p:spPr>
          <a:xfrm>
            <a:off x="11634435" y="6400800"/>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42" name="Rounded Rectangle 41">
            <a:extLst>
              <a:ext uri="{FF2B5EF4-FFF2-40B4-BE49-F238E27FC236}">
                <a16:creationId xmlns:a16="http://schemas.microsoft.com/office/drawing/2014/main" id="{21A7CCF3-D189-DA4D-9943-86FF2A6C1051}"/>
              </a:ext>
            </a:extLst>
          </p:cNvPr>
          <p:cNvSpPr>
            <a:spLocks noChangeAspect="1"/>
          </p:cNvSpPr>
          <p:nvPr userDrawn="1"/>
        </p:nvSpPr>
        <p:spPr>
          <a:xfrm rot="2700000">
            <a:off x="11576386" y="6332218"/>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931F644F-3A84-59B4-AEA2-8EA329D33DC4}"/>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bg1"/>
                </a:solidFill>
                <a:latin typeface="+mj-lt"/>
              </a:rPr>
              <a:t>Confidential</a:t>
            </a:r>
          </a:p>
        </p:txBody>
      </p:sp>
      <p:sp>
        <p:nvSpPr>
          <p:cNvPr id="13" name="Slide Number Placeholder 5">
            <a:extLst>
              <a:ext uri="{FF2B5EF4-FFF2-40B4-BE49-F238E27FC236}">
                <a16:creationId xmlns:a16="http://schemas.microsoft.com/office/drawing/2014/main" id="{FCB720B0-4D32-63D7-FDF3-6CE86534FFEC}"/>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bg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3411668166"/>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5 Columns Text and Callout + Icons">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2"/>
            <a:ext cx="6468699" cy="695608"/>
          </a:xfrm>
        </p:spPr>
        <p:txBody>
          <a:bodyPr/>
          <a:lstStyle/>
          <a:p>
            <a:r>
              <a:rPr lang="en-US"/>
              <a:t>Click To Edit Master Title Style</a:t>
            </a:r>
            <a:endParaRPr lang="en-GB"/>
          </a:p>
        </p:txBody>
      </p:sp>
      <p:sp>
        <p:nvSpPr>
          <p:cNvPr id="48" name="Text Placeholder 47">
            <a:extLst>
              <a:ext uri="{FF2B5EF4-FFF2-40B4-BE49-F238E27FC236}">
                <a16:creationId xmlns:a16="http://schemas.microsoft.com/office/drawing/2014/main" id="{FFCCB661-53E0-5448-AF21-F8198A7FB0F6}"/>
              </a:ext>
            </a:extLst>
          </p:cNvPr>
          <p:cNvSpPr>
            <a:spLocks noGrp="1"/>
          </p:cNvSpPr>
          <p:nvPr>
            <p:ph type="body" sz="quarter" idx="22" hasCustomPrompt="1"/>
          </p:nvPr>
        </p:nvSpPr>
        <p:spPr>
          <a:xfrm>
            <a:off x="454025" y="3170148"/>
            <a:ext cx="1929384"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7" name="Text Placeholder 47">
            <a:extLst>
              <a:ext uri="{FF2B5EF4-FFF2-40B4-BE49-F238E27FC236}">
                <a16:creationId xmlns:a16="http://schemas.microsoft.com/office/drawing/2014/main" id="{19400723-BC54-8349-8A95-23946DB2C51A}"/>
              </a:ext>
            </a:extLst>
          </p:cNvPr>
          <p:cNvSpPr>
            <a:spLocks noGrp="1"/>
          </p:cNvSpPr>
          <p:nvPr>
            <p:ph type="body" sz="quarter" idx="25" hasCustomPrompt="1"/>
          </p:nvPr>
        </p:nvSpPr>
        <p:spPr>
          <a:xfrm>
            <a:off x="454025" y="2756244"/>
            <a:ext cx="1929384"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grpSp>
        <p:nvGrpSpPr>
          <p:cNvPr id="25" name="Graphic 62" hidden="1">
            <a:extLst>
              <a:ext uri="{FF2B5EF4-FFF2-40B4-BE49-F238E27FC236}">
                <a16:creationId xmlns:a16="http://schemas.microsoft.com/office/drawing/2014/main" id="{37E8EFD6-93AF-7C40-8F83-1CC6A17CF023}"/>
              </a:ext>
            </a:extLst>
          </p:cNvPr>
          <p:cNvGrpSpPr/>
          <p:nvPr userDrawn="1"/>
        </p:nvGrpSpPr>
        <p:grpSpPr>
          <a:xfrm>
            <a:off x="11389259" y="6063628"/>
            <a:ext cx="352694" cy="349203"/>
            <a:chOff x="10767269" y="208371"/>
            <a:chExt cx="182844" cy="181034"/>
          </a:xfrm>
        </p:grpSpPr>
        <p:sp>
          <p:nvSpPr>
            <p:cNvPr id="26" name="Freeform 25">
              <a:extLst>
                <a:ext uri="{FF2B5EF4-FFF2-40B4-BE49-F238E27FC236}">
                  <a16:creationId xmlns:a16="http://schemas.microsoft.com/office/drawing/2014/main" id="{4F651056-D366-E545-9DE0-774E7A8D6A3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AD7B71D8-BB1F-F844-9402-FE9AF1EF66C9}"/>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30EBE199-BDA1-6A49-914A-B62A8829C8A3}"/>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54E1BC0B-11CF-C343-B4DA-25D4DECBE1A9}"/>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2" name="Freeform 31">
              <a:extLst>
                <a:ext uri="{FF2B5EF4-FFF2-40B4-BE49-F238E27FC236}">
                  <a16:creationId xmlns:a16="http://schemas.microsoft.com/office/drawing/2014/main" id="{C065C08D-2708-B64D-8AD3-C0ADC2A2307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80" name="Text Placeholder 47">
            <a:extLst>
              <a:ext uri="{FF2B5EF4-FFF2-40B4-BE49-F238E27FC236}">
                <a16:creationId xmlns:a16="http://schemas.microsoft.com/office/drawing/2014/main" id="{769CF6C3-F090-E7F1-BB56-4531E57B70BE}"/>
              </a:ext>
            </a:extLst>
          </p:cNvPr>
          <p:cNvSpPr>
            <a:spLocks noGrp="1"/>
          </p:cNvSpPr>
          <p:nvPr>
            <p:ph type="body" sz="quarter" idx="26" hasCustomPrompt="1"/>
          </p:nvPr>
        </p:nvSpPr>
        <p:spPr>
          <a:xfrm>
            <a:off x="2802478" y="3170148"/>
            <a:ext cx="1929384"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81" name="Text Placeholder 47">
            <a:extLst>
              <a:ext uri="{FF2B5EF4-FFF2-40B4-BE49-F238E27FC236}">
                <a16:creationId xmlns:a16="http://schemas.microsoft.com/office/drawing/2014/main" id="{D99C8652-1EA0-C7E1-2AAC-6D6BDB302D03}"/>
              </a:ext>
            </a:extLst>
          </p:cNvPr>
          <p:cNvSpPr>
            <a:spLocks noGrp="1"/>
          </p:cNvSpPr>
          <p:nvPr>
            <p:ph type="body" sz="quarter" idx="27" hasCustomPrompt="1"/>
          </p:nvPr>
        </p:nvSpPr>
        <p:spPr>
          <a:xfrm>
            <a:off x="2802478" y="2756244"/>
            <a:ext cx="1929384"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83" name="Text Placeholder 47">
            <a:extLst>
              <a:ext uri="{FF2B5EF4-FFF2-40B4-BE49-F238E27FC236}">
                <a16:creationId xmlns:a16="http://schemas.microsoft.com/office/drawing/2014/main" id="{8EF1F521-2C1F-660B-1B66-26361DD0EAD3}"/>
              </a:ext>
            </a:extLst>
          </p:cNvPr>
          <p:cNvSpPr>
            <a:spLocks noGrp="1"/>
          </p:cNvSpPr>
          <p:nvPr>
            <p:ph type="body" sz="quarter" idx="28" hasCustomPrompt="1"/>
          </p:nvPr>
        </p:nvSpPr>
        <p:spPr>
          <a:xfrm>
            <a:off x="5147073" y="3170148"/>
            <a:ext cx="1929384"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84" name="Text Placeholder 47">
            <a:extLst>
              <a:ext uri="{FF2B5EF4-FFF2-40B4-BE49-F238E27FC236}">
                <a16:creationId xmlns:a16="http://schemas.microsoft.com/office/drawing/2014/main" id="{DB26188A-25C6-B60E-C2B7-9E66A70F33A1}"/>
              </a:ext>
            </a:extLst>
          </p:cNvPr>
          <p:cNvSpPr>
            <a:spLocks noGrp="1"/>
          </p:cNvSpPr>
          <p:nvPr>
            <p:ph type="body" sz="quarter" idx="29" hasCustomPrompt="1"/>
          </p:nvPr>
        </p:nvSpPr>
        <p:spPr>
          <a:xfrm>
            <a:off x="5147073" y="2756244"/>
            <a:ext cx="1929384"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86" name="Text Placeholder 47">
            <a:extLst>
              <a:ext uri="{FF2B5EF4-FFF2-40B4-BE49-F238E27FC236}">
                <a16:creationId xmlns:a16="http://schemas.microsoft.com/office/drawing/2014/main" id="{A8BD44EB-4746-14D0-03DB-B7FB64BE3F29}"/>
              </a:ext>
            </a:extLst>
          </p:cNvPr>
          <p:cNvSpPr>
            <a:spLocks noGrp="1"/>
          </p:cNvSpPr>
          <p:nvPr>
            <p:ph type="body" sz="quarter" idx="30" hasCustomPrompt="1"/>
          </p:nvPr>
        </p:nvSpPr>
        <p:spPr>
          <a:xfrm>
            <a:off x="7504920" y="3170148"/>
            <a:ext cx="1929384"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87" name="Text Placeholder 47">
            <a:extLst>
              <a:ext uri="{FF2B5EF4-FFF2-40B4-BE49-F238E27FC236}">
                <a16:creationId xmlns:a16="http://schemas.microsoft.com/office/drawing/2014/main" id="{A46F8B32-2734-A492-7730-1BFAD6C1A939}"/>
              </a:ext>
            </a:extLst>
          </p:cNvPr>
          <p:cNvSpPr>
            <a:spLocks noGrp="1"/>
          </p:cNvSpPr>
          <p:nvPr>
            <p:ph type="body" sz="quarter" idx="31" hasCustomPrompt="1"/>
          </p:nvPr>
        </p:nvSpPr>
        <p:spPr>
          <a:xfrm>
            <a:off x="7504920" y="2756244"/>
            <a:ext cx="1929384"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89" name="Text Placeholder 47">
            <a:extLst>
              <a:ext uri="{FF2B5EF4-FFF2-40B4-BE49-F238E27FC236}">
                <a16:creationId xmlns:a16="http://schemas.microsoft.com/office/drawing/2014/main" id="{C2A6A512-7A61-D1B1-EFEF-EF532A9B7B65}"/>
              </a:ext>
            </a:extLst>
          </p:cNvPr>
          <p:cNvSpPr>
            <a:spLocks noGrp="1"/>
          </p:cNvSpPr>
          <p:nvPr>
            <p:ph type="body" sz="quarter" idx="32" hasCustomPrompt="1"/>
          </p:nvPr>
        </p:nvSpPr>
        <p:spPr>
          <a:xfrm>
            <a:off x="9820080" y="3170148"/>
            <a:ext cx="1929384"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90" name="Text Placeholder 47">
            <a:extLst>
              <a:ext uri="{FF2B5EF4-FFF2-40B4-BE49-F238E27FC236}">
                <a16:creationId xmlns:a16="http://schemas.microsoft.com/office/drawing/2014/main" id="{C982340C-E7AA-21AE-9202-6AA0148335D9}"/>
              </a:ext>
            </a:extLst>
          </p:cNvPr>
          <p:cNvSpPr>
            <a:spLocks noGrp="1"/>
          </p:cNvSpPr>
          <p:nvPr>
            <p:ph type="body" sz="quarter" idx="33" hasCustomPrompt="1"/>
          </p:nvPr>
        </p:nvSpPr>
        <p:spPr>
          <a:xfrm>
            <a:off x="9820080" y="2756244"/>
            <a:ext cx="1929384"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102" name="Text Placeholder 47">
            <a:extLst>
              <a:ext uri="{FF2B5EF4-FFF2-40B4-BE49-F238E27FC236}">
                <a16:creationId xmlns:a16="http://schemas.microsoft.com/office/drawing/2014/main" id="{77A3C413-88E4-48DB-8F69-7E2EBB771256}"/>
              </a:ext>
            </a:extLst>
          </p:cNvPr>
          <p:cNvSpPr>
            <a:spLocks noGrp="1"/>
          </p:cNvSpPr>
          <p:nvPr>
            <p:ph type="body" sz="quarter" idx="34" hasCustomPrompt="1"/>
          </p:nvPr>
        </p:nvSpPr>
        <p:spPr>
          <a:xfrm>
            <a:off x="454025" y="4737617"/>
            <a:ext cx="1929384" cy="347472"/>
          </a:xfrm>
        </p:spPr>
        <p:txBody>
          <a:bodyPr anchor="b"/>
          <a:lstStyle>
            <a:lvl1pPr marL="0" indent="0">
              <a:lnSpc>
                <a:spcPct val="100000"/>
              </a:lnSpc>
              <a:buNone/>
              <a:defRPr sz="3200" b="0" i="0">
                <a:solidFill>
                  <a:schemeClr val="accent2"/>
                </a:solidFill>
                <a:latin typeface="Franklin Gothic Book" panose="020B0503020102020204" pitchFamily="34" charset="0"/>
              </a:defRPr>
            </a:lvl1pPr>
            <a:lvl2pPr marL="239712" indent="0">
              <a:buNone/>
              <a:defRPr sz="1200"/>
            </a:lvl2pPr>
          </a:lstStyle>
          <a:p>
            <a:pPr lvl="0"/>
            <a:r>
              <a:rPr lang="en-US"/>
              <a:t>#</a:t>
            </a:r>
          </a:p>
        </p:txBody>
      </p:sp>
      <p:cxnSp>
        <p:nvCxnSpPr>
          <p:cNvPr id="103" name="Straight Connector 102">
            <a:extLst>
              <a:ext uri="{FF2B5EF4-FFF2-40B4-BE49-F238E27FC236}">
                <a16:creationId xmlns:a16="http://schemas.microsoft.com/office/drawing/2014/main" id="{D3E7E475-B09E-1A57-3694-25843A619F98}"/>
              </a:ext>
            </a:extLst>
          </p:cNvPr>
          <p:cNvCxnSpPr>
            <a:cxnSpLocks/>
          </p:cNvCxnSpPr>
          <p:nvPr userDrawn="1"/>
        </p:nvCxnSpPr>
        <p:spPr>
          <a:xfrm>
            <a:off x="450047" y="4572000"/>
            <a:ext cx="1929384"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4" name="Text Placeholder 47">
            <a:extLst>
              <a:ext uri="{FF2B5EF4-FFF2-40B4-BE49-F238E27FC236}">
                <a16:creationId xmlns:a16="http://schemas.microsoft.com/office/drawing/2014/main" id="{47C95425-7608-C8C8-B471-2816B2DE33ED}"/>
              </a:ext>
            </a:extLst>
          </p:cNvPr>
          <p:cNvSpPr>
            <a:spLocks noGrp="1"/>
          </p:cNvSpPr>
          <p:nvPr>
            <p:ph type="body" sz="quarter" idx="35" hasCustomPrompt="1"/>
          </p:nvPr>
        </p:nvSpPr>
        <p:spPr>
          <a:xfrm>
            <a:off x="2802478" y="4737617"/>
            <a:ext cx="1929384" cy="347472"/>
          </a:xfrm>
        </p:spPr>
        <p:txBody>
          <a:bodyPr anchor="b"/>
          <a:lstStyle>
            <a:lvl1pPr marL="0" indent="0">
              <a:lnSpc>
                <a:spcPct val="100000"/>
              </a:lnSpc>
              <a:buNone/>
              <a:defRPr sz="3200" b="0" i="0">
                <a:solidFill>
                  <a:schemeClr val="accent2"/>
                </a:solidFill>
                <a:latin typeface="Franklin Gothic Book" panose="020B0503020102020204" pitchFamily="34" charset="0"/>
              </a:defRPr>
            </a:lvl1pPr>
            <a:lvl2pPr marL="239712" indent="0">
              <a:buNone/>
              <a:defRPr sz="1200"/>
            </a:lvl2pPr>
          </a:lstStyle>
          <a:p>
            <a:pPr lvl="0"/>
            <a:r>
              <a:rPr lang="en-US"/>
              <a:t>#</a:t>
            </a:r>
          </a:p>
        </p:txBody>
      </p:sp>
      <p:cxnSp>
        <p:nvCxnSpPr>
          <p:cNvPr id="105" name="Straight Connector 104">
            <a:extLst>
              <a:ext uri="{FF2B5EF4-FFF2-40B4-BE49-F238E27FC236}">
                <a16:creationId xmlns:a16="http://schemas.microsoft.com/office/drawing/2014/main" id="{E296C9D3-3A76-DF05-0449-2F624FC740F6}"/>
              </a:ext>
            </a:extLst>
          </p:cNvPr>
          <p:cNvCxnSpPr>
            <a:cxnSpLocks/>
          </p:cNvCxnSpPr>
          <p:nvPr userDrawn="1"/>
        </p:nvCxnSpPr>
        <p:spPr>
          <a:xfrm>
            <a:off x="2802478" y="4572000"/>
            <a:ext cx="1929384"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6" name="Text Placeholder 47">
            <a:extLst>
              <a:ext uri="{FF2B5EF4-FFF2-40B4-BE49-F238E27FC236}">
                <a16:creationId xmlns:a16="http://schemas.microsoft.com/office/drawing/2014/main" id="{368AE8CD-0763-4691-3D50-D0B5E0C7AA74}"/>
              </a:ext>
            </a:extLst>
          </p:cNvPr>
          <p:cNvSpPr>
            <a:spLocks noGrp="1"/>
          </p:cNvSpPr>
          <p:nvPr>
            <p:ph type="body" sz="quarter" idx="36" hasCustomPrompt="1"/>
          </p:nvPr>
        </p:nvSpPr>
        <p:spPr>
          <a:xfrm>
            <a:off x="5147073" y="4737617"/>
            <a:ext cx="1929384" cy="347472"/>
          </a:xfrm>
        </p:spPr>
        <p:txBody>
          <a:bodyPr anchor="b"/>
          <a:lstStyle>
            <a:lvl1pPr marL="0" indent="0">
              <a:lnSpc>
                <a:spcPct val="100000"/>
              </a:lnSpc>
              <a:buNone/>
              <a:defRPr sz="3200" b="0" i="0">
                <a:solidFill>
                  <a:schemeClr val="accent2"/>
                </a:solidFill>
                <a:latin typeface="Franklin Gothic Book" panose="020B0503020102020204" pitchFamily="34" charset="0"/>
              </a:defRPr>
            </a:lvl1pPr>
            <a:lvl2pPr marL="239712" indent="0">
              <a:buNone/>
              <a:defRPr sz="1200"/>
            </a:lvl2pPr>
          </a:lstStyle>
          <a:p>
            <a:pPr lvl="0"/>
            <a:r>
              <a:rPr lang="en-US"/>
              <a:t>#</a:t>
            </a:r>
          </a:p>
        </p:txBody>
      </p:sp>
      <p:cxnSp>
        <p:nvCxnSpPr>
          <p:cNvPr id="107" name="Straight Connector 106">
            <a:extLst>
              <a:ext uri="{FF2B5EF4-FFF2-40B4-BE49-F238E27FC236}">
                <a16:creationId xmlns:a16="http://schemas.microsoft.com/office/drawing/2014/main" id="{BC71509E-AC2E-5E3C-4145-59F709E5DE9A}"/>
              </a:ext>
            </a:extLst>
          </p:cNvPr>
          <p:cNvCxnSpPr>
            <a:cxnSpLocks/>
          </p:cNvCxnSpPr>
          <p:nvPr userDrawn="1"/>
        </p:nvCxnSpPr>
        <p:spPr>
          <a:xfrm>
            <a:off x="5147073" y="4572000"/>
            <a:ext cx="1929384"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8" name="Text Placeholder 47">
            <a:extLst>
              <a:ext uri="{FF2B5EF4-FFF2-40B4-BE49-F238E27FC236}">
                <a16:creationId xmlns:a16="http://schemas.microsoft.com/office/drawing/2014/main" id="{0B74EE8A-9EBE-68DA-6D9B-00EAB643490A}"/>
              </a:ext>
            </a:extLst>
          </p:cNvPr>
          <p:cNvSpPr>
            <a:spLocks noGrp="1"/>
          </p:cNvSpPr>
          <p:nvPr>
            <p:ph type="body" sz="quarter" idx="37" hasCustomPrompt="1"/>
          </p:nvPr>
        </p:nvSpPr>
        <p:spPr>
          <a:xfrm>
            <a:off x="7504920" y="4737617"/>
            <a:ext cx="1929384" cy="347472"/>
          </a:xfrm>
        </p:spPr>
        <p:txBody>
          <a:bodyPr anchor="b"/>
          <a:lstStyle>
            <a:lvl1pPr marL="0" indent="0">
              <a:lnSpc>
                <a:spcPct val="100000"/>
              </a:lnSpc>
              <a:buNone/>
              <a:defRPr sz="3200" b="0" i="0">
                <a:solidFill>
                  <a:schemeClr val="accent2"/>
                </a:solidFill>
                <a:latin typeface="Franklin Gothic Book" panose="020B0503020102020204" pitchFamily="34" charset="0"/>
              </a:defRPr>
            </a:lvl1pPr>
            <a:lvl2pPr marL="239712" indent="0">
              <a:buNone/>
              <a:defRPr sz="1200"/>
            </a:lvl2pPr>
          </a:lstStyle>
          <a:p>
            <a:pPr lvl="0"/>
            <a:r>
              <a:rPr lang="en-US"/>
              <a:t>#</a:t>
            </a:r>
          </a:p>
        </p:txBody>
      </p:sp>
      <p:cxnSp>
        <p:nvCxnSpPr>
          <p:cNvPr id="109" name="Straight Connector 108">
            <a:extLst>
              <a:ext uri="{FF2B5EF4-FFF2-40B4-BE49-F238E27FC236}">
                <a16:creationId xmlns:a16="http://schemas.microsoft.com/office/drawing/2014/main" id="{AF79A18C-D982-0A08-CA45-60726B1CDE15}"/>
              </a:ext>
            </a:extLst>
          </p:cNvPr>
          <p:cNvCxnSpPr>
            <a:cxnSpLocks/>
          </p:cNvCxnSpPr>
          <p:nvPr userDrawn="1"/>
        </p:nvCxnSpPr>
        <p:spPr>
          <a:xfrm>
            <a:off x="7504920" y="4572000"/>
            <a:ext cx="1929384"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0" name="Text Placeholder 47">
            <a:extLst>
              <a:ext uri="{FF2B5EF4-FFF2-40B4-BE49-F238E27FC236}">
                <a16:creationId xmlns:a16="http://schemas.microsoft.com/office/drawing/2014/main" id="{8A65A85B-ED2E-BC8F-9304-96D2CD7A4859}"/>
              </a:ext>
            </a:extLst>
          </p:cNvPr>
          <p:cNvSpPr>
            <a:spLocks noGrp="1"/>
          </p:cNvSpPr>
          <p:nvPr>
            <p:ph type="body" sz="quarter" idx="38" hasCustomPrompt="1"/>
          </p:nvPr>
        </p:nvSpPr>
        <p:spPr>
          <a:xfrm>
            <a:off x="9820080" y="4737617"/>
            <a:ext cx="1929384" cy="347472"/>
          </a:xfrm>
        </p:spPr>
        <p:txBody>
          <a:bodyPr anchor="b"/>
          <a:lstStyle>
            <a:lvl1pPr marL="0" indent="0">
              <a:lnSpc>
                <a:spcPct val="100000"/>
              </a:lnSpc>
              <a:buNone/>
              <a:defRPr sz="3200" b="0" i="0">
                <a:solidFill>
                  <a:schemeClr val="accent2"/>
                </a:solidFill>
                <a:latin typeface="Franklin Gothic Book" panose="020B0503020102020204" pitchFamily="34" charset="0"/>
              </a:defRPr>
            </a:lvl1pPr>
            <a:lvl2pPr marL="239712" indent="0">
              <a:buNone/>
              <a:defRPr sz="1200"/>
            </a:lvl2pPr>
          </a:lstStyle>
          <a:p>
            <a:pPr lvl="0"/>
            <a:r>
              <a:rPr lang="en-US"/>
              <a:t>#</a:t>
            </a:r>
          </a:p>
        </p:txBody>
      </p:sp>
      <p:cxnSp>
        <p:nvCxnSpPr>
          <p:cNvPr id="111" name="Straight Connector 110">
            <a:extLst>
              <a:ext uri="{FF2B5EF4-FFF2-40B4-BE49-F238E27FC236}">
                <a16:creationId xmlns:a16="http://schemas.microsoft.com/office/drawing/2014/main" id="{D0BD0B8C-9639-5DD5-A1F1-69CA87DFC43A}"/>
              </a:ext>
            </a:extLst>
          </p:cNvPr>
          <p:cNvCxnSpPr>
            <a:cxnSpLocks/>
          </p:cNvCxnSpPr>
          <p:nvPr userDrawn="1"/>
        </p:nvCxnSpPr>
        <p:spPr>
          <a:xfrm>
            <a:off x="9820080" y="4572000"/>
            <a:ext cx="1929384"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2" name="Text Placeholder 47">
            <a:extLst>
              <a:ext uri="{FF2B5EF4-FFF2-40B4-BE49-F238E27FC236}">
                <a16:creationId xmlns:a16="http://schemas.microsoft.com/office/drawing/2014/main" id="{B496DB47-268E-5F3E-9EC8-188C48F839F8}"/>
              </a:ext>
            </a:extLst>
          </p:cNvPr>
          <p:cNvSpPr>
            <a:spLocks noGrp="1"/>
          </p:cNvSpPr>
          <p:nvPr>
            <p:ph type="body" sz="quarter" idx="39" hasCustomPrompt="1"/>
          </p:nvPr>
        </p:nvSpPr>
        <p:spPr>
          <a:xfrm>
            <a:off x="454025" y="5181600"/>
            <a:ext cx="1929384"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113" name="Text Placeholder 47">
            <a:extLst>
              <a:ext uri="{FF2B5EF4-FFF2-40B4-BE49-F238E27FC236}">
                <a16:creationId xmlns:a16="http://schemas.microsoft.com/office/drawing/2014/main" id="{A364A0D9-AF76-B956-E350-5D4F092FDB52}"/>
              </a:ext>
            </a:extLst>
          </p:cNvPr>
          <p:cNvSpPr>
            <a:spLocks noGrp="1"/>
          </p:cNvSpPr>
          <p:nvPr>
            <p:ph type="body" sz="quarter" idx="40" hasCustomPrompt="1"/>
          </p:nvPr>
        </p:nvSpPr>
        <p:spPr>
          <a:xfrm>
            <a:off x="2802478" y="5181600"/>
            <a:ext cx="1929384"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114" name="Text Placeholder 47">
            <a:extLst>
              <a:ext uri="{FF2B5EF4-FFF2-40B4-BE49-F238E27FC236}">
                <a16:creationId xmlns:a16="http://schemas.microsoft.com/office/drawing/2014/main" id="{D2A7F475-6FCC-EB9A-626F-E09EE06ABC55}"/>
              </a:ext>
            </a:extLst>
          </p:cNvPr>
          <p:cNvSpPr>
            <a:spLocks noGrp="1"/>
          </p:cNvSpPr>
          <p:nvPr>
            <p:ph type="body" sz="quarter" idx="41" hasCustomPrompt="1"/>
          </p:nvPr>
        </p:nvSpPr>
        <p:spPr>
          <a:xfrm>
            <a:off x="5147073" y="5181600"/>
            <a:ext cx="1929384"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115" name="Text Placeholder 47">
            <a:extLst>
              <a:ext uri="{FF2B5EF4-FFF2-40B4-BE49-F238E27FC236}">
                <a16:creationId xmlns:a16="http://schemas.microsoft.com/office/drawing/2014/main" id="{81315714-9440-9028-5FDE-83E73D209AD1}"/>
              </a:ext>
            </a:extLst>
          </p:cNvPr>
          <p:cNvSpPr>
            <a:spLocks noGrp="1"/>
          </p:cNvSpPr>
          <p:nvPr>
            <p:ph type="body" sz="quarter" idx="42" hasCustomPrompt="1"/>
          </p:nvPr>
        </p:nvSpPr>
        <p:spPr>
          <a:xfrm>
            <a:off x="7504920" y="5181600"/>
            <a:ext cx="1929384"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116" name="Text Placeholder 47">
            <a:extLst>
              <a:ext uri="{FF2B5EF4-FFF2-40B4-BE49-F238E27FC236}">
                <a16:creationId xmlns:a16="http://schemas.microsoft.com/office/drawing/2014/main" id="{13FC437A-4663-9FBB-06E1-32DBF3506E1A}"/>
              </a:ext>
            </a:extLst>
          </p:cNvPr>
          <p:cNvSpPr>
            <a:spLocks noGrp="1"/>
          </p:cNvSpPr>
          <p:nvPr>
            <p:ph type="body" sz="quarter" idx="43" hasCustomPrompt="1"/>
          </p:nvPr>
        </p:nvSpPr>
        <p:spPr>
          <a:xfrm>
            <a:off x="9820080" y="5181600"/>
            <a:ext cx="1929384"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143" name="Text Placeholder 13">
            <a:extLst>
              <a:ext uri="{FF2B5EF4-FFF2-40B4-BE49-F238E27FC236}">
                <a16:creationId xmlns:a16="http://schemas.microsoft.com/office/drawing/2014/main" id="{0FC30368-2E8C-002D-7753-7BFB3DB5F654}"/>
              </a:ext>
            </a:extLst>
          </p:cNvPr>
          <p:cNvSpPr>
            <a:spLocks noGrp="1"/>
          </p:cNvSpPr>
          <p:nvPr>
            <p:ph type="body" sz="quarter" idx="13" hasCustomPrompt="1"/>
          </p:nvPr>
        </p:nvSpPr>
        <p:spPr>
          <a:xfrm>
            <a:off x="454025" y="1157631"/>
            <a:ext cx="7407275" cy="1042644"/>
          </a:xfrm>
        </p:spPr>
        <p:txBody>
          <a:bodyPr rIns="0"/>
          <a:lstStyle>
            <a:lvl1pPr marL="0" indent="0" algn="l">
              <a:lnSpc>
                <a:spcPts val="2400"/>
              </a:lnSpc>
              <a:spcAft>
                <a:spcPts val="0"/>
              </a:spcAft>
              <a:buNone/>
              <a:defRPr sz="2400" b="0" i="0">
                <a:solidFill>
                  <a:schemeClr val="accent4"/>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 amet, consectetur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vestibulum, dui.</a:t>
            </a:r>
          </a:p>
        </p:txBody>
      </p:sp>
      <p:cxnSp>
        <p:nvCxnSpPr>
          <p:cNvPr id="41" name="Straight Connector 40">
            <a:extLst>
              <a:ext uri="{FF2B5EF4-FFF2-40B4-BE49-F238E27FC236}">
                <a16:creationId xmlns:a16="http://schemas.microsoft.com/office/drawing/2014/main" id="{415A7676-FB5F-4162-DB80-8F8C1322EB90}"/>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42" name="Rounded Rectangle 41">
            <a:extLst>
              <a:ext uri="{FF2B5EF4-FFF2-40B4-BE49-F238E27FC236}">
                <a16:creationId xmlns:a16="http://schemas.microsoft.com/office/drawing/2014/main" id="{C7890AC5-5B3C-8CE6-C9F5-F70CB5D281AD}"/>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Slide Number Placeholder 5">
            <a:extLst>
              <a:ext uri="{FF2B5EF4-FFF2-40B4-BE49-F238E27FC236}">
                <a16:creationId xmlns:a16="http://schemas.microsoft.com/office/drawing/2014/main" id="{D6717BD2-7BCB-437B-7E68-D46F525E5A75}"/>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2010043119"/>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6 Columns Text and Callout + Icons">
    <p:spTree>
      <p:nvGrpSpPr>
        <p:cNvPr id="1" name=""/>
        <p:cNvGrpSpPr/>
        <p:nvPr/>
      </p:nvGrpSpPr>
      <p:grpSpPr>
        <a:xfrm>
          <a:off x="0" y="0"/>
          <a:ext cx="0" cy="0"/>
          <a:chOff x="0" y="0"/>
          <a:chExt cx="0" cy="0"/>
        </a:xfrm>
      </p:grpSpPr>
      <p:sp>
        <p:nvSpPr>
          <p:cNvPr id="16" name="Text Placeholder 13">
            <a:extLst>
              <a:ext uri="{FF2B5EF4-FFF2-40B4-BE49-F238E27FC236}">
                <a16:creationId xmlns:a16="http://schemas.microsoft.com/office/drawing/2014/main" id="{DC64187B-A282-2044-9156-234E2F54228F}"/>
              </a:ext>
            </a:extLst>
          </p:cNvPr>
          <p:cNvSpPr>
            <a:spLocks noGrp="1"/>
          </p:cNvSpPr>
          <p:nvPr>
            <p:ph type="body" sz="quarter" idx="13" hasCustomPrompt="1"/>
          </p:nvPr>
        </p:nvSpPr>
        <p:spPr>
          <a:xfrm>
            <a:off x="454025" y="1157631"/>
            <a:ext cx="7407275" cy="1042644"/>
          </a:xfrm>
        </p:spPr>
        <p:txBody>
          <a:bodyPr rIns="0"/>
          <a:lstStyle>
            <a:lvl1pPr marL="0" indent="0" algn="l">
              <a:lnSpc>
                <a:spcPts val="2400"/>
              </a:lnSpc>
              <a:spcAft>
                <a:spcPts val="0"/>
              </a:spcAft>
              <a:buNone/>
              <a:defRPr sz="2400" b="0" i="0">
                <a:solidFill>
                  <a:schemeClr val="accent4"/>
                </a:solidFill>
                <a:latin typeface="+mn-lt"/>
              </a:defRPr>
            </a:lvl1pPr>
            <a:lvl2pPr marL="239712" indent="0">
              <a:buNone/>
              <a:defRPr/>
            </a:lvl2pPr>
            <a:lvl3pPr marL="466725" indent="0">
              <a:buNone/>
              <a:defRPr/>
            </a:lvl3pPr>
            <a:lvl4pPr marL="1371600" indent="0">
              <a:buNone/>
              <a:defRPr/>
            </a:lvl4pPr>
            <a:lvl5pPr marL="1828800" indent="0">
              <a:buNone/>
              <a:defRPr/>
            </a:lvl5pPr>
          </a:lstStyle>
          <a:p>
            <a:pPr lvl="0"/>
            <a:r>
              <a:rPr lang="en-US"/>
              <a:t>Lorem ipsum dolor sit amet, consectetur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vestibulum, dui.</a:t>
            </a:r>
          </a:p>
        </p:txBody>
      </p:sp>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2"/>
            <a:ext cx="6468699" cy="695608"/>
          </a:xfrm>
        </p:spPr>
        <p:txBody>
          <a:bodyPr/>
          <a:lstStyle/>
          <a:p>
            <a:r>
              <a:rPr lang="en-US"/>
              <a:t>Click To Edit Master Title Style</a:t>
            </a:r>
            <a:endParaRPr lang="en-GB"/>
          </a:p>
        </p:txBody>
      </p:sp>
      <p:grpSp>
        <p:nvGrpSpPr>
          <p:cNvPr id="25" name="Graphic 62" hidden="1">
            <a:extLst>
              <a:ext uri="{FF2B5EF4-FFF2-40B4-BE49-F238E27FC236}">
                <a16:creationId xmlns:a16="http://schemas.microsoft.com/office/drawing/2014/main" id="{37E8EFD6-93AF-7C40-8F83-1CC6A17CF023}"/>
              </a:ext>
            </a:extLst>
          </p:cNvPr>
          <p:cNvGrpSpPr/>
          <p:nvPr userDrawn="1"/>
        </p:nvGrpSpPr>
        <p:grpSpPr>
          <a:xfrm>
            <a:off x="11389259" y="6063628"/>
            <a:ext cx="352694" cy="349203"/>
            <a:chOff x="10767269" y="208371"/>
            <a:chExt cx="182844" cy="181034"/>
          </a:xfrm>
        </p:grpSpPr>
        <p:sp>
          <p:nvSpPr>
            <p:cNvPr id="26" name="Freeform 25">
              <a:extLst>
                <a:ext uri="{FF2B5EF4-FFF2-40B4-BE49-F238E27FC236}">
                  <a16:creationId xmlns:a16="http://schemas.microsoft.com/office/drawing/2014/main" id="{4F651056-D366-E545-9DE0-774E7A8D6A3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AD7B71D8-BB1F-F844-9402-FE9AF1EF66C9}"/>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30EBE199-BDA1-6A49-914A-B62A8829C8A3}"/>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54E1BC0B-11CF-C343-B4DA-25D4DECBE1A9}"/>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32" name="Freeform 31">
              <a:extLst>
                <a:ext uri="{FF2B5EF4-FFF2-40B4-BE49-F238E27FC236}">
                  <a16:creationId xmlns:a16="http://schemas.microsoft.com/office/drawing/2014/main" id="{C065C08D-2708-B64D-8AD3-C0ADC2A2307B}"/>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cxnSp>
        <p:nvCxnSpPr>
          <p:cNvPr id="47" name="Straight Connector 46">
            <a:extLst>
              <a:ext uri="{FF2B5EF4-FFF2-40B4-BE49-F238E27FC236}">
                <a16:creationId xmlns:a16="http://schemas.microsoft.com/office/drawing/2014/main" id="{6125D7B6-9E41-3C32-2DD6-C4120DAC5FB5}"/>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51" name="Rounded Rectangle 50">
            <a:extLst>
              <a:ext uri="{FF2B5EF4-FFF2-40B4-BE49-F238E27FC236}">
                <a16:creationId xmlns:a16="http://schemas.microsoft.com/office/drawing/2014/main" id="{BD0084D5-6EE8-A1A8-6C66-E370F0DACD47}"/>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Slide Number Placeholder 5">
            <a:extLst>
              <a:ext uri="{FF2B5EF4-FFF2-40B4-BE49-F238E27FC236}">
                <a16:creationId xmlns:a16="http://schemas.microsoft.com/office/drawing/2014/main" id="{DE13CFDF-7DD8-423B-B2FC-86F8DEFF2BDA}"/>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
        <p:nvSpPr>
          <p:cNvPr id="49" name="Text Placeholder 47">
            <a:extLst>
              <a:ext uri="{FF2B5EF4-FFF2-40B4-BE49-F238E27FC236}">
                <a16:creationId xmlns:a16="http://schemas.microsoft.com/office/drawing/2014/main" id="{073ACF33-D7AB-89C2-F712-8D5CE4B39E2E}"/>
              </a:ext>
            </a:extLst>
          </p:cNvPr>
          <p:cNvSpPr>
            <a:spLocks noGrp="1"/>
          </p:cNvSpPr>
          <p:nvPr>
            <p:ph type="body" sz="quarter" idx="22" hasCustomPrompt="1"/>
          </p:nvPr>
        </p:nvSpPr>
        <p:spPr>
          <a:xfrm>
            <a:off x="454025" y="3170148"/>
            <a:ext cx="1737360"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2" name="Text Placeholder 47">
            <a:extLst>
              <a:ext uri="{FF2B5EF4-FFF2-40B4-BE49-F238E27FC236}">
                <a16:creationId xmlns:a16="http://schemas.microsoft.com/office/drawing/2014/main" id="{EC4E3A3A-C61E-82D0-7BE2-693F61547649}"/>
              </a:ext>
            </a:extLst>
          </p:cNvPr>
          <p:cNvSpPr>
            <a:spLocks noGrp="1"/>
          </p:cNvSpPr>
          <p:nvPr>
            <p:ph type="body" sz="quarter" idx="25" hasCustomPrompt="1"/>
          </p:nvPr>
        </p:nvSpPr>
        <p:spPr>
          <a:xfrm>
            <a:off x="454025" y="2756244"/>
            <a:ext cx="1737360"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53" name="Text Placeholder 47">
            <a:extLst>
              <a:ext uri="{FF2B5EF4-FFF2-40B4-BE49-F238E27FC236}">
                <a16:creationId xmlns:a16="http://schemas.microsoft.com/office/drawing/2014/main" id="{D78563C8-185D-2B94-0C4A-331873FE4C9D}"/>
              </a:ext>
            </a:extLst>
          </p:cNvPr>
          <p:cNvSpPr>
            <a:spLocks noGrp="1"/>
          </p:cNvSpPr>
          <p:nvPr>
            <p:ph type="body" sz="quarter" idx="26" hasCustomPrompt="1"/>
          </p:nvPr>
        </p:nvSpPr>
        <p:spPr>
          <a:xfrm>
            <a:off x="2365641" y="3170148"/>
            <a:ext cx="1737360"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4" name="Text Placeholder 47">
            <a:extLst>
              <a:ext uri="{FF2B5EF4-FFF2-40B4-BE49-F238E27FC236}">
                <a16:creationId xmlns:a16="http://schemas.microsoft.com/office/drawing/2014/main" id="{5F3953BC-2405-5BD6-A60C-69BBC29A71F2}"/>
              </a:ext>
            </a:extLst>
          </p:cNvPr>
          <p:cNvSpPr>
            <a:spLocks noGrp="1"/>
          </p:cNvSpPr>
          <p:nvPr>
            <p:ph type="body" sz="quarter" idx="27" hasCustomPrompt="1"/>
          </p:nvPr>
        </p:nvSpPr>
        <p:spPr>
          <a:xfrm>
            <a:off x="2365641" y="2756244"/>
            <a:ext cx="1737360"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55" name="Text Placeholder 47">
            <a:extLst>
              <a:ext uri="{FF2B5EF4-FFF2-40B4-BE49-F238E27FC236}">
                <a16:creationId xmlns:a16="http://schemas.microsoft.com/office/drawing/2014/main" id="{5DFE29AF-D7F0-F3E9-A336-126DA67AC54B}"/>
              </a:ext>
            </a:extLst>
          </p:cNvPr>
          <p:cNvSpPr>
            <a:spLocks noGrp="1"/>
          </p:cNvSpPr>
          <p:nvPr>
            <p:ph type="body" sz="quarter" idx="28" hasCustomPrompt="1"/>
          </p:nvPr>
        </p:nvSpPr>
        <p:spPr>
          <a:xfrm>
            <a:off x="4277257" y="3170148"/>
            <a:ext cx="1737360"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6" name="Text Placeholder 47">
            <a:extLst>
              <a:ext uri="{FF2B5EF4-FFF2-40B4-BE49-F238E27FC236}">
                <a16:creationId xmlns:a16="http://schemas.microsoft.com/office/drawing/2014/main" id="{8A38848B-684F-EC64-5F0D-DCBCB116839E}"/>
              </a:ext>
            </a:extLst>
          </p:cNvPr>
          <p:cNvSpPr>
            <a:spLocks noGrp="1"/>
          </p:cNvSpPr>
          <p:nvPr>
            <p:ph type="body" sz="quarter" idx="29" hasCustomPrompt="1"/>
          </p:nvPr>
        </p:nvSpPr>
        <p:spPr>
          <a:xfrm>
            <a:off x="4277257" y="2756244"/>
            <a:ext cx="1737360"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58" name="Text Placeholder 47">
            <a:extLst>
              <a:ext uri="{FF2B5EF4-FFF2-40B4-BE49-F238E27FC236}">
                <a16:creationId xmlns:a16="http://schemas.microsoft.com/office/drawing/2014/main" id="{D587F1C3-10D7-33AE-F4B2-ABC0139803C0}"/>
              </a:ext>
            </a:extLst>
          </p:cNvPr>
          <p:cNvSpPr>
            <a:spLocks noGrp="1"/>
          </p:cNvSpPr>
          <p:nvPr>
            <p:ph type="body" sz="quarter" idx="30" hasCustomPrompt="1"/>
          </p:nvPr>
        </p:nvSpPr>
        <p:spPr>
          <a:xfrm>
            <a:off x="6188873" y="3170148"/>
            <a:ext cx="1737360"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9" name="Text Placeholder 47">
            <a:extLst>
              <a:ext uri="{FF2B5EF4-FFF2-40B4-BE49-F238E27FC236}">
                <a16:creationId xmlns:a16="http://schemas.microsoft.com/office/drawing/2014/main" id="{6D77EEED-C405-2C27-5BF2-DF0249334EAC}"/>
              </a:ext>
            </a:extLst>
          </p:cNvPr>
          <p:cNvSpPr>
            <a:spLocks noGrp="1"/>
          </p:cNvSpPr>
          <p:nvPr>
            <p:ph type="body" sz="quarter" idx="31" hasCustomPrompt="1"/>
          </p:nvPr>
        </p:nvSpPr>
        <p:spPr>
          <a:xfrm>
            <a:off x="6188873" y="2756244"/>
            <a:ext cx="1737360"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60" name="Text Placeholder 47">
            <a:extLst>
              <a:ext uri="{FF2B5EF4-FFF2-40B4-BE49-F238E27FC236}">
                <a16:creationId xmlns:a16="http://schemas.microsoft.com/office/drawing/2014/main" id="{1E250F37-AABF-7B2B-1696-7E91EE457B5A}"/>
              </a:ext>
            </a:extLst>
          </p:cNvPr>
          <p:cNvSpPr>
            <a:spLocks noGrp="1"/>
          </p:cNvSpPr>
          <p:nvPr>
            <p:ph type="body" sz="quarter" idx="32" hasCustomPrompt="1"/>
          </p:nvPr>
        </p:nvSpPr>
        <p:spPr>
          <a:xfrm>
            <a:off x="10012104" y="3170148"/>
            <a:ext cx="1737360"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61" name="Text Placeholder 47">
            <a:extLst>
              <a:ext uri="{FF2B5EF4-FFF2-40B4-BE49-F238E27FC236}">
                <a16:creationId xmlns:a16="http://schemas.microsoft.com/office/drawing/2014/main" id="{C9722A19-3E6E-A6A8-3323-125CAAE9C953}"/>
              </a:ext>
            </a:extLst>
          </p:cNvPr>
          <p:cNvSpPr>
            <a:spLocks noGrp="1"/>
          </p:cNvSpPr>
          <p:nvPr>
            <p:ph type="body" sz="quarter" idx="33" hasCustomPrompt="1"/>
          </p:nvPr>
        </p:nvSpPr>
        <p:spPr>
          <a:xfrm>
            <a:off x="10012104" y="2756244"/>
            <a:ext cx="1737360"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62" name="Text Placeholder 47">
            <a:extLst>
              <a:ext uri="{FF2B5EF4-FFF2-40B4-BE49-F238E27FC236}">
                <a16:creationId xmlns:a16="http://schemas.microsoft.com/office/drawing/2014/main" id="{7802498F-36A3-F27A-B661-7E09978CF2B3}"/>
              </a:ext>
            </a:extLst>
          </p:cNvPr>
          <p:cNvSpPr>
            <a:spLocks noGrp="1"/>
          </p:cNvSpPr>
          <p:nvPr>
            <p:ph type="body" sz="quarter" idx="34" hasCustomPrompt="1"/>
          </p:nvPr>
        </p:nvSpPr>
        <p:spPr>
          <a:xfrm>
            <a:off x="454025" y="4736592"/>
            <a:ext cx="1737360" cy="347472"/>
          </a:xfrm>
        </p:spPr>
        <p:txBody>
          <a:bodyPr anchor="b"/>
          <a:lstStyle>
            <a:lvl1pPr marL="0" indent="0">
              <a:lnSpc>
                <a:spcPct val="100000"/>
              </a:lnSpc>
              <a:buNone/>
              <a:defRPr sz="3200" b="0" i="0">
                <a:solidFill>
                  <a:schemeClr val="accent2"/>
                </a:solidFill>
                <a:latin typeface="Franklin Gothic Book" panose="020B0503020102020204" pitchFamily="34" charset="0"/>
              </a:defRPr>
            </a:lvl1pPr>
            <a:lvl2pPr marL="239712" indent="0">
              <a:buNone/>
              <a:defRPr sz="1200"/>
            </a:lvl2pPr>
          </a:lstStyle>
          <a:p>
            <a:pPr lvl="0"/>
            <a:r>
              <a:rPr lang="en-US"/>
              <a:t>#</a:t>
            </a:r>
          </a:p>
        </p:txBody>
      </p:sp>
      <p:cxnSp>
        <p:nvCxnSpPr>
          <p:cNvPr id="69" name="Straight Connector 68">
            <a:extLst>
              <a:ext uri="{FF2B5EF4-FFF2-40B4-BE49-F238E27FC236}">
                <a16:creationId xmlns:a16="http://schemas.microsoft.com/office/drawing/2014/main" id="{884C7F53-9959-0E56-CA4D-34F9F6F6494C}"/>
              </a:ext>
            </a:extLst>
          </p:cNvPr>
          <p:cNvCxnSpPr>
            <a:cxnSpLocks/>
          </p:cNvCxnSpPr>
          <p:nvPr userDrawn="1"/>
        </p:nvCxnSpPr>
        <p:spPr>
          <a:xfrm>
            <a:off x="450047" y="4572000"/>
            <a:ext cx="1737360"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70" name="Text Placeholder 47">
            <a:extLst>
              <a:ext uri="{FF2B5EF4-FFF2-40B4-BE49-F238E27FC236}">
                <a16:creationId xmlns:a16="http://schemas.microsoft.com/office/drawing/2014/main" id="{30BB044D-B604-1FA9-698C-DCF5DEF13B97}"/>
              </a:ext>
            </a:extLst>
          </p:cNvPr>
          <p:cNvSpPr>
            <a:spLocks noGrp="1"/>
          </p:cNvSpPr>
          <p:nvPr>
            <p:ph type="body" sz="quarter" idx="35" hasCustomPrompt="1"/>
          </p:nvPr>
        </p:nvSpPr>
        <p:spPr>
          <a:xfrm>
            <a:off x="2365641" y="4736592"/>
            <a:ext cx="1737360" cy="347472"/>
          </a:xfrm>
        </p:spPr>
        <p:txBody>
          <a:bodyPr anchor="b"/>
          <a:lstStyle>
            <a:lvl1pPr marL="0" indent="0">
              <a:lnSpc>
                <a:spcPct val="100000"/>
              </a:lnSpc>
              <a:buNone/>
              <a:defRPr sz="3200" b="0" i="0">
                <a:solidFill>
                  <a:schemeClr val="accent2"/>
                </a:solidFill>
                <a:latin typeface="Franklin Gothic Book" panose="020B0503020102020204" pitchFamily="34" charset="0"/>
              </a:defRPr>
            </a:lvl1pPr>
            <a:lvl2pPr marL="239712" indent="0">
              <a:buNone/>
              <a:defRPr sz="1200"/>
            </a:lvl2pPr>
          </a:lstStyle>
          <a:p>
            <a:pPr lvl="0"/>
            <a:r>
              <a:rPr lang="en-US"/>
              <a:t>#</a:t>
            </a:r>
          </a:p>
        </p:txBody>
      </p:sp>
      <p:cxnSp>
        <p:nvCxnSpPr>
          <p:cNvPr id="71" name="Straight Connector 70">
            <a:extLst>
              <a:ext uri="{FF2B5EF4-FFF2-40B4-BE49-F238E27FC236}">
                <a16:creationId xmlns:a16="http://schemas.microsoft.com/office/drawing/2014/main" id="{DAD2D07C-E2E4-969C-8788-3E3FF722EFBA}"/>
              </a:ext>
            </a:extLst>
          </p:cNvPr>
          <p:cNvCxnSpPr>
            <a:cxnSpLocks/>
          </p:cNvCxnSpPr>
          <p:nvPr userDrawn="1"/>
        </p:nvCxnSpPr>
        <p:spPr>
          <a:xfrm>
            <a:off x="2362458" y="4572000"/>
            <a:ext cx="1737360"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72" name="Text Placeholder 47">
            <a:extLst>
              <a:ext uri="{FF2B5EF4-FFF2-40B4-BE49-F238E27FC236}">
                <a16:creationId xmlns:a16="http://schemas.microsoft.com/office/drawing/2014/main" id="{37DA81C9-3BC7-84A9-DDDE-9C46258D6E97}"/>
              </a:ext>
            </a:extLst>
          </p:cNvPr>
          <p:cNvSpPr>
            <a:spLocks noGrp="1"/>
          </p:cNvSpPr>
          <p:nvPr>
            <p:ph type="body" sz="quarter" idx="36" hasCustomPrompt="1"/>
          </p:nvPr>
        </p:nvSpPr>
        <p:spPr>
          <a:xfrm>
            <a:off x="4277257" y="4736592"/>
            <a:ext cx="1737360" cy="347472"/>
          </a:xfrm>
        </p:spPr>
        <p:txBody>
          <a:bodyPr anchor="b"/>
          <a:lstStyle>
            <a:lvl1pPr marL="0" indent="0">
              <a:lnSpc>
                <a:spcPct val="100000"/>
              </a:lnSpc>
              <a:buNone/>
              <a:defRPr sz="3200" b="0" i="0">
                <a:solidFill>
                  <a:schemeClr val="accent2"/>
                </a:solidFill>
                <a:latin typeface="Franklin Gothic Book" panose="020B0503020102020204" pitchFamily="34" charset="0"/>
              </a:defRPr>
            </a:lvl1pPr>
            <a:lvl2pPr marL="239712" indent="0">
              <a:buNone/>
              <a:defRPr sz="1200"/>
            </a:lvl2pPr>
          </a:lstStyle>
          <a:p>
            <a:pPr lvl="0"/>
            <a:r>
              <a:rPr lang="en-US"/>
              <a:t>#</a:t>
            </a:r>
          </a:p>
        </p:txBody>
      </p:sp>
      <p:cxnSp>
        <p:nvCxnSpPr>
          <p:cNvPr id="73" name="Straight Connector 72">
            <a:extLst>
              <a:ext uri="{FF2B5EF4-FFF2-40B4-BE49-F238E27FC236}">
                <a16:creationId xmlns:a16="http://schemas.microsoft.com/office/drawing/2014/main" id="{5316139C-991E-2F8A-38FE-5C470DC1DF8D}"/>
              </a:ext>
            </a:extLst>
          </p:cNvPr>
          <p:cNvCxnSpPr>
            <a:cxnSpLocks/>
          </p:cNvCxnSpPr>
          <p:nvPr userDrawn="1"/>
        </p:nvCxnSpPr>
        <p:spPr>
          <a:xfrm>
            <a:off x="4274869" y="4572000"/>
            <a:ext cx="1737360"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74" name="Text Placeholder 47">
            <a:extLst>
              <a:ext uri="{FF2B5EF4-FFF2-40B4-BE49-F238E27FC236}">
                <a16:creationId xmlns:a16="http://schemas.microsoft.com/office/drawing/2014/main" id="{1BEB3EFE-0FC0-9E5C-69D3-D462C28D5704}"/>
              </a:ext>
            </a:extLst>
          </p:cNvPr>
          <p:cNvSpPr>
            <a:spLocks noGrp="1"/>
          </p:cNvSpPr>
          <p:nvPr>
            <p:ph type="body" sz="quarter" idx="37" hasCustomPrompt="1"/>
          </p:nvPr>
        </p:nvSpPr>
        <p:spPr>
          <a:xfrm>
            <a:off x="6188873" y="4736592"/>
            <a:ext cx="1737360" cy="347472"/>
          </a:xfrm>
        </p:spPr>
        <p:txBody>
          <a:bodyPr anchor="b"/>
          <a:lstStyle>
            <a:lvl1pPr marL="0" indent="0">
              <a:lnSpc>
                <a:spcPct val="100000"/>
              </a:lnSpc>
              <a:buNone/>
              <a:defRPr sz="3200" b="0" i="0">
                <a:solidFill>
                  <a:schemeClr val="accent2"/>
                </a:solidFill>
                <a:latin typeface="Franklin Gothic Book" panose="020B0503020102020204" pitchFamily="34" charset="0"/>
              </a:defRPr>
            </a:lvl1pPr>
            <a:lvl2pPr marL="239712" indent="0">
              <a:buNone/>
              <a:defRPr sz="1200"/>
            </a:lvl2pPr>
          </a:lstStyle>
          <a:p>
            <a:pPr lvl="0"/>
            <a:r>
              <a:rPr lang="en-US"/>
              <a:t>#</a:t>
            </a:r>
          </a:p>
        </p:txBody>
      </p:sp>
      <p:cxnSp>
        <p:nvCxnSpPr>
          <p:cNvPr id="75" name="Straight Connector 74">
            <a:extLst>
              <a:ext uri="{FF2B5EF4-FFF2-40B4-BE49-F238E27FC236}">
                <a16:creationId xmlns:a16="http://schemas.microsoft.com/office/drawing/2014/main" id="{8A66B3A1-CF66-D857-6266-D2C27886D3D7}"/>
              </a:ext>
            </a:extLst>
          </p:cNvPr>
          <p:cNvCxnSpPr>
            <a:cxnSpLocks/>
          </p:cNvCxnSpPr>
          <p:nvPr userDrawn="1"/>
        </p:nvCxnSpPr>
        <p:spPr>
          <a:xfrm>
            <a:off x="6187280" y="4572000"/>
            <a:ext cx="1737360"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76" name="Text Placeholder 47">
            <a:extLst>
              <a:ext uri="{FF2B5EF4-FFF2-40B4-BE49-F238E27FC236}">
                <a16:creationId xmlns:a16="http://schemas.microsoft.com/office/drawing/2014/main" id="{59ABA37D-4CE7-A30A-3DE3-0E4CAF97C9D5}"/>
              </a:ext>
            </a:extLst>
          </p:cNvPr>
          <p:cNvSpPr>
            <a:spLocks noGrp="1"/>
          </p:cNvSpPr>
          <p:nvPr>
            <p:ph type="body" sz="quarter" idx="38" hasCustomPrompt="1"/>
          </p:nvPr>
        </p:nvSpPr>
        <p:spPr>
          <a:xfrm>
            <a:off x="10012104" y="4736592"/>
            <a:ext cx="1737360" cy="347472"/>
          </a:xfrm>
        </p:spPr>
        <p:txBody>
          <a:bodyPr anchor="b"/>
          <a:lstStyle>
            <a:lvl1pPr marL="0" indent="0">
              <a:lnSpc>
                <a:spcPct val="100000"/>
              </a:lnSpc>
              <a:buNone/>
              <a:defRPr sz="3200" b="0" i="0">
                <a:solidFill>
                  <a:schemeClr val="accent2"/>
                </a:solidFill>
                <a:latin typeface="Franklin Gothic Book" panose="020B0503020102020204" pitchFamily="34" charset="0"/>
              </a:defRPr>
            </a:lvl1pPr>
            <a:lvl2pPr marL="239712" indent="0">
              <a:buNone/>
              <a:defRPr sz="1200"/>
            </a:lvl2pPr>
          </a:lstStyle>
          <a:p>
            <a:pPr lvl="0"/>
            <a:r>
              <a:rPr lang="en-US"/>
              <a:t>#</a:t>
            </a:r>
          </a:p>
        </p:txBody>
      </p:sp>
      <p:cxnSp>
        <p:nvCxnSpPr>
          <p:cNvPr id="77" name="Straight Connector 76">
            <a:extLst>
              <a:ext uri="{FF2B5EF4-FFF2-40B4-BE49-F238E27FC236}">
                <a16:creationId xmlns:a16="http://schemas.microsoft.com/office/drawing/2014/main" id="{58000490-376A-E725-B89A-5E18510C06E5}"/>
              </a:ext>
            </a:extLst>
          </p:cNvPr>
          <p:cNvCxnSpPr>
            <a:cxnSpLocks/>
          </p:cNvCxnSpPr>
          <p:nvPr userDrawn="1"/>
        </p:nvCxnSpPr>
        <p:spPr>
          <a:xfrm>
            <a:off x="10012104" y="4572000"/>
            <a:ext cx="1737360"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78" name="Text Placeholder 47">
            <a:extLst>
              <a:ext uri="{FF2B5EF4-FFF2-40B4-BE49-F238E27FC236}">
                <a16:creationId xmlns:a16="http://schemas.microsoft.com/office/drawing/2014/main" id="{C3ECA2BD-5234-0C0A-C5A7-94F35E49D93D}"/>
              </a:ext>
            </a:extLst>
          </p:cNvPr>
          <p:cNvSpPr>
            <a:spLocks noGrp="1"/>
          </p:cNvSpPr>
          <p:nvPr>
            <p:ph type="body" sz="quarter" idx="39" hasCustomPrompt="1"/>
          </p:nvPr>
        </p:nvSpPr>
        <p:spPr>
          <a:xfrm>
            <a:off x="454025" y="5188042"/>
            <a:ext cx="1737360"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79" name="Text Placeholder 47">
            <a:extLst>
              <a:ext uri="{FF2B5EF4-FFF2-40B4-BE49-F238E27FC236}">
                <a16:creationId xmlns:a16="http://schemas.microsoft.com/office/drawing/2014/main" id="{8D85C570-E674-3766-494B-6CCAC42305FD}"/>
              </a:ext>
            </a:extLst>
          </p:cNvPr>
          <p:cNvSpPr>
            <a:spLocks noGrp="1"/>
          </p:cNvSpPr>
          <p:nvPr>
            <p:ph type="body" sz="quarter" idx="40" hasCustomPrompt="1"/>
          </p:nvPr>
        </p:nvSpPr>
        <p:spPr>
          <a:xfrm>
            <a:off x="2365641" y="5188042"/>
            <a:ext cx="1737360"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82" name="Text Placeholder 47">
            <a:extLst>
              <a:ext uri="{FF2B5EF4-FFF2-40B4-BE49-F238E27FC236}">
                <a16:creationId xmlns:a16="http://schemas.microsoft.com/office/drawing/2014/main" id="{4D97850D-5858-4E2F-0F54-1D8E108E58D2}"/>
              </a:ext>
            </a:extLst>
          </p:cNvPr>
          <p:cNvSpPr>
            <a:spLocks noGrp="1"/>
          </p:cNvSpPr>
          <p:nvPr>
            <p:ph type="body" sz="quarter" idx="41" hasCustomPrompt="1"/>
          </p:nvPr>
        </p:nvSpPr>
        <p:spPr>
          <a:xfrm>
            <a:off x="4277257" y="5188042"/>
            <a:ext cx="1737360"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85" name="Text Placeholder 47">
            <a:extLst>
              <a:ext uri="{FF2B5EF4-FFF2-40B4-BE49-F238E27FC236}">
                <a16:creationId xmlns:a16="http://schemas.microsoft.com/office/drawing/2014/main" id="{03D0AA13-AE70-298E-4DD4-2201730C50FD}"/>
              </a:ext>
            </a:extLst>
          </p:cNvPr>
          <p:cNvSpPr>
            <a:spLocks noGrp="1"/>
          </p:cNvSpPr>
          <p:nvPr>
            <p:ph type="body" sz="quarter" idx="42" hasCustomPrompt="1"/>
          </p:nvPr>
        </p:nvSpPr>
        <p:spPr>
          <a:xfrm>
            <a:off x="6188873" y="5188042"/>
            <a:ext cx="1737360"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88" name="Text Placeholder 47">
            <a:extLst>
              <a:ext uri="{FF2B5EF4-FFF2-40B4-BE49-F238E27FC236}">
                <a16:creationId xmlns:a16="http://schemas.microsoft.com/office/drawing/2014/main" id="{7A5A6286-274A-59C4-9552-3B4BC9D486FC}"/>
              </a:ext>
            </a:extLst>
          </p:cNvPr>
          <p:cNvSpPr>
            <a:spLocks noGrp="1"/>
          </p:cNvSpPr>
          <p:nvPr>
            <p:ph type="body" sz="quarter" idx="43" hasCustomPrompt="1"/>
          </p:nvPr>
        </p:nvSpPr>
        <p:spPr>
          <a:xfrm>
            <a:off x="10012104" y="5188042"/>
            <a:ext cx="1737360"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91" name="Text Placeholder 47">
            <a:extLst>
              <a:ext uri="{FF2B5EF4-FFF2-40B4-BE49-F238E27FC236}">
                <a16:creationId xmlns:a16="http://schemas.microsoft.com/office/drawing/2014/main" id="{04C8390B-36EA-AAE6-FDD0-14F954C67CD1}"/>
              </a:ext>
            </a:extLst>
          </p:cNvPr>
          <p:cNvSpPr>
            <a:spLocks noGrp="1"/>
          </p:cNvSpPr>
          <p:nvPr>
            <p:ph type="body" sz="quarter" idx="44" hasCustomPrompt="1"/>
          </p:nvPr>
        </p:nvSpPr>
        <p:spPr>
          <a:xfrm>
            <a:off x="8100489" y="3170148"/>
            <a:ext cx="1737360" cy="1188720"/>
          </a:xfrm>
        </p:spPr>
        <p:txBody>
          <a:bodyPr/>
          <a:lstStyle>
            <a:lvl1pPr marL="171450" indent="-171450">
              <a:lnSpc>
                <a:spcPct val="100000"/>
              </a:lnSpc>
              <a:buFont typeface="Wingdings" pitchFamily="2" charset="2"/>
              <a:buChar char="§"/>
              <a:defRPr sz="1200"/>
            </a:lvl1pPr>
            <a:lvl2pPr marL="239712" indent="0">
              <a:buNone/>
              <a:defRPr sz="1200"/>
            </a:lvl2pPr>
          </a:lstStyle>
          <a:p>
            <a:pPr lvl="0"/>
            <a:r>
              <a:rPr lang="en-US"/>
              <a:t>Lorem ipsum dolor sit </a:t>
            </a:r>
            <a:r>
              <a:rPr lang="en-US" err="1"/>
              <a:t>amet</a:t>
            </a:r>
            <a:r>
              <a:rPr lang="en-US"/>
              <a: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92" name="Text Placeholder 47">
            <a:extLst>
              <a:ext uri="{FF2B5EF4-FFF2-40B4-BE49-F238E27FC236}">
                <a16:creationId xmlns:a16="http://schemas.microsoft.com/office/drawing/2014/main" id="{C78BB892-E673-9D50-4F09-E632EA08FDEE}"/>
              </a:ext>
            </a:extLst>
          </p:cNvPr>
          <p:cNvSpPr>
            <a:spLocks noGrp="1"/>
          </p:cNvSpPr>
          <p:nvPr>
            <p:ph type="body" sz="quarter" idx="45" hasCustomPrompt="1"/>
          </p:nvPr>
        </p:nvSpPr>
        <p:spPr>
          <a:xfrm>
            <a:off x="8100489" y="2756244"/>
            <a:ext cx="1737360"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
        <p:nvSpPr>
          <p:cNvPr id="93" name="Text Placeholder 47">
            <a:extLst>
              <a:ext uri="{FF2B5EF4-FFF2-40B4-BE49-F238E27FC236}">
                <a16:creationId xmlns:a16="http://schemas.microsoft.com/office/drawing/2014/main" id="{B5DA56F8-68CA-AF5A-F7A2-D774BDFE412F}"/>
              </a:ext>
            </a:extLst>
          </p:cNvPr>
          <p:cNvSpPr>
            <a:spLocks noGrp="1"/>
          </p:cNvSpPr>
          <p:nvPr>
            <p:ph type="body" sz="quarter" idx="46" hasCustomPrompt="1"/>
          </p:nvPr>
        </p:nvSpPr>
        <p:spPr>
          <a:xfrm>
            <a:off x="8100489" y="4736592"/>
            <a:ext cx="1737360" cy="347472"/>
          </a:xfrm>
        </p:spPr>
        <p:txBody>
          <a:bodyPr anchor="b"/>
          <a:lstStyle>
            <a:lvl1pPr marL="0" indent="0">
              <a:lnSpc>
                <a:spcPct val="100000"/>
              </a:lnSpc>
              <a:buNone/>
              <a:defRPr sz="3200" b="0" i="0">
                <a:solidFill>
                  <a:schemeClr val="accent2"/>
                </a:solidFill>
                <a:latin typeface="Franklin Gothic Book" panose="020B0503020102020204" pitchFamily="34" charset="0"/>
              </a:defRPr>
            </a:lvl1pPr>
            <a:lvl2pPr marL="239712" indent="0">
              <a:buNone/>
              <a:defRPr sz="1200"/>
            </a:lvl2pPr>
          </a:lstStyle>
          <a:p>
            <a:pPr lvl="0"/>
            <a:r>
              <a:rPr lang="en-US"/>
              <a:t>#</a:t>
            </a:r>
          </a:p>
        </p:txBody>
      </p:sp>
      <p:cxnSp>
        <p:nvCxnSpPr>
          <p:cNvPr id="94" name="Straight Connector 93">
            <a:extLst>
              <a:ext uri="{FF2B5EF4-FFF2-40B4-BE49-F238E27FC236}">
                <a16:creationId xmlns:a16="http://schemas.microsoft.com/office/drawing/2014/main" id="{B780C00B-6BB0-5D47-57C1-F9202B9E0C55}"/>
              </a:ext>
            </a:extLst>
          </p:cNvPr>
          <p:cNvCxnSpPr>
            <a:cxnSpLocks/>
          </p:cNvCxnSpPr>
          <p:nvPr userDrawn="1"/>
        </p:nvCxnSpPr>
        <p:spPr>
          <a:xfrm>
            <a:off x="8099691" y="4572000"/>
            <a:ext cx="1737360"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5" name="Text Placeholder 47">
            <a:extLst>
              <a:ext uri="{FF2B5EF4-FFF2-40B4-BE49-F238E27FC236}">
                <a16:creationId xmlns:a16="http://schemas.microsoft.com/office/drawing/2014/main" id="{46753789-ED39-0848-E314-80DC73AF2C95}"/>
              </a:ext>
            </a:extLst>
          </p:cNvPr>
          <p:cNvSpPr>
            <a:spLocks noGrp="1"/>
          </p:cNvSpPr>
          <p:nvPr>
            <p:ph type="body" sz="quarter" idx="47" hasCustomPrompt="1"/>
          </p:nvPr>
        </p:nvSpPr>
        <p:spPr>
          <a:xfrm>
            <a:off x="8100489" y="5188042"/>
            <a:ext cx="1737360" cy="347472"/>
          </a:xfrm>
        </p:spPr>
        <p:txBody>
          <a:bodyPr/>
          <a:lstStyle>
            <a:lvl1pPr marL="285750" indent="-285750">
              <a:lnSpc>
                <a:spcPts val="1600"/>
              </a:lnSpc>
              <a:buFont typeface="Wingdings" pitchFamily="2" charset="2"/>
              <a:buChar char="§"/>
              <a:defRPr sz="1600" b="0" i="0">
                <a:solidFill>
                  <a:schemeClr val="accent1"/>
                </a:solidFill>
                <a:latin typeface="Franklin Gothic Medium" panose="020B0603020102020204" pitchFamily="34" charset="0"/>
              </a:defRPr>
            </a:lvl1pPr>
            <a:lvl2pPr marL="239712" indent="0">
              <a:buNone/>
              <a:defRPr sz="1200"/>
            </a:lvl2pPr>
          </a:lstStyle>
          <a:p>
            <a:pPr lvl="0"/>
            <a:r>
              <a:rPr lang="en-US"/>
              <a:t>Title Here</a:t>
            </a:r>
          </a:p>
        </p:txBody>
      </p:sp>
    </p:spTree>
    <p:extLst>
      <p:ext uri="{BB962C8B-B14F-4D97-AF65-F5344CB8AC3E}">
        <p14:creationId xmlns:p14="http://schemas.microsoft.com/office/powerpoint/2010/main" val="493941347"/>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4 Section Icons">
    <p:bg>
      <p:bgPr>
        <a:solidFill>
          <a:schemeClr val="bg1"/>
        </a:solidFill>
        <a:effectLst/>
      </p:bgPr>
    </p:bg>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4808"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cxnSp>
        <p:nvCxnSpPr>
          <p:cNvPr id="39" name="Straight Connector 38">
            <a:extLst>
              <a:ext uri="{FF2B5EF4-FFF2-40B4-BE49-F238E27FC236}">
                <a16:creationId xmlns:a16="http://schemas.microsoft.com/office/drawing/2014/main" id="{5C0C652A-48A4-090B-D673-56428A1576D3}"/>
              </a:ext>
            </a:extLst>
          </p:cNvPr>
          <p:cNvCxnSpPr>
            <a:cxnSpLocks/>
          </p:cNvCxnSpPr>
          <p:nvPr userDrawn="1"/>
        </p:nvCxnSpPr>
        <p:spPr>
          <a:xfrm>
            <a:off x="6095936" y="1454150"/>
            <a:ext cx="0" cy="450215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829C95DA-6D2F-088A-E659-E0012C88089B}"/>
              </a:ext>
            </a:extLst>
          </p:cNvPr>
          <p:cNvSpPr/>
          <p:nvPr userDrawn="1"/>
        </p:nvSpPr>
        <p:spPr>
          <a:xfrm>
            <a:off x="452582" y="1450110"/>
            <a:ext cx="5421745" cy="9421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08E33AF4-8395-34D5-509F-452D4243DEE7}"/>
              </a:ext>
            </a:extLst>
          </p:cNvPr>
          <p:cNvSpPr/>
          <p:nvPr userDrawn="1"/>
        </p:nvSpPr>
        <p:spPr>
          <a:xfrm>
            <a:off x="6315364" y="1450110"/>
            <a:ext cx="5421745" cy="9421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72EBE849-FE9E-11AE-F97A-D10C5187E84A}"/>
              </a:ext>
            </a:extLst>
          </p:cNvPr>
          <p:cNvSpPr/>
          <p:nvPr userDrawn="1"/>
        </p:nvSpPr>
        <p:spPr>
          <a:xfrm>
            <a:off x="452582" y="4038600"/>
            <a:ext cx="5421745" cy="942108"/>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13413C3A-EC8E-6928-B727-7908B2ABB308}"/>
              </a:ext>
            </a:extLst>
          </p:cNvPr>
          <p:cNvSpPr/>
          <p:nvPr userDrawn="1"/>
        </p:nvSpPr>
        <p:spPr>
          <a:xfrm>
            <a:off x="6315364" y="4038600"/>
            <a:ext cx="5421745" cy="94210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5EF7BFE4-A8F6-5E6A-CAF9-FF500749EE52}"/>
              </a:ext>
            </a:extLst>
          </p:cNvPr>
          <p:cNvGrpSpPr/>
          <p:nvPr userDrawn="1"/>
        </p:nvGrpSpPr>
        <p:grpSpPr>
          <a:xfrm>
            <a:off x="1173735" y="1900046"/>
            <a:ext cx="3979438" cy="969736"/>
            <a:chOff x="1181298" y="1881574"/>
            <a:chExt cx="3979438" cy="969736"/>
          </a:xfrm>
        </p:grpSpPr>
        <p:sp>
          <p:nvSpPr>
            <p:cNvPr id="33" name="Rounded Rectangle 32">
              <a:extLst>
                <a:ext uri="{FF2B5EF4-FFF2-40B4-BE49-F238E27FC236}">
                  <a16:creationId xmlns:a16="http://schemas.microsoft.com/office/drawing/2014/main" id="{7D3F72EC-4D14-BFE7-9582-715E022E2171}"/>
                </a:ext>
              </a:extLst>
            </p:cNvPr>
            <p:cNvSpPr/>
            <p:nvPr userDrawn="1"/>
          </p:nvSpPr>
          <p:spPr>
            <a:xfrm>
              <a:off x="1181298" y="188157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Rounded Rectangle 35">
              <a:extLst>
                <a:ext uri="{FF2B5EF4-FFF2-40B4-BE49-F238E27FC236}">
                  <a16:creationId xmlns:a16="http://schemas.microsoft.com/office/drawing/2014/main" id="{EFB15C83-41D0-854F-661D-2B95F9095280}"/>
                </a:ext>
              </a:extLst>
            </p:cNvPr>
            <p:cNvSpPr/>
            <p:nvPr userDrawn="1"/>
          </p:nvSpPr>
          <p:spPr>
            <a:xfrm>
              <a:off x="2686149" y="188157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Rounded Rectangle 46">
              <a:extLst>
                <a:ext uri="{FF2B5EF4-FFF2-40B4-BE49-F238E27FC236}">
                  <a16:creationId xmlns:a16="http://schemas.microsoft.com/office/drawing/2014/main" id="{0FFDA20D-EAE8-91A1-754D-1E4CBA88157D}"/>
                </a:ext>
              </a:extLst>
            </p:cNvPr>
            <p:cNvSpPr/>
            <p:nvPr userDrawn="1"/>
          </p:nvSpPr>
          <p:spPr>
            <a:xfrm>
              <a:off x="4191000" y="188157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8" name="Group 47">
            <a:extLst>
              <a:ext uri="{FF2B5EF4-FFF2-40B4-BE49-F238E27FC236}">
                <a16:creationId xmlns:a16="http://schemas.microsoft.com/office/drawing/2014/main" id="{B5F10930-BD2F-933C-F8B4-5242A49F4A13}"/>
              </a:ext>
            </a:extLst>
          </p:cNvPr>
          <p:cNvGrpSpPr/>
          <p:nvPr userDrawn="1"/>
        </p:nvGrpSpPr>
        <p:grpSpPr>
          <a:xfrm>
            <a:off x="7036517" y="1900046"/>
            <a:ext cx="3979438" cy="969736"/>
            <a:chOff x="1181298" y="1881574"/>
            <a:chExt cx="3979438" cy="969736"/>
          </a:xfrm>
        </p:grpSpPr>
        <p:sp>
          <p:nvSpPr>
            <p:cNvPr id="49" name="Rounded Rectangle 48">
              <a:extLst>
                <a:ext uri="{FF2B5EF4-FFF2-40B4-BE49-F238E27FC236}">
                  <a16:creationId xmlns:a16="http://schemas.microsoft.com/office/drawing/2014/main" id="{DFDD1143-55D2-DA60-057D-9839174E0B91}"/>
                </a:ext>
              </a:extLst>
            </p:cNvPr>
            <p:cNvSpPr/>
            <p:nvPr userDrawn="1"/>
          </p:nvSpPr>
          <p:spPr>
            <a:xfrm>
              <a:off x="1181298" y="188157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Rounded Rectangle 49">
              <a:extLst>
                <a:ext uri="{FF2B5EF4-FFF2-40B4-BE49-F238E27FC236}">
                  <a16:creationId xmlns:a16="http://schemas.microsoft.com/office/drawing/2014/main" id="{695F0687-D46F-19CF-EEFC-57FCA2D4F2EB}"/>
                </a:ext>
              </a:extLst>
            </p:cNvPr>
            <p:cNvSpPr/>
            <p:nvPr userDrawn="1"/>
          </p:nvSpPr>
          <p:spPr>
            <a:xfrm>
              <a:off x="2686149" y="188157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ounded Rectangle 50">
              <a:extLst>
                <a:ext uri="{FF2B5EF4-FFF2-40B4-BE49-F238E27FC236}">
                  <a16:creationId xmlns:a16="http://schemas.microsoft.com/office/drawing/2014/main" id="{5DC3B8E6-FFCB-2242-1264-A698BBBC6832}"/>
                </a:ext>
              </a:extLst>
            </p:cNvPr>
            <p:cNvSpPr/>
            <p:nvPr userDrawn="1"/>
          </p:nvSpPr>
          <p:spPr>
            <a:xfrm>
              <a:off x="4191000" y="188157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3" name="Group 52">
            <a:extLst>
              <a:ext uri="{FF2B5EF4-FFF2-40B4-BE49-F238E27FC236}">
                <a16:creationId xmlns:a16="http://schemas.microsoft.com/office/drawing/2014/main" id="{141CC35A-007F-113F-A2BE-8754BF86B112}"/>
              </a:ext>
            </a:extLst>
          </p:cNvPr>
          <p:cNvGrpSpPr/>
          <p:nvPr userDrawn="1"/>
        </p:nvGrpSpPr>
        <p:grpSpPr>
          <a:xfrm>
            <a:off x="1173735" y="4488536"/>
            <a:ext cx="3979438" cy="969736"/>
            <a:chOff x="1181298" y="1881574"/>
            <a:chExt cx="3979438" cy="969736"/>
          </a:xfrm>
        </p:grpSpPr>
        <p:sp>
          <p:nvSpPr>
            <p:cNvPr id="54" name="Rounded Rectangle 53">
              <a:extLst>
                <a:ext uri="{FF2B5EF4-FFF2-40B4-BE49-F238E27FC236}">
                  <a16:creationId xmlns:a16="http://schemas.microsoft.com/office/drawing/2014/main" id="{0B688187-5F19-DA2D-E9A3-5776F18A4835}"/>
                </a:ext>
              </a:extLst>
            </p:cNvPr>
            <p:cNvSpPr/>
            <p:nvPr userDrawn="1"/>
          </p:nvSpPr>
          <p:spPr>
            <a:xfrm>
              <a:off x="1181298" y="188157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Rounded Rectangle 54">
              <a:extLst>
                <a:ext uri="{FF2B5EF4-FFF2-40B4-BE49-F238E27FC236}">
                  <a16:creationId xmlns:a16="http://schemas.microsoft.com/office/drawing/2014/main" id="{2AAF3578-BF0D-4CFC-2383-B003C7AD65ED}"/>
                </a:ext>
              </a:extLst>
            </p:cNvPr>
            <p:cNvSpPr/>
            <p:nvPr userDrawn="1"/>
          </p:nvSpPr>
          <p:spPr>
            <a:xfrm>
              <a:off x="2686149" y="188157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Rounded Rectangle 55">
              <a:extLst>
                <a:ext uri="{FF2B5EF4-FFF2-40B4-BE49-F238E27FC236}">
                  <a16:creationId xmlns:a16="http://schemas.microsoft.com/office/drawing/2014/main" id="{B03DFD6A-351F-F03A-9C7E-CCFCF881C7D5}"/>
                </a:ext>
              </a:extLst>
            </p:cNvPr>
            <p:cNvSpPr/>
            <p:nvPr userDrawn="1"/>
          </p:nvSpPr>
          <p:spPr>
            <a:xfrm>
              <a:off x="4191000" y="188157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7" name="Group 56">
            <a:extLst>
              <a:ext uri="{FF2B5EF4-FFF2-40B4-BE49-F238E27FC236}">
                <a16:creationId xmlns:a16="http://schemas.microsoft.com/office/drawing/2014/main" id="{B76899D2-74A5-633D-D0CC-DE47FED8084D}"/>
              </a:ext>
            </a:extLst>
          </p:cNvPr>
          <p:cNvGrpSpPr/>
          <p:nvPr userDrawn="1"/>
        </p:nvGrpSpPr>
        <p:grpSpPr>
          <a:xfrm>
            <a:off x="7036517" y="4488536"/>
            <a:ext cx="3979438" cy="969736"/>
            <a:chOff x="1181298" y="1881574"/>
            <a:chExt cx="3979438" cy="969736"/>
          </a:xfrm>
        </p:grpSpPr>
        <p:sp>
          <p:nvSpPr>
            <p:cNvPr id="58" name="Rounded Rectangle 57">
              <a:extLst>
                <a:ext uri="{FF2B5EF4-FFF2-40B4-BE49-F238E27FC236}">
                  <a16:creationId xmlns:a16="http://schemas.microsoft.com/office/drawing/2014/main" id="{895DE74B-17F4-504B-08C1-89774782BB13}"/>
                </a:ext>
              </a:extLst>
            </p:cNvPr>
            <p:cNvSpPr/>
            <p:nvPr userDrawn="1"/>
          </p:nvSpPr>
          <p:spPr>
            <a:xfrm>
              <a:off x="1181298" y="188157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Rounded Rectangle 58">
              <a:extLst>
                <a:ext uri="{FF2B5EF4-FFF2-40B4-BE49-F238E27FC236}">
                  <a16:creationId xmlns:a16="http://schemas.microsoft.com/office/drawing/2014/main" id="{4ED71690-0980-8F06-7F9B-AF674F59953B}"/>
                </a:ext>
              </a:extLst>
            </p:cNvPr>
            <p:cNvSpPr/>
            <p:nvPr userDrawn="1"/>
          </p:nvSpPr>
          <p:spPr>
            <a:xfrm>
              <a:off x="2686149" y="188157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Rounded Rectangle 59">
              <a:extLst>
                <a:ext uri="{FF2B5EF4-FFF2-40B4-BE49-F238E27FC236}">
                  <a16:creationId xmlns:a16="http://schemas.microsoft.com/office/drawing/2014/main" id="{4B9FF4FC-85A7-B4BE-3438-AF04F8862F4A}"/>
                </a:ext>
              </a:extLst>
            </p:cNvPr>
            <p:cNvSpPr/>
            <p:nvPr userDrawn="1"/>
          </p:nvSpPr>
          <p:spPr>
            <a:xfrm>
              <a:off x="4191000" y="1881574"/>
              <a:ext cx="969736" cy="969736"/>
            </a:xfrm>
            <a:prstGeom prst="roundRect">
              <a:avLst/>
            </a:prstGeom>
            <a:solidFill>
              <a:schemeClr val="accent6"/>
            </a:solidFill>
            <a:ln>
              <a:solidFill>
                <a:schemeClr val="accent3"/>
              </a:solidFill>
            </a:ln>
            <a:effectLst>
              <a:outerShdw blurRad="63500" dist="38100" dir="2700000" algn="tl"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61" name="Text Placeholder 47">
            <a:extLst>
              <a:ext uri="{FF2B5EF4-FFF2-40B4-BE49-F238E27FC236}">
                <a16:creationId xmlns:a16="http://schemas.microsoft.com/office/drawing/2014/main" id="{1291A37F-B1C9-E988-0429-04B301FAE502}"/>
              </a:ext>
            </a:extLst>
          </p:cNvPr>
          <p:cNvSpPr>
            <a:spLocks noGrp="1"/>
          </p:cNvSpPr>
          <p:nvPr>
            <p:ph type="body" sz="quarter" idx="25" hasCustomPrompt="1"/>
          </p:nvPr>
        </p:nvSpPr>
        <p:spPr>
          <a:xfrm>
            <a:off x="984092" y="3043670"/>
            <a:ext cx="1305305" cy="585216"/>
          </a:xfrm>
        </p:spPr>
        <p:txBody>
          <a:bodyPr/>
          <a:lstStyle>
            <a:lvl1pPr marL="171450" indent="-171450" algn="ctr">
              <a:lnSpc>
                <a:spcPct val="100000"/>
              </a:lnSpc>
              <a:buFont typeface="Wingdings" pitchFamily="2" charset="2"/>
              <a:buChar char="§"/>
              <a:defRPr sz="1200" b="0" i="0">
                <a:solidFill>
                  <a:schemeClr val="accent1"/>
                </a:solidFill>
                <a:latin typeface="+mn-lt"/>
              </a:defRPr>
            </a:lvl1pPr>
            <a:lvl2pPr marL="239712" indent="0">
              <a:buNone/>
              <a:defRPr sz="1200"/>
            </a:lvl2pPr>
          </a:lstStyle>
          <a:p>
            <a:pPr lvl="0"/>
            <a:r>
              <a:rPr lang="en-US"/>
              <a:t>Title Here</a:t>
            </a:r>
          </a:p>
        </p:txBody>
      </p:sp>
      <p:sp>
        <p:nvSpPr>
          <p:cNvPr id="62" name="Text Placeholder 47">
            <a:extLst>
              <a:ext uri="{FF2B5EF4-FFF2-40B4-BE49-F238E27FC236}">
                <a16:creationId xmlns:a16="http://schemas.microsoft.com/office/drawing/2014/main" id="{055AE0B4-BF0B-B8F1-987C-CF7D7BB90555}"/>
              </a:ext>
            </a:extLst>
          </p:cNvPr>
          <p:cNvSpPr>
            <a:spLocks noGrp="1"/>
          </p:cNvSpPr>
          <p:nvPr>
            <p:ph type="body" sz="quarter" idx="26" hasCustomPrompt="1"/>
          </p:nvPr>
        </p:nvSpPr>
        <p:spPr>
          <a:xfrm>
            <a:off x="2506728" y="3043670"/>
            <a:ext cx="1305305" cy="585216"/>
          </a:xfrm>
        </p:spPr>
        <p:txBody>
          <a:bodyPr/>
          <a:lstStyle>
            <a:lvl1pPr marL="171450" indent="-171450" algn="ctr">
              <a:lnSpc>
                <a:spcPct val="100000"/>
              </a:lnSpc>
              <a:buFont typeface="Wingdings" pitchFamily="2" charset="2"/>
              <a:buChar char="§"/>
              <a:defRPr sz="1200" b="0" i="0">
                <a:solidFill>
                  <a:schemeClr val="accent1"/>
                </a:solidFill>
                <a:latin typeface="+mn-lt"/>
              </a:defRPr>
            </a:lvl1pPr>
            <a:lvl2pPr marL="239712" indent="0">
              <a:buNone/>
              <a:defRPr sz="1200"/>
            </a:lvl2pPr>
          </a:lstStyle>
          <a:p>
            <a:pPr lvl="0"/>
            <a:r>
              <a:rPr lang="en-US"/>
              <a:t>Title Here</a:t>
            </a:r>
          </a:p>
        </p:txBody>
      </p:sp>
      <p:sp>
        <p:nvSpPr>
          <p:cNvPr id="63" name="Text Placeholder 47">
            <a:extLst>
              <a:ext uri="{FF2B5EF4-FFF2-40B4-BE49-F238E27FC236}">
                <a16:creationId xmlns:a16="http://schemas.microsoft.com/office/drawing/2014/main" id="{9D414C50-C232-0C0A-5108-4EA197CA0E9E}"/>
              </a:ext>
            </a:extLst>
          </p:cNvPr>
          <p:cNvSpPr>
            <a:spLocks noGrp="1"/>
          </p:cNvSpPr>
          <p:nvPr>
            <p:ph type="body" sz="quarter" idx="27" hasCustomPrompt="1"/>
          </p:nvPr>
        </p:nvSpPr>
        <p:spPr>
          <a:xfrm>
            <a:off x="4029364" y="3043670"/>
            <a:ext cx="1305305" cy="585216"/>
          </a:xfrm>
        </p:spPr>
        <p:txBody>
          <a:bodyPr/>
          <a:lstStyle>
            <a:lvl1pPr marL="171450" indent="-171450" algn="ctr">
              <a:lnSpc>
                <a:spcPct val="100000"/>
              </a:lnSpc>
              <a:buFont typeface="Wingdings" pitchFamily="2" charset="2"/>
              <a:buChar char="§"/>
              <a:defRPr sz="1200" b="0" i="0">
                <a:solidFill>
                  <a:schemeClr val="accent1"/>
                </a:solidFill>
                <a:latin typeface="+mn-lt"/>
              </a:defRPr>
            </a:lvl1pPr>
            <a:lvl2pPr marL="239712" indent="0">
              <a:buNone/>
              <a:defRPr sz="1200"/>
            </a:lvl2pPr>
          </a:lstStyle>
          <a:p>
            <a:pPr lvl="0"/>
            <a:r>
              <a:rPr lang="en-US"/>
              <a:t>Title Here</a:t>
            </a:r>
          </a:p>
        </p:txBody>
      </p:sp>
      <p:sp>
        <p:nvSpPr>
          <p:cNvPr id="64" name="Text Placeholder 47">
            <a:extLst>
              <a:ext uri="{FF2B5EF4-FFF2-40B4-BE49-F238E27FC236}">
                <a16:creationId xmlns:a16="http://schemas.microsoft.com/office/drawing/2014/main" id="{A81737DE-97B0-B2C2-A419-91EBE7D8226E}"/>
              </a:ext>
            </a:extLst>
          </p:cNvPr>
          <p:cNvSpPr>
            <a:spLocks noGrp="1"/>
          </p:cNvSpPr>
          <p:nvPr>
            <p:ph type="body" sz="quarter" idx="28" hasCustomPrompt="1"/>
          </p:nvPr>
        </p:nvSpPr>
        <p:spPr>
          <a:xfrm>
            <a:off x="984092" y="5638800"/>
            <a:ext cx="1305305" cy="577273"/>
          </a:xfrm>
        </p:spPr>
        <p:txBody>
          <a:bodyPr/>
          <a:lstStyle>
            <a:lvl1pPr marL="171450" indent="-171450" algn="ctr">
              <a:lnSpc>
                <a:spcPct val="100000"/>
              </a:lnSpc>
              <a:buFont typeface="Wingdings" pitchFamily="2" charset="2"/>
              <a:buChar char="§"/>
              <a:defRPr sz="1200" b="0" i="0">
                <a:solidFill>
                  <a:schemeClr val="accent1"/>
                </a:solidFill>
                <a:latin typeface="+mn-lt"/>
              </a:defRPr>
            </a:lvl1pPr>
            <a:lvl2pPr marL="239712" indent="0">
              <a:buNone/>
              <a:defRPr sz="1200"/>
            </a:lvl2pPr>
          </a:lstStyle>
          <a:p>
            <a:pPr lvl="0"/>
            <a:r>
              <a:rPr lang="en-US"/>
              <a:t>Title Here</a:t>
            </a:r>
          </a:p>
        </p:txBody>
      </p:sp>
      <p:sp>
        <p:nvSpPr>
          <p:cNvPr id="65" name="Text Placeholder 47">
            <a:extLst>
              <a:ext uri="{FF2B5EF4-FFF2-40B4-BE49-F238E27FC236}">
                <a16:creationId xmlns:a16="http://schemas.microsoft.com/office/drawing/2014/main" id="{4366AA90-6795-DEE3-1569-C5E511B8B6BD}"/>
              </a:ext>
            </a:extLst>
          </p:cNvPr>
          <p:cNvSpPr>
            <a:spLocks noGrp="1"/>
          </p:cNvSpPr>
          <p:nvPr>
            <p:ph type="body" sz="quarter" idx="29" hasCustomPrompt="1"/>
          </p:nvPr>
        </p:nvSpPr>
        <p:spPr>
          <a:xfrm>
            <a:off x="2506728" y="5638800"/>
            <a:ext cx="1305305" cy="577273"/>
          </a:xfrm>
        </p:spPr>
        <p:txBody>
          <a:bodyPr/>
          <a:lstStyle>
            <a:lvl1pPr marL="171450" indent="-171450" algn="ctr">
              <a:lnSpc>
                <a:spcPct val="100000"/>
              </a:lnSpc>
              <a:buFont typeface="Wingdings" pitchFamily="2" charset="2"/>
              <a:buChar char="§"/>
              <a:defRPr sz="1200" b="0" i="0">
                <a:solidFill>
                  <a:schemeClr val="accent1"/>
                </a:solidFill>
                <a:latin typeface="+mn-lt"/>
              </a:defRPr>
            </a:lvl1pPr>
            <a:lvl2pPr marL="239712" indent="0">
              <a:buNone/>
              <a:defRPr sz="1200"/>
            </a:lvl2pPr>
          </a:lstStyle>
          <a:p>
            <a:pPr lvl="0"/>
            <a:r>
              <a:rPr lang="en-US"/>
              <a:t>Title Here</a:t>
            </a:r>
          </a:p>
        </p:txBody>
      </p:sp>
      <p:sp>
        <p:nvSpPr>
          <p:cNvPr id="66" name="Text Placeholder 47">
            <a:extLst>
              <a:ext uri="{FF2B5EF4-FFF2-40B4-BE49-F238E27FC236}">
                <a16:creationId xmlns:a16="http://schemas.microsoft.com/office/drawing/2014/main" id="{6D26B3A5-2F90-0727-078A-50A1114C17EE}"/>
              </a:ext>
            </a:extLst>
          </p:cNvPr>
          <p:cNvSpPr>
            <a:spLocks noGrp="1"/>
          </p:cNvSpPr>
          <p:nvPr>
            <p:ph type="body" sz="quarter" idx="30" hasCustomPrompt="1"/>
          </p:nvPr>
        </p:nvSpPr>
        <p:spPr>
          <a:xfrm>
            <a:off x="4029364" y="5638800"/>
            <a:ext cx="1305305" cy="577273"/>
          </a:xfrm>
        </p:spPr>
        <p:txBody>
          <a:bodyPr/>
          <a:lstStyle>
            <a:lvl1pPr marL="171450" indent="-171450" algn="ctr">
              <a:lnSpc>
                <a:spcPct val="100000"/>
              </a:lnSpc>
              <a:buFont typeface="Wingdings" pitchFamily="2" charset="2"/>
              <a:buChar char="§"/>
              <a:defRPr sz="1200" b="0" i="0">
                <a:solidFill>
                  <a:schemeClr val="accent1"/>
                </a:solidFill>
                <a:latin typeface="+mn-lt"/>
              </a:defRPr>
            </a:lvl1pPr>
            <a:lvl2pPr marL="239712" indent="0">
              <a:buNone/>
              <a:defRPr sz="1200"/>
            </a:lvl2pPr>
          </a:lstStyle>
          <a:p>
            <a:pPr lvl="0"/>
            <a:r>
              <a:rPr lang="en-US"/>
              <a:t>Title Here</a:t>
            </a:r>
          </a:p>
        </p:txBody>
      </p:sp>
      <p:sp>
        <p:nvSpPr>
          <p:cNvPr id="67" name="Text Placeholder 47">
            <a:extLst>
              <a:ext uri="{FF2B5EF4-FFF2-40B4-BE49-F238E27FC236}">
                <a16:creationId xmlns:a16="http://schemas.microsoft.com/office/drawing/2014/main" id="{DFB23C7F-A71D-104D-1937-246091888BBE}"/>
              </a:ext>
            </a:extLst>
          </p:cNvPr>
          <p:cNvSpPr>
            <a:spLocks noGrp="1"/>
          </p:cNvSpPr>
          <p:nvPr>
            <p:ph type="body" sz="quarter" idx="31" hasCustomPrompt="1"/>
          </p:nvPr>
        </p:nvSpPr>
        <p:spPr>
          <a:xfrm>
            <a:off x="6851492" y="3043670"/>
            <a:ext cx="1305305" cy="585216"/>
          </a:xfrm>
        </p:spPr>
        <p:txBody>
          <a:bodyPr/>
          <a:lstStyle>
            <a:lvl1pPr marL="171450" indent="-171450" algn="ctr">
              <a:lnSpc>
                <a:spcPct val="100000"/>
              </a:lnSpc>
              <a:buFont typeface="Wingdings" pitchFamily="2" charset="2"/>
              <a:buChar char="§"/>
              <a:defRPr sz="1200" b="0" i="0">
                <a:solidFill>
                  <a:schemeClr val="accent1"/>
                </a:solidFill>
                <a:latin typeface="+mn-lt"/>
              </a:defRPr>
            </a:lvl1pPr>
            <a:lvl2pPr marL="239712" indent="0">
              <a:buNone/>
              <a:defRPr sz="1200"/>
            </a:lvl2pPr>
          </a:lstStyle>
          <a:p>
            <a:pPr lvl="0"/>
            <a:r>
              <a:rPr lang="en-US"/>
              <a:t>Title Here</a:t>
            </a:r>
          </a:p>
        </p:txBody>
      </p:sp>
      <p:sp>
        <p:nvSpPr>
          <p:cNvPr id="68" name="Text Placeholder 47">
            <a:extLst>
              <a:ext uri="{FF2B5EF4-FFF2-40B4-BE49-F238E27FC236}">
                <a16:creationId xmlns:a16="http://schemas.microsoft.com/office/drawing/2014/main" id="{CAA3A87C-364C-F74B-82F6-1AE88BFC4937}"/>
              </a:ext>
            </a:extLst>
          </p:cNvPr>
          <p:cNvSpPr>
            <a:spLocks noGrp="1"/>
          </p:cNvSpPr>
          <p:nvPr>
            <p:ph type="body" sz="quarter" idx="32" hasCustomPrompt="1"/>
          </p:nvPr>
        </p:nvSpPr>
        <p:spPr>
          <a:xfrm>
            <a:off x="8374128" y="3043670"/>
            <a:ext cx="1305305" cy="585216"/>
          </a:xfrm>
        </p:spPr>
        <p:txBody>
          <a:bodyPr/>
          <a:lstStyle>
            <a:lvl1pPr marL="171450" indent="-171450" algn="ctr">
              <a:lnSpc>
                <a:spcPct val="100000"/>
              </a:lnSpc>
              <a:buFont typeface="Wingdings" pitchFamily="2" charset="2"/>
              <a:buChar char="§"/>
              <a:defRPr sz="1200" b="0" i="0">
                <a:solidFill>
                  <a:schemeClr val="accent1"/>
                </a:solidFill>
                <a:latin typeface="+mn-lt"/>
              </a:defRPr>
            </a:lvl1pPr>
            <a:lvl2pPr marL="239712" indent="0">
              <a:buNone/>
              <a:defRPr sz="1200"/>
            </a:lvl2pPr>
          </a:lstStyle>
          <a:p>
            <a:pPr lvl="0"/>
            <a:r>
              <a:rPr lang="en-US"/>
              <a:t>Title Here</a:t>
            </a:r>
          </a:p>
        </p:txBody>
      </p:sp>
      <p:sp>
        <p:nvSpPr>
          <p:cNvPr id="69" name="Text Placeholder 47">
            <a:extLst>
              <a:ext uri="{FF2B5EF4-FFF2-40B4-BE49-F238E27FC236}">
                <a16:creationId xmlns:a16="http://schemas.microsoft.com/office/drawing/2014/main" id="{F1D18461-B937-FB69-39A2-3DC6BE0BE5F8}"/>
              </a:ext>
            </a:extLst>
          </p:cNvPr>
          <p:cNvSpPr>
            <a:spLocks noGrp="1"/>
          </p:cNvSpPr>
          <p:nvPr>
            <p:ph type="body" sz="quarter" idx="33" hasCustomPrompt="1"/>
          </p:nvPr>
        </p:nvSpPr>
        <p:spPr>
          <a:xfrm>
            <a:off x="9896764" y="3043670"/>
            <a:ext cx="1305305" cy="585216"/>
          </a:xfrm>
        </p:spPr>
        <p:txBody>
          <a:bodyPr/>
          <a:lstStyle>
            <a:lvl1pPr marL="171450" indent="-171450" algn="ctr">
              <a:lnSpc>
                <a:spcPct val="100000"/>
              </a:lnSpc>
              <a:buFont typeface="Wingdings" pitchFamily="2" charset="2"/>
              <a:buChar char="§"/>
              <a:defRPr sz="1200" b="0" i="0">
                <a:solidFill>
                  <a:schemeClr val="accent1"/>
                </a:solidFill>
                <a:latin typeface="+mn-lt"/>
              </a:defRPr>
            </a:lvl1pPr>
            <a:lvl2pPr marL="239712" indent="0">
              <a:buNone/>
              <a:defRPr sz="1200"/>
            </a:lvl2pPr>
          </a:lstStyle>
          <a:p>
            <a:pPr lvl="0"/>
            <a:r>
              <a:rPr lang="en-US"/>
              <a:t>Title Here</a:t>
            </a:r>
          </a:p>
        </p:txBody>
      </p:sp>
      <p:sp>
        <p:nvSpPr>
          <p:cNvPr id="70" name="Text Placeholder 47">
            <a:extLst>
              <a:ext uri="{FF2B5EF4-FFF2-40B4-BE49-F238E27FC236}">
                <a16:creationId xmlns:a16="http://schemas.microsoft.com/office/drawing/2014/main" id="{EBD656C6-7CEB-2B0A-E374-38C80068ED9E}"/>
              </a:ext>
            </a:extLst>
          </p:cNvPr>
          <p:cNvSpPr>
            <a:spLocks noGrp="1"/>
          </p:cNvSpPr>
          <p:nvPr>
            <p:ph type="body" sz="quarter" idx="34" hasCustomPrompt="1"/>
          </p:nvPr>
        </p:nvSpPr>
        <p:spPr>
          <a:xfrm>
            <a:off x="6851492" y="5638800"/>
            <a:ext cx="1305305" cy="577273"/>
          </a:xfrm>
        </p:spPr>
        <p:txBody>
          <a:bodyPr/>
          <a:lstStyle>
            <a:lvl1pPr marL="171450" indent="-171450" algn="ctr">
              <a:lnSpc>
                <a:spcPct val="100000"/>
              </a:lnSpc>
              <a:buFont typeface="Wingdings" pitchFamily="2" charset="2"/>
              <a:buChar char="§"/>
              <a:defRPr sz="1200" b="0" i="0">
                <a:solidFill>
                  <a:schemeClr val="accent1"/>
                </a:solidFill>
                <a:latin typeface="+mn-lt"/>
              </a:defRPr>
            </a:lvl1pPr>
            <a:lvl2pPr marL="239712" indent="0">
              <a:buNone/>
              <a:defRPr sz="1200"/>
            </a:lvl2pPr>
          </a:lstStyle>
          <a:p>
            <a:pPr lvl="0"/>
            <a:r>
              <a:rPr lang="en-US"/>
              <a:t>Title Here</a:t>
            </a:r>
          </a:p>
        </p:txBody>
      </p:sp>
      <p:sp>
        <p:nvSpPr>
          <p:cNvPr id="71" name="Text Placeholder 47">
            <a:extLst>
              <a:ext uri="{FF2B5EF4-FFF2-40B4-BE49-F238E27FC236}">
                <a16:creationId xmlns:a16="http://schemas.microsoft.com/office/drawing/2014/main" id="{8348C0DD-7EC9-9A7D-B722-1D0B49AEBA81}"/>
              </a:ext>
            </a:extLst>
          </p:cNvPr>
          <p:cNvSpPr>
            <a:spLocks noGrp="1"/>
          </p:cNvSpPr>
          <p:nvPr>
            <p:ph type="body" sz="quarter" idx="35" hasCustomPrompt="1"/>
          </p:nvPr>
        </p:nvSpPr>
        <p:spPr>
          <a:xfrm>
            <a:off x="8374128" y="5638800"/>
            <a:ext cx="1305305" cy="577273"/>
          </a:xfrm>
        </p:spPr>
        <p:txBody>
          <a:bodyPr/>
          <a:lstStyle>
            <a:lvl1pPr marL="171450" indent="-171450" algn="ctr">
              <a:lnSpc>
                <a:spcPct val="100000"/>
              </a:lnSpc>
              <a:buFont typeface="Wingdings" pitchFamily="2" charset="2"/>
              <a:buChar char="§"/>
              <a:defRPr sz="1200" b="0" i="0">
                <a:solidFill>
                  <a:schemeClr val="accent1"/>
                </a:solidFill>
                <a:latin typeface="+mn-lt"/>
              </a:defRPr>
            </a:lvl1pPr>
            <a:lvl2pPr marL="239712" indent="0">
              <a:buNone/>
              <a:defRPr sz="1200"/>
            </a:lvl2pPr>
          </a:lstStyle>
          <a:p>
            <a:pPr lvl="0"/>
            <a:r>
              <a:rPr lang="en-US"/>
              <a:t>Title Here</a:t>
            </a:r>
          </a:p>
        </p:txBody>
      </p:sp>
      <p:sp>
        <p:nvSpPr>
          <p:cNvPr id="72" name="Text Placeholder 47">
            <a:extLst>
              <a:ext uri="{FF2B5EF4-FFF2-40B4-BE49-F238E27FC236}">
                <a16:creationId xmlns:a16="http://schemas.microsoft.com/office/drawing/2014/main" id="{A09086DD-9B86-7C7E-E761-C7DAD49FEDE5}"/>
              </a:ext>
            </a:extLst>
          </p:cNvPr>
          <p:cNvSpPr>
            <a:spLocks noGrp="1"/>
          </p:cNvSpPr>
          <p:nvPr>
            <p:ph type="body" sz="quarter" idx="36" hasCustomPrompt="1"/>
          </p:nvPr>
        </p:nvSpPr>
        <p:spPr>
          <a:xfrm>
            <a:off x="9896764" y="5638800"/>
            <a:ext cx="1305305" cy="577273"/>
          </a:xfrm>
        </p:spPr>
        <p:txBody>
          <a:bodyPr/>
          <a:lstStyle>
            <a:lvl1pPr marL="171450" indent="-171450" algn="ctr">
              <a:lnSpc>
                <a:spcPct val="100000"/>
              </a:lnSpc>
              <a:buFont typeface="Wingdings" pitchFamily="2" charset="2"/>
              <a:buChar char="§"/>
              <a:defRPr sz="1200" b="0" i="0">
                <a:solidFill>
                  <a:schemeClr val="accent1"/>
                </a:solidFill>
                <a:latin typeface="+mn-lt"/>
              </a:defRPr>
            </a:lvl1pPr>
            <a:lvl2pPr marL="239712" indent="0">
              <a:buNone/>
              <a:defRPr sz="1200"/>
            </a:lvl2pPr>
          </a:lstStyle>
          <a:p>
            <a:pPr lvl="0"/>
            <a:r>
              <a:rPr lang="en-US"/>
              <a:t>Title Here</a:t>
            </a:r>
          </a:p>
        </p:txBody>
      </p:sp>
      <p:cxnSp>
        <p:nvCxnSpPr>
          <p:cNvPr id="52" name="Straight Connector 51">
            <a:extLst>
              <a:ext uri="{FF2B5EF4-FFF2-40B4-BE49-F238E27FC236}">
                <a16:creationId xmlns:a16="http://schemas.microsoft.com/office/drawing/2014/main" id="{4A59914B-319C-7674-C290-50747FD074B7}"/>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73" name="Rounded Rectangle 72">
            <a:extLst>
              <a:ext uri="{FF2B5EF4-FFF2-40B4-BE49-F238E27FC236}">
                <a16:creationId xmlns:a16="http://schemas.microsoft.com/office/drawing/2014/main" id="{9C109D29-E6BD-99CE-B932-BF9207263CA7}"/>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81" name="Graphic 62">
            <a:extLst>
              <a:ext uri="{FF2B5EF4-FFF2-40B4-BE49-F238E27FC236}">
                <a16:creationId xmlns:a16="http://schemas.microsoft.com/office/drawing/2014/main" id="{1EC79FF0-4551-BDB5-3156-C499F4812DB4}"/>
              </a:ext>
            </a:extLst>
          </p:cNvPr>
          <p:cNvGrpSpPr/>
          <p:nvPr userDrawn="1"/>
        </p:nvGrpSpPr>
        <p:grpSpPr>
          <a:xfrm>
            <a:off x="11389259" y="459884"/>
            <a:ext cx="352694" cy="349203"/>
            <a:chOff x="10767269" y="208371"/>
            <a:chExt cx="182844" cy="181034"/>
          </a:xfrm>
        </p:grpSpPr>
        <p:sp>
          <p:nvSpPr>
            <p:cNvPr id="82" name="Freeform 81">
              <a:extLst>
                <a:ext uri="{FF2B5EF4-FFF2-40B4-BE49-F238E27FC236}">
                  <a16:creationId xmlns:a16="http://schemas.microsoft.com/office/drawing/2014/main" id="{4A884087-4B5E-60A2-65F8-B2E7865D577E}"/>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83" name="Freeform 82">
              <a:extLst>
                <a:ext uri="{FF2B5EF4-FFF2-40B4-BE49-F238E27FC236}">
                  <a16:creationId xmlns:a16="http://schemas.microsoft.com/office/drawing/2014/main" id="{D8B7DABB-B630-FBCD-3D00-54CC30B8A1D1}"/>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84" name="Freeform 83">
              <a:extLst>
                <a:ext uri="{FF2B5EF4-FFF2-40B4-BE49-F238E27FC236}">
                  <a16:creationId xmlns:a16="http://schemas.microsoft.com/office/drawing/2014/main" id="{06F15D6F-7193-B0E4-38E1-3BE7EB437F31}"/>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85" name="Freeform 84">
              <a:extLst>
                <a:ext uri="{FF2B5EF4-FFF2-40B4-BE49-F238E27FC236}">
                  <a16:creationId xmlns:a16="http://schemas.microsoft.com/office/drawing/2014/main" id="{6B677A8A-1E5D-8AD9-8876-A56085A50197}"/>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86" name="Freeform 85">
              <a:extLst>
                <a:ext uri="{FF2B5EF4-FFF2-40B4-BE49-F238E27FC236}">
                  <a16:creationId xmlns:a16="http://schemas.microsoft.com/office/drawing/2014/main" id="{C57C0746-B15E-05C1-3C47-12F65022D787}"/>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76" name="Slide Number Placeholder 5">
            <a:extLst>
              <a:ext uri="{FF2B5EF4-FFF2-40B4-BE49-F238E27FC236}">
                <a16:creationId xmlns:a16="http://schemas.microsoft.com/office/drawing/2014/main" id="{A308D49B-1DC1-CEDA-888D-C5575652F6DA}"/>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Tree>
    <p:extLst>
      <p:ext uri="{BB962C8B-B14F-4D97-AF65-F5344CB8AC3E}">
        <p14:creationId xmlns:p14="http://schemas.microsoft.com/office/powerpoint/2010/main" val="3141599920"/>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3 Subject_2 Columns">
    <p:bg>
      <p:bgPr>
        <a:solidFill>
          <a:schemeClr val="bg1"/>
        </a:solidFill>
        <a:effectLst/>
      </p:bgPr>
    </p:bg>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B815858-6749-124E-8F97-9A207DE23607}"/>
              </a:ext>
            </a:extLst>
          </p:cNvPr>
          <p:cNvSpPr>
            <a:spLocks noGrp="1"/>
          </p:cNvSpPr>
          <p:nvPr>
            <p:ph type="title" hasCustomPrompt="1"/>
          </p:nvPr>
        </p:nvSpPr>
        <p:spPr>
          <a:xfrm>
            <a:off x="454025" y="447391"/>
            <a:ext cx="6468699" cy="694944"/>
          </a:xfrm>
        </p:spPr>
        <p:txBody>
          <a:bodyPr/>
          <a:lstStyle/>
          <a:p>
            <a:r>
              <a:rPr lang="en-US"/>
              <a:t>Click To Edit Master Title Style</a:t>
            </a:r>
            <a:endParaRPr lang="en-GB"/>
          </a:p>
        </p:txBody>
      </p:sp>
      <p:grpSp>
        <p:nvGrpSpPr>
          <p:cNvPr id="14" name="Graphic 62" hidden="1">
            <a:extLst>
              <a:ext uri="{FF2B5EF4-FFF2-40B4-BE49-F238E27FC236}">
                <a16:creationId xmlns:a16="http://schemas.microsoft.com/office/drawing/2014/main" id="{BEB51218-0C85-1744-8557-5FFAEE55D1D9}"/>
              </a:ext>
            </a:extLst>
          </p:cNvPr>
          <p:cNvGrpSpPr/>
          <p:nvPr userDrawn="1"/>
        </p:nvGrpSpPr>
        <p:grpSpPr>
          <a:xfrm>
            <a:off x="11389259" y="6063628"/>
            <a:ext cx="352694" cy="349203"/>
            <a:chOff x="10767269" y="208371"/>
            <a:chExt cx="182844" cy="181034"/>
          </a:xfrm>
        </p:grpSpPr>
        <p:sp>
          <p:nvSpPr>
            <p:cNvPr id="15" name="Freeform 14">
              <a:extLst>
                <a:ext uri="{FF2B5EF4-FFF2-40B4-BE49-F238E27FC236}">
                  <a16:creationId xmlns:a16="http://schemas.microsoft.com/office/drawing/2014/main" id="{F180C903-59A9-1B43-8328-87FC3C69B854}"/>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ECC48F78-85B3-9847-A4F2-A9F9955BBD7C}"/>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418898EB-47D3-5E4E-A410-CCB328641BEC}"/>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9E7A26DE-7E22-254A-8BC1-02CFC350A68D}"/>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FADAEB-353A-D74A-8A4E-80DF67472D6F}"/>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cxnSp>
        <p:nvCxnSpPr>
          <p:cNvPr id="29" name="Straight Connector 28">
            <a:extLst>
              <a:ext uri="{FF2B5EF4-FFF2-40B4-BE49-F238E27FC236}">
                <a16:creationId xmlns:a16="http://schemas.microsoft.com/office/drawing/2014/main" id="{725CABC6-B70A-1CCD-3E9B-C6A9B29B3399}"/>
              </a:ext>
            </a:extLst>
          </p:cNvPr>
          <p:cNvCxnSpPr>
            <a:cxnSpLocks/>
          </p:cNvCxnSpPr>
          <p:nvPr userDrawn="1"/>
        </p:nvCxnSpPr>
        <p:spPr>
          <a:xfrm>
            <a:off x="7402284" y="1952580"/>
            <a:ext cx="0" cy="4184148"/>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E64591D-EA91-FDE2-ACA8-B721589A33D1}"/>
              </a:ext>
            </a:extLst>
          </p:cNvPr>
          <p:cNvCxnSpPr>
            <a:cxnSpLocks/>
          </p:cNvCxnSpPr>
          <p:nvPr userDrawn="1"/>
        </p:nvCxnSpPr>
        <p:spPr>
          <a:xfrm>
            <a:off x="454025" y="4715432"/>
            <a:ext cx="6766560" cy="0"/>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71343363-B34A-5380-F039-A69DF0D3EFF1}"/>
              </a:ext>
            </a:extLst>
          </p:cNvPr>
          <p:cNvGrpSpPr/>
          <p:nvPr userDrawn="1"/>
        </p:nvGrpSpPr>
        <p:grpSpPr>
          <a:xfrm>
            <a:off x="7576456" y="3318432"/>
            <a:ext cx="4164693" cy="1397000"/>
            <a:chOff x="6235700" y="3413432"/>
            <a:chExt cx="5505450" cy="1397000"/>
          </a:xfrm>
        </p:grpSpPr>
        <p:cxnSp>
          <p:nvCxnSpPr>
            <p:cNvPr id="32" name="Straight Connector 31">
              <a:extLst>
                <a:ext uri="{FF2B5EF4-FFF2-40B4-BE49-F238E27FC236}">
                  <a16:creationId xmlns:a16="http://schemas.microsoft.com/office/drawing/2014/main" id="{C7ACB552-005E-8733-D6E4-A2D353836469}"/>
                </a:ext>
              </a:extLst>
            </p:cNvPr>
            <p:cNvCxnSpPr>
              <a:cxnSpLocks/>
            </p:cNvCxnSpPr>
            <p:nvPr userDrawn="1"/>
          </p:nvCxnSpPr>
          <p:spPr>
            <a:xfrm>
              <a:off x="6235700" y="3413432"/>
              <a:ext cx="5505450" cy="0"/>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FD4A826-F74E-0756-73EC-0253EE3B2B18}"/>
                </a:ext>
              </a:extLst>
            </p:cNvPr>
            <p:cNvCxnSpPr>
              <a:cxnSpLocks/>
            </p:cNvCxnSpPr>
            <p:nvPr userDrawn="1"/>
          </p:nvCxnSpPr>
          <p:spPr>
            <a:xfrm>
              <a:off x="6235700" y="4810432"/>
              <a:ext cx="5505450" cy="0"/>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grpSp>
      <p:sp>
        <p:nvSpPr>
          <p:cNvPr id="68" name="TextBox 67">
            <a:extLst>
              <a:ext uri="{FF2B5EF4-FFF2-40B4-BE49-F238E27FC236}">
                <a16:creationId xmlns:a16="http://schemas.microsoft.com/office/drawing/2014/main" id="{B13043A8-F438-57C7-144F-63CCFCE26FF8}"/>
              </a:ext>
            </a:extLst>
          </p:cNvPr>
          <p:cNvSpPr txBox="1"/>
          <p:nvPr userDrawn="1"/>
        </p:nvSpPr>
        <p:spPr>
          <a:xfrm>
            <a:off x="17944881" y="2258815"/>
            <a:ext cx="3717982" cy="369332"/>
          </a:xfrm>
          <a:prstGeom prst="rect">
            <a:avLst/>
          </a:prstGeom>
          <a:noFill/>
        </p:spPr>
        <p:txBody>
          <a:bodyPr wrap="square" lIns="0" tIns="0" rIns="0" bIns="0" rtlCol="0">
            <a:noAutofit/>
          </a:bodyPr>
          <a:lstStyle/>
          <a:p>
            <a:r>
              <a:rPr lang="en-US">
                <a:solidFill>
                  <a:schemeClr val="accent1"/>
                </a:solidFill>
                <a:latin typeface="+mj-lt"/>
              </a:rPr>
              <a:t>Title Here</a:t>
            </a:r>
          </a:p>
        </p:txBody>
      </p:sp>
      <p:sp>
        <p:nvSpPr>
          <p:cNvPr id="69" name="TextBox 68">
            <a:extLst>
              <a:ext uri="{FF2B5EF4-FFF2-40B4-BE49-F238E27FC236}">
                <a16:creationId xmlns:a16="http://schemas.microsoft.com/office/drawing/2014/main" id="{EE920E44-46CE-3126-CB31-0F9B6F53882D}"/>
              </a:ext>
            </a:extLst>
          </p:cNvPr>
          <p:cNvSpPr txBox="1"/>
          <p:nvPr userDrawn="1"/>
        </p:nvSpPr>
        <p:spPr>
          <a:xfrm>
            <a:off x="17944881" y="2616622"/>
            <a:ext cx="4533900" cy="583387"/>
          </a:xfrm>
          <a:prstGeom prst="rect">
            <a:avLst/>
          </a:prstGeom>
          <a:noFill/>
        </p:spPr>
        <p:txBody>
          <a:bodyPr wrap="square" lIns="0" tIns="0" rIns="0" bIns="0" rtlCol="0">
            <a:noAutofit/>
          </a:bodyPr>
          <a:lstStyle/>
          <a:p>
            <a:pPr>
              <a:lnSpc>
                <a:spcPts val="1400"/>
              </a:lnSpc>
            </a:pPr>
            <a:r>
              <a:rPr lang="en-US" sz="1200">
                <a:solidFill>
                  <a:schemeClr val="tx2"/>
                </a:solidFill>
              </a:rPr>
              <a:t>Lorem ipsum dolor sit amet, consectetur adipiscing elit. Fusce elit diam, maximus a condimentum eget, lobortis in erat. Mauris efficitur, erat a sagittis vestibulum, dui.</a:t>
            </a:r>
          </a:p>
        </p:txBody>
      </p:sp>
      <p:sp>
        <p:nvSpPr>
          <p:cNvPr id="70" name="TextBox 69">
            <a:extLst>
              <a:ext uri="{FF2B5EF4-FFF2-40B4-BE49-F238E27FC236}">
                <a16:creationId xmlns:a16="http://schemas.microsoft.com/office/drawing/2014/main" id="{FCC56459-1BEA-BF2C-ECEC-4D00155F558F}"/>
              </a:ext>
            </a:extLst>
          </p:cNvPr>
          <p:cNvSpPr txBox="1"/>
          <p:nvPr userDrawn="1"/>
        </p:nvSpPr>
        <p:spPr>
          <a:xfrm>
            <a:off x="17944881" y="3633539"/>
            <a:ext cx="3717982" cy="369332"/>
          </a:xfrm>
          <a:prstGeom prst="rect">
            <a:avLst/>
          </a:prstGeom>
          <a:noFill/>
        </p:spPr>
        <p:txBody>
          <a:bodyPr wrap="square" lIns="0" tIns="0" rIns="0" bIns="0" rtlCol="0">
            <a:noAutofit/>
          </a:bodyPr>
          <a:lstStyle/>
          <a:p>
            <a:r>
              <a:rPr lang="en-US">
                <a:solidFill>
                  <a:schemeClr val="accent1"/>
                </a:solidFill>
                <a:latin typeface="+mj-lt"/>
              </a:rPr>
              <a:t>Title Here</a:t>
            </a:r>
          </a:p>
        </p:txBody>
      </p:sp>
      <p:sp>
        <p:nvSpPr>
          <p:cNvPr id="71" name="TextBox 70">
            <a:extLst>
              <a:ext uri="{FF2B5EF4-FFF2-40B4-BE49-F238E27FC236}">
                <a16:creationId xmlns:a16="http://schemas.microsoft.com/office/drawing/2014/main" id="{DF8FE10A-95EB-F607-98B9-71B1F567DB73}"/>
              </a:ext>
            </a:extLst>
          </p:cNvPr>
          <p:cNvSpPr txBox="1"/>
          <p:nvPr userDrawn="1"/>
        </p:nvSpPr>
        <p:spPr>
          <a:xfrm>
            <a:off x="17944881" y="3991346"/>
            <a:ext cx="4533900" cy="583387"/>
          </a:xfrm>
          <a:prstGeom prst="rect">
            <a:avLst/>
          </a:prstGeom>
          <a:noFill/>
        </p:spPr>
        <p:txBody>
          <a:bodyPr wrap="square" lIns="0" tIns="0" rIns="0" bIns="0" rtlCol="0">
            <a:noAutofit/>
          </a:bodyPr>
          <a:lstStyle/>
          <a:p>
            <a:pPr>
              <a:lnSpc>
                <a:spcPts val="1400"/>
              </a:lnSpc>
            </a:pPr>
            <a:r>
              <a:rPr lang="en-US" sz="1200">
                <a:solidFill>
                  <a:schemeClr val="tx2"/>
                </a:solidFill>
              </a:rPr>
              <a:t>Lorem ipsum dolor sit amet, consectetur adipiscing elit. Fusce elit diam, maximus a condimentum eget, lobortis in erat. Mauris efficitur, erat a sagittis vestibulum, dui.</a:t>
            </a:r>
          </a:p>
        </p:txBody>
      </p:sp>
      <p:sp>
        <p:nvSpPr>
          <p:cNvPr id="72" name="TextBox 71">
            <a:extLst>
              <a:ext uri="{FF2B5EF4-FFF2-40B4-BE49-F238E27FC236}">
                <a16:creationId xmlns:a16="http://schemas.microsoft.com/office/drawing/2014/main" id="{B585E651-C2E7-9E93-B1B3-1B75184078F6}"/>
              </a:ext>
            </a:extLst>
          </p:cNvPr>
          <p:cNvSpPr txBox="1"/>
          <p:nvPr userDrawn="1"/>
        </p:nvSpPr>
        <p:spPr>
          <a:xfrm>
            <a:off x="17944881" y="4999023"/>
            <a:ext cx="3717982" cy="369332"/>
          </a:xfrm>
          <a:prstGeom prst="rect">
            <a:avLst/>
          </a:prstGeom>
          <a:noFill/>
        </p:spPr>
        <p:txBody>
          <a:bodyPr wrap="square" lIns="0" tIns="0" rIns="0" bIns="0" rtlCol="0">
            <a:noAutofit/>
          </a:bodyPr>
          <a:lstStyle/>
          <a:p>
            <a:r>
              <a:rPr lang="en-US">
                <a:solidFill>
                  <a:schemeClr val="accent1"/>
                </a:solidFill>
                <a:latin typeface="+mj-lt"/>
              </a:rPr>
              <a:t>Title Here</a:t>
            </a:r>
          </a:p>
        </p:txBody>
      </p:sp>
      <p:sp>
        <p:nvSpPr>
          <p:cNvPr id="73" name="TextBox 72">
            <a:extLst>
              <a:ext uri="{FF2B5EF4-FFF2-40B4-BE49-F238E27FC236}">
                <a16:creationId xmlns:a16="http://schemas.microsoft.com/office/drawing/2014/main" id="{070B0F16-2326-29E8-8F75-C293E56A2FBD}"/>
              </a:ext>
            </a:extLst>
          </p:cNvPr>
          <p:cNvSpPr txBox="1"/>
          <p:nvPr userDrawn="1"/>
        </p:nvSpPr>
        <p:spPr>
          <a:xfrm>
            <a:off x="17944881" y="5356830"/>
            <a:ext cx="4533900" cy="583387"/>
          </a:xfrm>
          <a:prstGeom prst="rect">
            <a:avLst/>
          </a:prstGeom>
          <a:noFill/>
        </p:spPr>
        <p:txBody>
          <a:bodyPr wrap="square" lIns="0" tIns="0" rIns="0" bIns="0" rtlCol="0">
            <a:noAutofit/>
          </a:bodyPr>
          <a:lstStyle/>
          <a:p>
            <a:pPr>
              <a:lnSpc>
                <a:spcPts val="1400"/>
              </a:lnSpc>
            </a:pPr>
            <a:r>
              <a:rPr lang="en-US" sz="1200">
                <a:solidFill>
                  <a:schemeClr val="tx2"/>
                </a:solidFill>
              </a:rPr>
              <a:t>Lorem ipsum dolor sit amet, consectetur adipiscing elit. Fusce elit diam, maximus a condimentum eget, lobortis in erat. Mauris efficitur, erat a sagittis vestibulum, dui.</a:t>
            </a:r>
          </a:p>
        </p:txBody>
      </p:sp>
      <p:cxnSp>
        <p:nvCxnSpPr>
          <p:cNvPr id="101" name="Straight Connector 100">
            <a:extLst>
              <a:ext uri="{FF2B5EF4-FFF2-40B4-BE49-F238E27FC236}">
                <a16:creationId xmlns:a16="http://schemas.microsoft.com/office/drawing/2014/main" id="{0D39690D-8DF4-6C00-03E0-75796658154A}"/>
              </a:ext>
            </a:extLst>
          </p:cNvPr>
          <p:cNvCxnSpPr>
            <a:cxnSpLocks/>
          </p:cNvCxnSpPr>
          <p:nvPr userDrawn="1"/>
        </p:nvCxnSpPr>
        <p:spPr>
          <a:xfrm>
            <a:off x="454025" y="3318432"/>
            <a:ext cx="6766560" cy="0"/>
          </a:xfrm>
          <a:prstGeom prst="line">
            <a:avLst/>
          </a:prstGeom>
          <a:ln w="635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4" name="Subtitle 2">
            <a:extLst>
              <a:ext uri="{FF2B5EF4-FFF2-40B4-BE49-F238E27FC236}">
                <a16:creationId xmlns:a16="http://schemas.microsoft.com/office/drawing/2014/main" id="{9535EF7B-A8C0-FF4E-DDC0-C4A958AB421A}"/>
              </a:ext>
            </a:extLst>
          </p:cNvPr>
          <p:cNvSpPr>
            <a:spLocks noGrp="1"/>
          </p:cNvSpPr>
          <p:nvPr>
            <p:ph type="subTitle" idx="1" hasCustomPrompt="1"/>
          </p:nvPr>
        </p:nvSpPr>
        <p:spPr>
          <a:xfrm>
            <a:off x="454025" y="1155700"/>
            <a:ext cx="5504688" cy="361950"/>
          </a:xfrm>
        </p:spPr>
        <p:txBody>
          <a:bodyPr/>
          <a:lstStyle>
            <a:lvl1pPr marL="0" indent="0" algn="l">
              <a:lnSpc>
                <a:spcPts val="2400"/>
              </a:lnSpc>
              <a:spcAft>
                <a:spcPts val="0"/>
              </a:spcAft>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2" name="Text Placeholder 47">
            <a:extLst>
              <a:ext uri="{FF2B5EF4-FFF2-40B4-BE49-F238E27FC236}">
                <a16:creationId xmlns:a16="http://schemas.microsoft.com/office/drawing/2014/main" id="{53C3144B-AA66-7D75-841C-88A9FA185B10}"/>
              </a:ext>
            </a:extLst>
          </p:cNvPr>
          <p:cNvSpPr>
            <a:spLocks noGrp="1"/>
          </p:cNvSpPr>
          <p:nvPr>
            <p:ph type="body" sz="quarter" idx="38" hasCustomPrompt="1"/>
          </p:nvPr>
        </p:nvSpPr>
        <p:spPr>
          <a:xfrm>
            <a:off x="7600207" y="2310244"/>
            <a:ext cx="4120737" cy="706091"/>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47" name="Text Placeholder 47">
            <a:extLst>
              <a:ext uri="{FF2B5EF4-FFF2-40B4-BE49-F238E27FC236}">
                <a16:creationId xmlns:a16="http://schemas.microsoft.com/office/drawing/2014/main" id="{979C5601-AAE1-5A10-9EF2-27DB560C4C9B}"/>
              </a:ext>
            </a:extLst>
          </p:cNvPr>
          <p:cNvSpPr>
            <a:spLocks noGrp="1"/>
          </p:cNvSpPr>
          <p:nvPr>
            <p:ph type="body" sz="quarter" idx="40" hasCustomPrompt="1"/>
          </p:nvPr>
        </p:nvSpPr>
        <p:spPr>
          <a:xfrm>
            <a:off x="7600207" y="3555675"/>
            <a:ext cx="4120737" cy="706091"/>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48" name="Text Placeholder 47">
            <a:extLst>
              <a:ext uri="{FF2B5EF4-FFF2-40B4-BE49-F238E27FC236}">
                <a16:creationId xmlns:a16="http://schemas.microsoft.com/office/drawing/2014/main" id="{7B27357F-0EC3-F5D5-CEF0-342BA821F800}"/>
              </a:ext>
            </a:extLst>
          </p:cNvPr>
          <p:cNvSpPr>
            <a:spLocks noGrp="1"/>
          </p:cNvSpPr>
          <p:nvPr>
            <p:ph type="body" sz="quarter" idx="41" hasCustomPrompt="1"/>
          </p:nvPr>
        </p:nvSpPr>
        <p:spPr>
          <a:xfrm>
            <a:off x="7600207" y="4934200"/>
            <a:ext cx="4120737" cy="706091"/>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49" name="Text Placeholder 47">
            <a:extLst>
              <a:ext uri="{FF2B5EF4-FFF2-40B4-BE49-F238E27FC236}">
                <a16:creationId xmlns:a16="http://schemas.microsoft.com/office/drawing/2014/main" id="{73A7F993-3AF8-CEB8-3DB3-F2C3E332771E}"/>
              </a:ext>
            </a:extLst>
          </p:cNvPr>
          <p:cNvSpPr>
            <a:spLocks noGrp="1"/>
          </p:cNvSpPr>
          <p:nvPr>
            <p:ph type="body" sz="quarter" idx="42" hasCustomPrompt="1"/>
          </p:nvPr>
        </p:nvSpPr>
        <p:spPr>
          <a:xfrm>
            <a:off x="3088575" y="2310244"/>
            <a:ext cx="4120737" cy="706091"/>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1" name="Text Placeholder 47">
            <a:extLst>
              <a:ext uri="{FF2B5EF4-FFF2-40B4-BE49-F238E27FC236}">
                <a16:creationId xmlns:a16="http://schemas.microsoft.com/office/drawing/2014/main" id="{C3A94785-DD49-7977-E2E0-94075C7C1703}"/>
              </a:ext>
            </a:extLst>
          </p:cNvPr>
          <p:cNvSpPr>
            <a:spLocks noGrp="1"/>
          </p:cNvSpPr>
          <p:nvPr>
            <p:ph type="body" sz="quarter" idx="44" hasCustomPrompt="1"/>
          </p:nvPr>
        </p:nvSpPr>
        <p:spPr>
          <a:xfrm>
            <a:off x="3088575" y="3555675"/>
            <a:ext cx="4120737" cy="706091"/>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2" name="Text Placeholder 47">
            <a:extLst>
              <a:ext uri="{FF2B5EF4-FFF2-40B4-BE49-F238E27FC236}">
                <a16:creationId xmlns:a16="http://schemas.microsoft.com/office/drawing/2014/main" id="{93B8E0BA-CA6C-22CA-F636-EF00AFBB35D0}"/>
              </a:ext>
            </a:extLst>
          </p:cNvPr>
          <p:cNvSpPr>
            <a:spLocks noGrp="1"/>
          </p:cNvSpPr>
          <p:nvPr>
            <p:ph type="body" sz="quarter" idx="45" hasCustomPrompt="1"/>
          </p:nvPr>
        </p:nvSpPr>
        <p:spPr>
          <a:xfrm>
            <a:off x="3088575" y="4934200"/>
            <a:ext cx="4120737" cy="706091"/>
          </a:xfrm>
        </p:spPr>
        <p:txBody>
          <a:bodyPr/>
          <a:lstStyle>
            <a:lvl1pPr marL="285750" indent="-285750">
              <a:lnSpc>
                <a:spcPct val="100000"/>
              </a:lnSpc>
              <a:buFont typeface="Wingdings" pitchFamily="2" charset="2"/>
              <a:buChar char="§"/>
              <a:defRPr sz="1400"/>
            </a:lvl1pPr>
            <a:lvl2pPr marL="239712" indent="0">
              <a:buNone/>
              <a:defRPr sz="1200"/>
            </a:lvl2pPr>
          </a:lstStyle>
          <a:p>
            <a:pPr lvl="0"/>
            <a:r>
              <a:rPr lang="en-US"/>
              <a:t>Lorem ipsum dolor sit amet, </a:t>
            </a:r>
            <a:r>
              <a:rPr lang="en-US" err="1"/>
              <a:t>consectet</a:t>
            </a:r>
            <a:r>
              <a:rPr lang="en-US"/>
              <a:t> </a:t>
            </a:r>
            <a:r>
              <a:rPr lang="en-US" err="1"/>
              <a:t>adipiscing</a:t>
            </a:r>
            <a:r>
              <a:rPr lang="en-US"/>
              <a:t> </a:t>
            </a:r>
            <a:r>
              <a:rPr lang="en-US" err="1"/>
              <a:t>elit</a:t>
            </a:r>
            <a:r>
              <a:rPr lang="en-US"/>
              <a:t>. </a:t>
            </a:r>
            <a:r>
              <a:rPr lang="en-US" err="1"/>
              <a:t>Fusce</a:t>
            </a:r>
            <a:r>
              <a:rPr lang="en-US"/>
              <a:t> </a:t>
            </a:r>
            <a:r>
              <a:rPr lang="en-US" err="1"/>
              <a:t>elit</a:t>
            </a:r>
            <a:r>
              <a:rPr lang="en-US"/>
              <a:t> diam, maximus a </a:t>
            </a:r>
            <a:r>
              <a:rPr lang="en-US" err="1"/>
              <a:t>condimentum</a:t>
            </a:r>
            <a:r>
              <a:rPr lang="en-US"/>
              <a:t> </a:t>
            </a:r>
            <a:r>
              <a:rPr lang="en-US" err="1"/>
              <a:t>eget</a:t>
            </a:r>
            <a:r>
              <a:rPr lang="en-US"/>
              <a:t>, </a:t>
            </a:r>
            <a:r>
              <a:rPr lang="en-US" err="1"/>
              <a:t>lobortis</a:t>
            </a:r>
            <a:r>
              <a:rPr lang="en-US"/>
              <a:t> in </a:t>
            </a:r>
            <a:r>
              <a:rPr lang="en-US" err="1"/>
              <a:t>erat</a:t>
            </a:r>
            <a:r>
              <a:rPr lang="en-US"/>
              <a:t>. </a:t>
            </a:r>
            <a:r>
              <a:rPr lang="en-US" err="1"/>
              <a:t>Mauris</a:t>
            </a:r>
            <a:r>
              <a:rPr lang="en-US"/>
              <a:t> </a:t>
            </a:r>
            <a:r>
              <a:rPr lang="en-US" err="1"/>
              <a:t>efficitur</a:t>
            </a:r>
            <a:r>
              <a:rPr lang="en-US"/>
              <a:t>, </a:t>
            </a:r>
            <a:r>
              <a:rPr lang="en-US" err="1"/>
              <a:t>erat</a:t>
            </a:r>
            <a:r>
              <a:rPr lang="en-US"/>
              <a:t> a </a:t>
            </a:r>
            <a:r>
              <a:rPr lang="en-US" err="1"/>
              <a:t>sagittis</a:t>
            </a:r>
            <a:r>
              <a:rPr lang="en-US"/>
              <a:t> </a:t>
            </a:r>
            <a:r>
              <a:rPr lang="en-US" err="1"/>
              <a:t>vesti</a:t>
            </a:r>
            <a:r>
              <a:rPr lang="en-US"/>
              <a:t> dui.</a:t>
            </a:r>
          </a:p>
        </p:txBody>
      </p:sp>
      <p:sp>
        <p:nvSpPr>
          <p:cNvPr id="53" name="Content Placeholder 5">
            <a:extLst>
              <a:ext uri="{FF2B5EF4-FFF2-40B4-BE49-F238E27FC236}">
                <a16:creationId xmlns:a16="http://schemas.microsoft.com/office/drawing/2014/main" id="{3CE74447-B630-2A68-6F8A-11F1039A4CE8}"/>
              </a:ext>
            </a:extLst>
          </p:cNvPr>
          <p:cNvSpPr>
            <a:spLocks noGrp="1"/>
          </p:cNvSpPr>
          <p:nvPr>
            <p:ph sz="quarter" idx="10"/>
          </p:nvPr>
        </p:nvSpPr>
        <p:spPr>
          <a:xfrm>
            <a:off x="454025" y="2258608"/>
            <a:ext cx="2336675" cy="699025"/>
          </a:xfrm>
          <a:prstGeom prst="roundRect">
            <a:avLst/>
          </a:prstGeom>
          <a:solidFill>
            <a:schemeClr val="accent1"/>
          </a:solidFill>
        </p:spPr>
        <p:txBody>
          <a:bodyPr lIns="182880" anchor="ctr"/>
          <a:lstStyle>
            <a:lvl1pPr marL="0" indent="0" algn="l">
              <a:buNone/>
              <a:defRPr sz="1800">
                <a:solidFill>
                  <a:schemeClr val="bg1"/>
                </a:solidFill>
                <a:latin typeface="+mj-lt"/>
              </a:defRPr>
            </a:lvl1pPr>
          </a:lstStyle>
          <a:p>
            <a:pPr lvl="0"/>
            <a:endParaRPr lang="en-US"/>
          </a:p>
        </p:txBody>
      </p:sp>
      <p:sp>
        <p:nvSpPr>
          <p:cNvPr id="54" name="Content Placeholder 5">
            <a:extLst>
              <a:ext uri="{FF2B5EF4-FFF2-40B4-BE49-F238E27FC236}">
                <a16:creationId xmlns:a16="http://schemas.microsoft.com/office/drawing/2014/main" id="{F83F6D76-07AA-3F4F-2375-1E76BE641C40}"/>
              </a:ext>
            </a:extLst>
          </p:cNvPr>
          <p:cNvSpPr>
            <a:spLocks noGrp="1"/>
          </p:cNvSpPr>
          <p:nvPr>
            <p:ph sz="quarter" idx="46"/>
          </p:nvPr>
        </p:nvSpPr>
        <p:spPr>
          <a:xfrm>
            <a:off x="454025" y="3573801"/>
            <a:ext cx="2336675" cy="699025"/>
          </a:xfrm>
          <a:prstGeom prst="roundRect">
            <a:avLst/>
          </a:prstGeom>
          <a:solidFill>
            <a:schemeClr val="accent2"/>
          </a:solidFill>
        </p:spPr>
        <p:txBody>
          <a:bodyPr lIns="182880" anchor="ctr"/>
          <a:lstStyle>
            <a:lvl1pPr marL="0" indent="0" algn="l">
              <a:buNone/>
              <a:defRPr sz="1800">
                <a:solidFill>
                  <a:schemeClr val="bg1"/>
                </a:solidFill>
                <a:latin typeface="+mj-lt"/>
              </a:defRPr>
            </a:lvl1pPr>
          </a:lstStyle>
          <a:p>
            <a:pPr lvl="0"/>
            <a:endParaRPr lang="en-US"/>
          </a:p>
        </p:txBody>
      </p:sp>
      <p:sp>
        <p:nvSpPr>
          <p:cNvPr id="55" name="Content Placeholder 5">
            <a:extLst>
              <a:ext uri="{FF2B5EF4-FFF2-40B4-BE49-F238E27FC236}">
                <a16:creationId xmlns:a16="http://schemas.microsoft.com/office/drawing/2014/main" id="{8A189AE0-C344-0805-0CE4-0E6C3E8014CB}"/>
              </a:ext>
            </a:extLst>
          </p:cNvPr>
          <p:cNvSpPr>
            <a:spLocks noGrp="1"/>
          </p:cNvSpPr>
          <p:nvPr>
            <p:ph sz="quarter" idx="47"/>
          </p:nvPr>
        </p:nvSpPr>
        <p:spPr>
          <a:xfrm>
            <a:off x="454025" y="4916701"/>
            <a:ext cx="2336675" cy="699025"/>
          </a:xfrm>
          <a:prstGeom prst="roundRect">
            <a:avLst/>
          </a:prstGeom>
          <a:solidFill>
            <a:schemeClr val="accent3">
              <a:lumMod val="90000"/>
            </a:schemeClr>
          </a:solidFill>
        </p:spPr>
        <p:txBody>
          <a:bodyPr lIns="182880" anchor="ctr"/>
          <a:lstStyle>
            <a:lvl1pPr marL="0" indent="0" algn="l">
              <a:buNone/>
              <a:defRPr sz="1800">
                <a:solidFill>
                  <a:schemeClr val="bg1"/>
                </a:solidFill>
                <a:latin typeface="+mj-lt"/>
              </a:defRPr>
            </a:lvl1pPr>
          </a:lstStyle>
          <a:p>
            <a:pPr lvl="0"/>
            <a:endParaRPr lang="en-US"/>
          </a:p>
        </p:txBody>
      </p:sp>
      <p:cxnSp>
        <p:nvCxnSpPr>
          <p:cNvPr id="56" name="Straight Connector 55">
            <a:extLst>
              <a:ext uri="{FF2B5EF4-FFF2-40B4-BE49-F238E27FC236}">
                <a16:creationId xmlns:a16="http://schemas.microsoft.com/office/drawing/2014/main" id="{8669DFE8-ED58-9FBC-B593-6E740EA0190B}"/>
              </a:ext>
            </a:extLst>
          </p:cNvPr>
          <p:cNvCxnSpPr>
            <a:cxnSpLocks/>
          </p:cNvCxnSpPr>
          <p:nvPr userDrawn="1"/>
        </p:nvCxnSpPr>
        <p:spPr>
          <a:xfrm>
            <a:off x="11634435" y="6402039"/>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57" name="Rounded Rectangle 56">
            <a:extLst>
              <a:ext uri="{FF2B5EF4-FFF2-40B4-BE49-F238E27FC236}">
                <a16:creationId xmlns:a16="http://schemas.microsoft.com/office/drawing/2014/main" id="{E144A2FD-F01C-958C-FDE6-A4D5B6DB0C3A}"/>
              </a:ext>
            </a:extLst>
          </p:cNvPr>
          <p:cNvSpPr>
            <a:spLocks noChangeAspect="1"/>
          </p:cNvSpPr>
          <p:nvPr userDrawn="1"/>
        </p:nvSpPr>
        <p:spPr>
          <a:xfrm rot="2700000">
            <a:off x="11576386" y="6333457"/>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2" name="Graphic 62">
            <a:extLst>
              <a:ext uri="{FF2B5EF4-FFF2-40B4-BE49-F238E27FC236}">
                <a16:creationId xmlns:a16="http://schemas.microsoft.com/office/drawing/2014/main" id="{C8823CD0-E621-A352-B41A-E2263B9D131F}"/>
              </a:ext>
            </a:extLst>
          </p:cNvPr>
          <p:cNvGrpSpPr/>
          <p:nvPr userDrawn="1"/>
        </p:nvGrpSpPr>
        <p:grpSpPr>
          <a:xfrm>
            <a:off x="11389259" y="459884"/>
            <a:ext cx="352694" cy="349203"/>
            <a:chOff x="10767269" y="208371"/>
            <a:chExt cx="182844" cy="181034"/>
          </a:xfrm>
        </p:grpSpPr>
        <p:sp>
          <p:nvSpPr>
            <p:cNvPr id="63" name="Freeform 62">
              <a:extLst>
                <a:ext uri="{FF2B5EF4-FFF2-40B4-BE49-F238E27FC236}">
                  <a16:creationId xmlns:a16="http://schemas.microsoft.com/office/drawing/2014/main" id="{151085E5-093B-9008-0A02-50B8F58EA78B}"/>
                </a:ext>
              </a:extLst>
            </p:cNvPr>
            <p:cNvSpPr/>
            <p:nvPr/>
          </p:nvSpPr>
          <p:spPr>
            <a:xfrm>
              <a:off x="10783692" y="208371"/>
              <a:ext cx="41675" cy="41262"/>
            </a:xfrm>
            <a:custGeom>
              <a:avLst/>
              <a:gdLst>
                <a:gd name="connsiteX0" fmla="*/ 35942 w 41675"/>
                <a:gd name="connsiteY0" fmla="*/ 0 h 41262"/>
                <a:gd name="connsiteX1" fmla="*/ 41676 w 41675"/>
                <a:gd name="connsiteY1" fmla="*/ 5677 h 41262"/>
                <a:gd name="connsiteX2" fmla="*/ 41676 w 41675"/>
                <a:gd name="connsiteY2" fmla="*/ 35586 h 41262"/>
                <a:gd name="connsiteX3" fmla="*/ 35942 w 41675"/>
                <a:gd name="connsiteY3" fmla="*/ 41263 h 41262"/>
                <a:gd name="connsiteX4" fmla="*/ 5734 w 41675"/>
                <a:gd name="connsiteY4" fmla="*/ 41263 h 41262"/>
                <a:gd name="connsiteX5" fmla="*/ 0 w 41675"/>
                <a:gd name="connsiteY5" fmla="*/ 35586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2" y="0"/>
                  </a:moveTo>
                  <a:cubicBezTo>
                    <a:pt x="39108" y="0"/>
                    <a:pt x="41676" y="2542"/>
                    <a:pt x="41676" y="5677"/>
                  </a:cubicBezTo>
                  <a:lnTo>
                    <a:pt x="41676" y="35586"/>
                  </a:lnTo>
                  <a:cubicBezTo>
                    <a:pt x="41676" y="38721"/>
                    <a:pt x="39108" y="41263"/>
                    <a:pt x="35942" y="41263"/>
                  </a:cubicBezTo>
                  <a:lnTo>
                    <a:pt x="5734" y="41263"/>
                  </a:lnTo>
                  <a:cubicBezTo>
                    <a:pt x="2567" y="41263"/>
                    <a:pt x="0" y="38721"/>
                    <a:pt x="0" y="35586"/>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64" name="Freeform 63">
              <a:extLst>
                <a:ext uri="{FF2B5EF4-FFF2-40B4-BE49-F238E27FC236}">
                  <a16:creationId xmlns:a16="http://schemas.microsoft.com/office/drawing/2014/main" id="{26C3A35F-DE91-1C0C-AB95-89DD01EA3C37}"/>
                </a:ext>
              </a:extLst>
            </p:cNvPr>
            <p:cNvSpPr/>
            <p:nvPr/>
          </p:nvSpPr>
          <p:spPr>
            <a:xfrm>
              <a:off x="10767269" y="208371"/>
              <a:ext cx="182842" cy="181033"/>
            </a:xfrm>
            <a:custGeom>
              <a:avLst/>
              <a:gdLst>
                <a:gd name="connsiteX0" fmla="*/ 141169 w 182842"/>
                <a:gd name="connsiteY0" fmla="*/ 5677 h 181033"/>
                <a:gd name="connsiteX1" fmla="*/ 141169 w 182842"/>
                <a:gd name="connsiteY1" fmla="*/ 33933 h 181033"/>
                <a:gd name="connsiteX2" fmla="*/ 139489 w 182842"/>
                <a:gd name="connsiteY2" fmla="*/ 37947 h 181033"/>
                <a:gd name="connsiteX3" fmla="*/ 89504 w 182842"/>
                <a:gd name="connsiteY3" fmla="*/ 87438 h 181033"/>
                <a:gd name="connsiteX4" fmla="*/ 85449 w 182842"/>
                <a:gd name="connsiteY4" fmla="*/ 89100 h 181033"/>
                <a:gd name="connsiteX5" fmla="*/ 73581 w 182842"/>
                <a:gd name="connsiteY5" fmla="*/ 89100 h 181033"/>
                <a:gd name="connsiteX6" fmla="*/ 67847 w 182842"/>
                <a:gd name="connsiteY6" fmla="*/ 94778 h 181033"/>
                <a:gd name="connsiteX7" fmla="*/ 67847 w 182842"/>
                <a:gd name="connsiteY7" fmla="*/ 106528 h 181033"/>
                <a:gd name="connsiteX8" fmla="*/ 66168 w 182842"/>
                <a:gd name="connsiteY8" fmla="*/ 110543 h 181033"/>
                <a:gd name="connsiteX9" fmla="*/ 13322 w 182842"/>
                <a:gd name="connsiteY9" fmla="*/ 162865 h 181033"/>
                <a:gd name="connsiteX10" fmla="*/ 9267 w 182842"/>
                <a:gd name="connsiteY10" fmla="*/ 164528 h 181033"/>
                <a:gd name="connsiteX11" fmla="*/ 5734 w 182842"/>
                <a:gd name="connsiteY11" fmla="*/ 164528 h 181033"/>
                <a:gd name="connsiteX12" fmla="*/ 0 w 182842"/>
                <a:gd name="connsiteY12" fmla="*/ 170206 h 181033"/>
                <a:gd name="connsiteX13" fmla="*/ 0 w 182842"/>
                <a:gd name="connsiteY13" fmla="*/ 175356 h 181033"/>
                <a:gd name="connsiteX14" fmla="*/ 5734 w 182842"/>
                <a:gd name="connsiteY14" fmla="*/ 181034 h 181033"/>
                <a:gd name="connsiteX15" fmla="*/ 10936 w 182842"/>
                <a:gd name="connsiteY15" fmla="*/ 181034 h 181033"/>
                <a:gd name="connsiteX16" fmla="*/ 16670 w 182842"/>
                <a:gd name="connsiteY16" fmla="*/ 175357 h 181033"/>
                <a:gd name="connsiteX17" fmla="*/ 16670 w 182842"/>
                <a:gd name="connsiteY17" fmla="*/ 171861 h 181033"/>
                <a:gd name="connsiteX18" fmla="*/ 18350 w 182842"/>
                <a:gd name="connsiteY18" fmla="*/ 167847 h 181033"/>
                <a:gd name="connsiteX19" fmla="*/ 71199 w 182842"/>
                <a:gd name="connsiteY19" fmla="*/ 115521 h 181033"/>
                <a:gd name="connsiteX20" fmla="*/ 75254 w 182842"/>
                <a:gd name="connsiteY20" fmla="*/ 113858 h 181033"/>
                <a:gd name="connsiteX21" fmla="*/ 87118 w 182842"/>
                <a:gd name="connsiteY21" fmla="*/ 113858 h 181033"/>
                <a:gd name="connsiteX22" fmla="*/ 92852 w 182842"/>
                <a:gd name="connsiteY22" fmla="*/ 108181 h 181033"/>
                <a:gd name="connsiteX23" fmla="*/ 92852 w 182842"/>
                <a:gd name="connsiteY23" fmla="*/ 96433 h 181033"/>
                <a:gd name="connsiteX24" fmla="*/ 94532 w 182842"/>
                <a:gd name="connsiteY24" fmla="*/ 92419 h 181033"/>
                <a:gd name="connsiteX25" fmla="*/ 144520 w 182842"/>
                <a:gd name="connsiteY25" fmla="*/ 42926 h 181033"/>
                <a:gd name="connsiteX26" fmla="*/ 148575 w 182842"/>
                <a:gd name="connsiteY26" fmla="*/ 41263 h 181033"/>
                <a:gd name="connsiteX27" fmla="*/ 177110 w 182842"/>
                <a:gd name="connsiteY27" fmla="*/ 41263 h 181033"/>
                <a:gd name="connsiteX28" fmla="*/ 182843 w 182842"/>
                <a:gd name="connsiteY28" fmla="*/ 35585 h 181033"/>
                <a:gd name="connsiteX29" fmla="*/ 182843 w 182842"/>
                <a:gd name="connsiteY29" fmla="*/ 5677 h 181033"/>
                <a:gd name="connsiteX30" fmla="*/ 177110 w 182842"/>
                <a:gd name="connsiteY30" fmla="*/ 0 h 181033"/>
                <a:gd name="connsiteX31" fmla="*/ 146902 w 182842"/>
                <a:gd name="connsiteY31" fmla="*/ 0 h 181033"/>
                <a:gd name="connsiteX32" fmla="*/ 141168 w 182842"/>
                <a:gd name="connsiteY32" fmla="*/ 5677 h 18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2842" h="181033">
                  <a:moveTo>
                    <a:pt x="141169" y="5677"/>
                  </a:moveTo>
                  <a:lnTo>
                    <a:pt x="141169" y="33933"/>
                  </a:lnTo>
                  <a:cubicBezTo>
                    <a:pt x="141169" y="35438"/>
                    <a:pt x="140565" y="36882"/>
                    <a:pt x="139489" y="37947"/>
                  </a:cubicBezTo>
                  <a:lnTo>
                    <a:pt x="89504" y="87438"/>
                  </a:lnTo>
                  <a:cubicBezTo>
                    <a:pt x="88429" y="88502"/>
                    <a:pt x="86970" y="89100"/>
                    <a:pt x="85449" y="89100"/>
                  </a:cubicBezTo>
                  <a:lnTo>
                    <a:pt x="73581" y="89100"/>
                  </a:lnTo>
                  <a:cubicBezTo>
                    <a:pt x="70414" y="89100"/>
                    <a:pt x="67847" y="91642"/>
                    <a:pt x="67847" y="94778"/>
                  </a:cubicBezTo>
                  <a:lnTo>
                    <a:pt x="67847" y="106528"/>
                  </a:lnTo>
                  <a:cubicBezTo>
                    <a:pt x="67847" y="108034"/>
                    <a:pt x="67243" y="109478"/>
                    <a:pt x="66168" y="110543"/>
                  </a:cubicBezTo>
                  <a:lnTo>
                    <a:pt x="13322" y="162865"/>
                  </a:lnTo>
                  <a:cubicBezTo>
                    <a:pt x="12246" y="163930"/>
                    <a:pt x="10788" y="164528"/>
                    <a:pt x="9267" y="164528"/>
                  </a:cubicBezTo>
                  <a:lnTo>
                    <a:pt x="5734" y="164528"/>
                  </a:lnTo>
                  <a:cubicBezTo>
                    <a:pt x="2567" y="164528"/>
                    <a:pt x="0" y="167070"/>
                    <a:pt x="0" y="170206"/>
                  </a:cubicBezTo>
                  <a:lnTo>
                    <a:pt x="0" y="175356"/>
                  </a:lnTo>
                  <a:cubicBezTo>
                    <a:pt x="0" y="178492"/>
                    <a:pt x="2567" y="181034"/>
                    <a:pt x="5734" y="181034"/>
                  </a:cubicBezTo>
                  <a:lnTo>
                    <a:pt x="10936" y="181034"/>
                  </a:lnTo>
                  <a:cubicBezTo>
                    <a:pt x="14103" y="181034"/>
                    <a:pt x="16670" y="178492"/>
                    <a:pt x="16670" y="175357"/>
                  </a:cubicBezTo>
                  <a:lnTo>
                    <a:pt x="16670" y="171861"/>
                  </a:lnTo>
                  <a:cubicBezTo>
                    <a:pt x="16670" y="170356"/>
                    <a:pt x="17274" y="168912"/>
                    <a:pt x="18350" y="167847"/>
                  </a:cubicBezTo>
                  <a:lnTo>
                    <a:pt x="71199" y="115521"/>
                  </a:lnTo>
                  <a:cubicBezTo>
                    <a:pt x="72274" y="114456"/>
                    <a:pt x="73733" y="113858"/>
                    <a:pt x="75254" y="113858"/>
                  </a:cubicBezTo>
                  <a:lnTo>
                    <a:pt x="87118" y="113858"/>
                  </a:lnTo>
                  <a:cubicBezTo>
                    <a:pt x="90285" y="113858"/>
                    <a:pt x="92852" y="111316"/>
                    <a:pt x="92852" y="108181"/>
                  </a:cubicBezTo>
                  <a:lnTo>
                    <a:pt x="92852" y="96433"/>
                  </a:lnTo>
                  <a:cubicBezTo>
                    <a:pt x="92852" y="94928"/>
                    <a:pt x="93457" y="93484"/>
                    <a:pt x="94532" y="92419"/>
                  </a:cubicBezTo>
                  <a:lnTo>
                    <a:pt x="144520" y="42926"/>
                  </a:lnTo>
                  <a:cubicBezTo>
                    <a:pt x="145595" y="41861"/>
                    <a:pt x="147054" y="41263"/>
                    <a:pt x="148575" y="41263"/>
                  </a:cubicBezTo>
                  <a:lnTo>
                    <a:pt x="177110" y="41263"/>
                  </a:lnTo>
                  <a:cubicBezTo>
                    <a:pt x="180277" y="41263"/>
                    <a:pt x="182845" y="38721"/>
                    <a:pt x="182843" y="35585"/>
                  </a:cubicBezTo>
                  <a:lnTo>
                    <a:pt x="182843" y="5677"/>
                  </a:lnTo>
                  <a:cubicBezTo>
                    <a:pt x="182843" y="2542"/>
                    <a:pt x="180277" y="0"/>
                    <a:pt x="177110" y="0"/>
                  </a:cubicBezTo>
                  <a:lnTo>
                    <a:pt x="146902" y="0"/>
                  </a:lnTo>
                  <a:cubicBezTo>
                    <a:pt x="143736" y="0"/>
                    <a:pt x="141168" y="2542"/>
                    <a:pt x="141168" y="5677"/>
                  </a:cubicBezTo>
                  <a:close/>
                </a:path>
              </a:pathLst>
            </a:custGeom>
            <a:solidFill>
              <a:srgbClr val="FF5F00"/>
            </a:solidFill>
            <a:ln w="1795" cap="flat">
              <a:noFill/>
              <a:prstDash val="solid"/>
              <a:miter/>
            </a:ln>
          </p:spPr>
          <p:txBody>
            <a:bodyPr rtlCol="0" anchor="ctr"/>
            <a:lstStyle/>
            <a:p>
              <a:endParaRPr lang="en-GB"/>
            </a:p>
          </p:txBody>
        </p:sp>
        <p:sp>
          <p:nvSpPr>
            <p:cNvPr id="65" name="Freeform 64">
              <a:extLst>
                <a:ext uri="{FF2B5EF4-FFF2-40B4-BE49-F238E27FC236}">
                  <a16:creationId xmlns:a16="http://schemas.microsoft.com/office/drawing/2014/main" id="{5BE2DF28-9F05-6B31-48E1-4F757B65CF77}"/>
                </a:ext>
              </a:extLst>
            </p:cNvPr>
            <p:cNvSpPr/>
            <p:nvPr/>
          </p:nvSpPr>
          <p:spPr>
            <a:xfrm>
              <a:off x="10908438" y="331882"/>
              <a:ext cx="41675" cy="41262"/>
            </a:xfrm>
            <a:custGeom>
              <a:avLst/>
              <a:gdLst>
                <a:gd name="connsiteX0" fmla="*/ 35941 w 41675"/>
                <a:gd name="connsiteY0" fmla="*/ 0 h 41262"/>
                <a:gd name="connsiteX1" fmla="*/ 41675 w 41675"/>
                <a:gd name="connsiteY1" fmla="*/ 5677 h 41262"/>
                <a:gd name="connsiteX2" fmla="*/ 41675 w 41675"/>
                <a:gd name="connsiteY2" fmla="*/ 35585 h 41262"/>
                <a:gd name="connsiteX3" fmla="*/ 35941 w 41675"/>
                <a:gd name="connsiteY3" fmla="*/ 41263 h 41262"/>
                <a:gd name="connsiteX4" fmla="*/ 5734 w 41675"/>
                <a:gd name="connsiteY4" fmla="*/ 41263 h 41262"/>
                <a:gd name="connsiteX5" fmla="*/ 0 w 41675"/>
                <a:gd name="connsiteY5" fmla="*/ 35585 h 41262"/>
                <a:gd name="connsiteX6" fmla="*/ 0 w 41675"/>
                <a:gd name="connsiteY6" fmla="*/ 5677 h 41262"/>
                <a:gd name="connsiteX7" fmla="*/ 5734 w 41675"/>
                <a:gd name="connsiteY7" fmla="*/ 0 h 4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75" h="41262">
                  <a:moveTo>
                    <a:pt x="35941" y="0"/>
                  </a:moveTo>
                  <a:cubicBezTo>
                    <a:pt x="39108" y="0"/>
                    <a:pt x="41675" y="2542"/>
                    <a:pt x="41675" y="5677"/>
                  </a:cubicBezTo>
                  <a:lnTo>
                    <a:pt x="41675" y="35585"/>
                  </a:lnTo>
                  <a:cubicBezTo>
                    <a:pt x="41675" y="38721"/>
                    <a:pt x="39108" y="41263"/>
                    <a:pt x="35941" y="41263"/>
                  </a:cubicBezTo>
                  <a:lnTo>
                    <a:pt x="5734" y="41263"/>
                  </a:lnTo>
                  <a:cubicBezTo>
                    <a:pt x="2567" y="41263"/>
                    <a:pt x="0" y="38721"/>
                    <a:pt x="0" y="35585"/>
                  </a:cubicBezTo>
                  <a:lnTo>
                    <a:pt x="0" y="5677"/>
                  </a:lnTo>
                  <a:cubicBezTo>
                    <a:pt x="0" y="2542"/>
                    <a:pt x="2567" y="0"/>
                    <a:pt x="5734" y="0"/>
                  </a:cubicBezTo>
                  <a:close/>
                </a:path>
              </a:pathLst>
            </a:custGeom>
            <a:solidFill>
              <a:srgbClr val="FF5F00"/>
            </a:solidFill>
            <a:ln w="1795" cap="flat">
              <a:noFill/>
              <a:prstDash val="solid"/>
              <a:miter/>
            </a:ln>
          </p:spPr>
          <p:txBody>
            <a:bodyPr rtlCol="0" anchor="ctr"/>
            <a:lstStyle/>
            <a:p>
              <a:endParaRPr lang="en-GB"/>
            </a:p>
          </p:txBody>
        </p:sp>
        <p:sp>
          <p:nvSpPr>
            <p:cNvPr id="66" name="Freeform 65">
              <a:extLst>
                <a:ext uri="{FF2B5EF4-FFF2-40B4-BE49-F238E27FC236}">
                  <a16:creationId xmlns:a16="http://schemas.microsoft.com/office/drawing/2014/main" id="{5ED8DEB0-5590-CF2F-66AC-1FA78F0012C6}"/>
                </a:ext>
              </a:extLst>
            </p:cNvPr>
            <p:cNvSpPr/>
            <p:nvPr/>
          </p:nvSpPr>
          <p:spPr>
            <a:xfrm>
              <a:off x="10772744" y="208371"/>
              <a:ext cx="114996" cy="113858"/>
            </a:xfrm>
            <a:custGeom>
              <a:avLst/>
              <a:gdLst>
                <a:gd name="connsiteX0" fmla="*/ 26685 w 114996"/>
                <a:gd name="connsiteY0" fmla="*/ 92418 h 113858"/>
                <a:gd name="connsiteX1" fmla="*/ 76672 w 114996"/>
                <a:gd name="connsiteY1" fmla="*/ 42926 h 113858"/>
                <a:gd name="connsiteX2" fmla="*/ 80727 w 114996"/>
                <a:gd name="connsiteY2" fmla="*/ 41263 h 113858"/>
                <a:gd name="connsiteX3" fmla="*/ 109263 w 114996"/>
                <a:gd name="connsiteY3" fmla="*/ 41263 h 113858"/>
                <a:gd name="connsiteX4" fmla="*/ 114996 w 114996"/>
                <a:gd name="connsiteY4" fmla="*/ 35586 h 113858"/>
                <a:gd name="connsiteX5" fmla="*/ 114996 w 114996"/>
                <a:gd name="connsiteY5" fmla="*/ 5677 h 113858"/>
                <a:gd name="connsiteX6" fmla="*/ 109263 w 114996"/>
                <a:gd name="connsiteY6" fmla="*/ 0 h 113858"/>
                <a:gd name="connsiteX7" fmla="*/ 79055 w 114996"/>
                <a:gd name="connsiteY7" fmla="*/ 0 h 113858"/>
                <a:gd name="connsiteX8" fmla="*/ 73321 w 114996"/>
                <a:gd name="connsiteY8" fmla="*/ 5677 h 113858"/>
                <a:gd name="connsiteX9" fmla="*/ 73321 w 114996"/>
                <a:gd name="connsiteY9" fmla="*/ 33932 h 113858"/>
                <a:gd name="connsiteX10" fmla="*/ 71642 w 114996"/>
                <a:gd name="connsiteY10" fmla="*/ 37947 h 113858"/>
                <a:gd name="connsiteX11" fmla="*/ 21656 w 114996"/>
                <a:gd name="connsiteY11" fmla="*/ 87438 h 113858"/>
                <a:gd name="connsiteX12" fmla="*/ 17601 w 114996"/>
                <a:gd name="connsiteY12" fmla="*/ 89100 h 113858"/>
                <a:gd name="connsiteX13" fmla="*/ 5734 w 114996"/>
                <a:gd name="connsiteY13" fmla="*/ 89100 h 113858"/>
                <a:gd name="connsiteX14" fmla="*/ 0 w 114996"/>
                <a:gd name="connsiteY14" fmla="*/ 94778 h 113858"/>
                <a:gd name="connsiteX15" fmla="*/ 0 w 114996"/>
                <a:gd name="connsiteY15" fmla="*/ 108181 h 113858"/>
                <a:gd name="connsiteX16" fmla="*/ 5734 w 114996"/>
                <a:gd name="connsiteY16" fmla="*/ 113858 h 113858"/>
                <a:gd name="connsiteX17" fmla="*/ 19272 w 114996"/>
                <a:gd name="connsiteY17" fmla="*/ 113858 h 113858"/>
                <a:gd name="connsiteX18" fmla="*/ 25005 w 114996"/>
                <a:gd name="connsiteY18" fmla="*/ 108181 h 113858"/>
                <a:gd name="connsiteX19" fmla="*/ 25005 w 114996"/>
                <a:gd name="connsiteY19" fmla="*/ 96433 h 113858"/>
                <a:gd name="connsiteX20" fmla="*/ 26685 w 114996"/>
                <a:gd name="connsiteY20" fmla="*/ 92418 h 11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996" h="113858">
                  <a:moveTo>
                    <a:pt x="26685" y="92418"/>
                  </a:moveTo>
                  <a:lnTo>
                    <a:pt x="76672" y="42926"/>
                  </a:lnTo>
                  <a:cubicBezTo>
                    <a:pt x="77747" y="41861"/>
                    <a:pt x="79206" y="41263"/>
                    <a:pt x="80727" y="41263"/>
                  </a:cubicBezTo>
                  <a:lnTo>
                    <a:pt x="109263" y="41263"/>
                  </a:lnTo>
                  <a:cubicBezTo>
                    <a:pt x="112429" y="41263"/>
                    <a:pt x="114996" y="38721"/>
                    <a:pt x="114996" y="35586"/>
                  </a:cubicBezTo>
                  <a:lnTo>
                    <a:pt x="114996" y="5677"/>
                  </a:lnTo>
                  <a:cubicBezTo>
                    <a:pt x="114997" y="2542"/>
                    <a:pt x="112430" y="0"/>
                    <a:pt x="109263" y="0"/>
                  </a:cubicBezTo>
                  <a:lnTo>
                    <a:pt x="79055" y="0"/>
                  </a:lnTo>
                  <a:cubicBezTo>
                    <a:pt x="75888" y="0"/>
                    <a:pt x="73321" y="2542"/>
                    <a:pt x="73321" y="5677"/>
                  </a:cubicBezTo>
                  <a:lnTo>
                    <a:pt x="73321" y="33932"/>
                  </a:lnTo>
                  <a:cubicBezTo>
                    <a:pt x="73321" y="35438"/>
                    <a:pt x="72717" y="36882"/>
                    <a:pt x="71642" y="37947"/>
                  </a:cubicBezTo>
                  <a:lnTo>
                    <a:pt x="21656" y="87438"/>
                  </a:lnTo>
                  <a:cubicBezTo>
                    <a:pt x="20581" y="88502"/>
                    <a:pt x="19122" y="89100"/>
                    <a:pt x="17601" y="89100"/>
                  </a:cubicBezTo>
                  <a:lnTo>
                    <a:pt x="5734" y="89100"/>
                  </a:lnTo>
                  <a:cubicBezTo>
                    <a:pt x="2567" y="89100"/>
                    <a:pt x="0" y="91642"/>
                    <a:pt x="0" y="94778"/>
                  </a:cubicBezTo>
                  <a:lnTo>
                    <a:pt x="0" y="108181"/>
                  </a:lnTo>
                  <a:cubicBezTo>
                    <a:pt x="0" y="111316"/>
                    <a:pt x="2567" y="113858"/>
                    <a:pt x="5734" y="113858"/>
                  </a:cubicBezTo>
                  <a:lnTo>
                    <a:pt x="19272" y="113858"/>
                  </a:lnTo>
                  <a:cubicBezTo>
                    <a:pt x="22438" y="113858"/>
                    <a:pt x="25005" y="111316"/>
                    <a:pt x="25005" y="108181"/>
                  </a:cubicBezTo>
                  <a:lnTo>
                    <a:pt x="25005" y="96433"/>
                  </a:lnTo>
                  <a:cubicBezTo>
                    <a:pt x="25005" y="94927"/>
                    <a:pt x="25610" y="93483"/>
                    <a:pt x="26685" y="92418"/>
                  </a:cubicBezTo>
                  <a:close/>
                </a:path>
              </a:pathLst>
            </a:custGeom>
            <a:solidFill>
              <a:srgbClr val="FF5F00"/>
            </a:solidFill>
            <a:ln w="1795" cap="flat">
              <a:noFill/>
              <a:prstDash val="solid"/>
              <a:miter/>
            </a:ln>
          </p:spPr>
          <p:txBody>
            <a:bodyPr rtlCol="0" anchor="ctr"/>
            <a:lstStyle/>
            <a:p>
              <a:endParaRPr lang="en-GB"/>
            </a:p>
          </p:txBody>
        </p:sp>
        <p:sp>
          <p:nvSpPr>
            <p:cNvPr id="67" name="Freeform 66">
              <a:extLst>
                <a:ext uri="{FF2B5EF4-FFF2-40B4-BE49-F238E27FC236}">
                  <a16:creationId xmlns:a16="http://schemas.microsoft.com/office/drawing/2014/main" id="{446A2350-F6A5-697E-4780-A398A53E58F7}"/>
                </a:ext>
              </a:extLst>
            </p:cNvPr>
            <p:cNvSpPr/>
            <p:nvPr/>
          </p:nvSpPr>
          <p:spPr>
            <a:xfrm>
              <a:off x="10835117" y="270938"/>
              <a:ext cx="114176" cy="113045"/>
            </a:xfrm>
            <a:custGeom>
              <a:avLst/>
              <a:gdLst>
                <a:gd name="connsiteX0" fmla="*/ 72462 w 114176"/>
                <a:gd name="connsiteY0" fmla="*/ 36320 h 113045"/>
                <a:gd name="connsiteX1" fmla="*/ 21654 w 114176"/>
                <a:gd name="connsiteY1" fmla="*/ 86625 h 113045"/>
                <a:gd name="connsiteX2" fmla="*/ 17599 w 114176"/>
                <a:gd name="connsiteY2" fmla="*/ 88288 h 113045"/>
                <a:gd name="connsiteX3" fmla="*/ 5734 w 114176"/>
                <a:gd name="connsiteY3" fmla="*/ 88288 h 113045"/>
                <a:gd name="connsiteX4" fmla="*/ 0 w 114176"/>
                <a:gd name="connsiteY4" fmla="*/ 93965 h 113045"/>
                <a:gd name="connsiteX5" fmla="*/ 0 w 114176"/>
                <a:gd name="connsiteY5" fmla="*/ 107369 h 113045"/>
                <a:gd name="connsiteX6" fmla="*/ 5734 w 114176"/>
                <a:gd name="connsiteY6" fmla="*/ 113046 h 113045"/>
                <a:gd name="connsiteX7" fmla="*/ 19271 w 114176"/>
                <a:gd name="connsiteY7" fmla="*/ 113046 h 113045"/>
                <a:gd name="connsiteX8" fmla="*/ 25005 w 114176"/>
                <a:gd name="connsiteY8" fmla="*/ 107369 h 113045"/>
                <a:gd name="connsiteX9" fmla="*/ 25005 w 114176"/>
                <a:gd name="connsiteY9" fmla="*/ 95618 h 113045"/>
                <a:gd name="connsiteX10" fmla="*/ 26685 w 114176"/>
                <a:gd name="connsiteY10" fmla="*/ 91604 h 113045"/>
                <a:gd name="connsiteX11" fmla="*/ 77491 w 114176"/>
                <a:gd name="connsiteY11" fmla="*/ 41301 h 113045"/>
                <a:gd name="connsiteX12" fmla="*/ 81545 w 114176"/>
                <a:gd name="connsiteY12" fmla="*/ 39638 h 113045"/>
                <a:gd name="connsiteX13" fmla="*/ 108442 w 114176"/>
                <a:gd name="connsiteY13" fmla="*/ 39638 h 113045"/>
                <a:gd name="connsiteX14" fmla="*/ 114177 w 114176"/>
                <a:gd name="connsiteY14" fmla="*/ 33961 h 113045"/>
                <a:gd name="connsiteX15" fmla="*/ 114177 w 114176"/>
                <a:gd name="connsiteY15" fmla="*/ 5677 h 113045"/>
                <a:gd name="connsiteX16" fmla="*/ 108442 w 114176"/>
                <a:gd name="connsiteY16" fmla="*/ 0 h 113045"/>
                <a:gd name="connsiteX17" fmla="*/ 79876 w 114176"/>
                <a:gd name="connsiteY17" fmla="*/ 0 h 113045"/>
                <a:gd name="connsiteX18" fmla="*/ 74142 w 114176"/>
                <a:gd name="connsiteY18" fmla="*/ 5677 h 113045"/>
                <a:gd name="connsiteX19" fmla="*/ 74142 w 114176"/>
                <a:gd name="connsiteY19" fmla="*/ 32305 h 113045"/>
                <a:gd name="connsiteX20" fmla="*/ 72462 w 114176"/>
                <a:gd name="connsiteY20" fmla="*/ 36319 h 11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176" h="113045">
                  <a:moveTo>
                    <a:pt x="72462" y="36320"/>
                  </a:moveTo>
                  <a:lnTo>
                    <a:pt x="21654" y="86625"/>
                  </a:lnTo>
                  <a:cubicBezTo>
                    <a:pt x="20578" y="87690"/>
                    <a:pt x="19120" y="88288"/>
                    <a:pt x="17599" y="88288"/>
                  </a:cubicBezTo>
                  <a:lnTo>
                    <a:pt x="5734" y="88288"/>
                  </a:lnTo>
                  <a:cubicBezTo>
                    <a:pt x="2567" y="88288"/>
                    <a:pt x="0" y="90830"/>
                    <a:pt x="0" y="93965"/>
                  </a:cubicBezTo>
                  <a:lnTo>
                    <a:pt x="0" y="107369"/>
                  </a:lnTo>
                  <a:cubicBezTo>
                    <a:pt x="0" y="110504"/>
                    <a:pt x="2567" y="113046"/>
                    <a:pt x="5734" y="113046"/>
                  </a:cubicBezTo>
                  <a:lnTo>
                    <a:pt x="19271" y="113046"/>
                  </a:lnTo>
                  <a:cubicBezTo>
                    <a:pt x="22438" y="113046"/>
                    <a:pt x="25005" y="110504"/>
                    <a:pt x="25005" y="107369"/>
                  </a:cubicBezTo>
                  <a:lnTo>
                    <a:pt x="25005" y="95618"/>
                  </a:lnTo>
                  <a:cubicBezTo>
                    <a:pt x="25005" y="94113"/>
                    <a:pt x="25609" y="92669"/>
                    <a:pt x="26685" y="91604"/>
                  </a:cubicBezTo>
                  <a:lnTo>
                    <a:pt x="77491" y="41301"/>
                  </a:lnTo>
                  <a:cubicBezTo>
                    <a:pt x="78566" y="40236"/>
                    <a:pt x="80025" y="39638"/>
                    <a:pt x="81545" y="39638"/>
                  </a:cubicBezTo>
                  <a:lnTo>
                    <a:pt x="108442" y="39638"/>
                  </a:lnTo>
                  <a:cubicBezTo>
                    <a:pt x="111609" y="39638"/>
                    <a:pt x="114177" y="37096"/>
                    <a:pt x="114177" y="33961"/>
                  </a:cubicBezTo>
                  <a:lnTo>
                    <a:pt x="114177" y="5677"/>
                  </a:lnTo>
                  <a:cubicBezTo>
                    <a:pt x="114177" y="2542"/>
                    <a:pt x="111609" y="0"/>
                    <a:pt x="108442" y="0"/>
                  </a:cubicBezTo>
                  <a:lnTo>
                    <a:pt x="79876" y="0"/>
                  </a:lnTo>
                  <a:cubicBezTo>
                    <a:pt x="76709" y="0"/>
                    <a:pt x="74142" y="2542"/>
                    <a:pt x="74142" y="5677"/>
                  </a:cubicBezTo>
                  <a:lnTo>
                    <a:pt x="74142" y="32305"/>
                  </a:lnTo>
                  <a:cubicBezTo>
                    <a:pt x="74142" y="33811"/>
                    <a:pt x="73538" y="35255"/>
                    <a:pt x="72462" y="36319"/>
                  </a:cubicBezTo>
                  <a:close/>
                </a:path>
              </a:pathLst>
            </a:custGeom>
            <a:solidFill>
              <a:srgbClr val="FF5F00"/>
            </a:solidFill>
            <a:ln w="1795" cap="flat">
              <a:noFill/>
              <a:prstDash val="solid"/>
              <a:miter/>
            </a:ln>
          </p:spPr>
          <p:txBody>
            <a:bodyPr rtlCol="0" anchor="ctr"/>
            <a:lstStyle/>
            <a:p>
              <a:endParaRPr lang="en-GB"/>
            </a:p>
          </p:txBody>
        </p:sp>
      </p:grpSp>
      <p:sp>
        <p:nvSpPr>
          <p:cNvPr id="46" name="Slide Number Placeholder 5">
            <a:extLst>
              <a:ext uri="{FF2B5EF4-FFF2-40B4-BE49-F238E27FC236}">
                <a16:creationId xmlns:a16="http://schemas.microsoft.com/office/drawing/2014/main" id="{E14CF06B-3CD6-F38D-7BB2-3F9808919CC4}"/>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tx1"/>
                </a:solidFill>
              </a:defRPr>
            </a:lvl1pPr>
          </a:lstStyle>
          <a:p>
            <a:fld id="{A2C81908-5748-4B49-BD68-6D330C2291A9}" type="slidenum">
              <a:rPr lang="en-GB" smtClean="0"/>
              <a:pPr/>
              <a:t>‹#›</a:t>
            </a:fld>
            <a:endParaRPr lang="en-GB"/>
          </a:p>
        </p:txBody>
      </p:sp>
      <p:sp>
        <p:nvSpPr>
          <p:cNvPr id="44" name="Text Placeholder 47">
            <a:extLst>
              <a:ext uri="{FF2B5EF4-FFF2-40B4-BE49-F238E27FC236}">
                <a16:creationId xmlns:a16="http://schemas.microsoft.com/office/drawing/2014/main" id="{BD4E8EE7-B1A8-DA6E-F10D-BAEFE7195A52}"/>
              </a:ext>
            </a:extLst>
          </p:cNvPr>
          <p:cNvSpPr>
            <a:spLocks noGrp="1"/>
          </p:cNvSpPr>
          <p:nvPr>
            <p:ph type="body" sz="quarter" idx="39" hasCustomPrompt="1"/>
          </p:nvPr>
        </p:nvSpPr>
        <p:spPr>
          <a:xfrm>
            <a:off x="7600207" y="1955334"/>
            <a:ext cx="4120737" cy="348906"/>
          </a:xfrm>
        </p:spPr>
        <p:txBody>
          <a:bodyPr/>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
        <p:nvSpPr>
          <p:cNvPr id="45" name="Text Placeholder 47">
            <a:extLst>
              <a:ext uri="{FF2B5EF4-FFF2-40B4-BE49-F238E27FC236}">
                <a16:creationId xmlns:a16="http://schemas.microsoft.com/office/drawing/2014/main" id="{DCCF77D9-02A6-646B-2B6A-028FBD47A79B}"/>
              </a:ext>
            </a:extLst>
          </p:cNvPr>
          <p:cNvSpPr>
            <a:spLocks noGrp="1"/>
          </p:cNvSpPr>
          <p:nvPr>
            <p:ph type="body" sz="quarter" idx="43" hasCustomPrompt="1"/>
          </p:nvPr>
        </p:nvSpPr>
        <p:spPr>
          <a:xfrm>
            <a:off x="3088575" y="1955334"/>
            <a:ext cx="4120737" cy="348906"/>
          </a:xfrm>
        </p:spPr>
        <p:txBody>
          <a:bodyPr/>
          <a:lstStyle>
            <a:lvl1pPr marL="0" indent="0">
              <a:lnSpc>
                <a:spcPts val="1600"/>
              </a:lnSpc>
              <a:buNone/>
              <a:defRPr sz="1600" b="0" i="0">
                <a:solidFill>
                  <a:schemeClr val="accent2"/>
                </a:solidFill>
                <a:latin typeface="Franklin Gothic Medium" panose="020B0603020102020204" pitchFamily="34" charset="0"/>
              </a:defRPr>
            </a:lvl1pPr>
            <a:lvl2pPr marL="239712" indent="0">
              <a:buNone/>
              <a:defRPr sz="1200"/>
            </a:lvl2pPr>
          </a:lstStyle>
          <a:p>
            <a:pPr lvl="0"/>
            <a:r>
              <a:rPr lang="en-US"/>
              <a:t>Title Here</a:t>
            </a:r>
          </a:p>
        </p:txBody>
      </p:sp>
    </p:spTree>
    <p:extLst>
      <p:ext uri="{BB962C8B-B14F-4D97-AF65-F5344CB8AC3E}">
        <p14:creationId xmlns:p14="http://schemas.microsoft.com/office/powerpoint/2010/main" val="521875602"/>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userDrawn="1">
  <p:cSld name="Break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8AAE182-A903-7A40-9F39-53612B495C7E}"/>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7">
            <a:extLst>
              <a:ext uri="{FF2B5EF4-FFF2-40B4-BE49-F238E27FC236}">
                <a16:creationId xmlns:a16="http://schemas.microsoft.com/office/drawing/2014/main" id="{D42DEBBC-106B-AD4C-B838-42D7F7EB23BC}"/>
              </a:ext>
            </a:extLst>
          </p:cNvPr>
          <p:cNvSpPr>
            <a:spLocks noGrp="1"/>
          </p:cNvSpPr>
          <p:nvPr>
            <p:ph type="title" hasCustomPrompt="1"/>
          </p:nvPr>
        </p:nvSpPr>
        <p:spPr>
          <a:xfrm>
            <a:off x="6238875" y="3600450"/>
            <a:ext cx="4505326" cy="546100"/>
          </a:xfrm>
        </p:spPr>
        <p:txBody>
          <a:bodyPr/>
          <a:lstStyle>
            <a:lvl1pPr>
              <a:lnSpc>
                <a:spcPts val="3800"/>
              </a:lnSpc>
              <a:defRPr sz="3200">
                <a:solidFill>
                  <a:schemeClr val="accent3"/>
                </a:solidFill>
              </a:defRPr>
            </a:lvl1pPr>
          </a:lstStyle>
          <a:p>
            <a:r>
              <a:rPr lang="en-US"/>
              <a:t>Click To Edit Master Title</a:t>
            </a:r>
            <a:endParaRPr lang="en-GB"/>
          </a:p>
        </p:txBody>
      </p:sp>
      <p:pic>
        <p:nvPicPr>
          <p:cNvPr id="39" name="Image Container">
            <a:extLst>
              <a:ext uri="{FF2B5EF4-FFF2-40B4-BE49-F238E27FC236}">
                <a16:creationId xmlns:a16="http://schemas.microsoft.com/office/drawing/2014/main" id="{994C64B0-6844-F14C-9A96-84F575FFD2F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4" name="Picture Placeholder 3">
            <a:extLst>
              <a:ext uri="{FF2B5EF4-FFF2-40B4-BE49-F238E27FC236}">
                <a16:creationId xmlns:a16="http://schemas.microsoft.com/office/drawing/2014/main" id="{50414987-E602-D247-B27C-47B0956233F2}"/>
              </a:ext>
            </a:extLst>
          </p:cNvPr>
          <p:cNvSpPr>
            <a:spLocks noGrp="1"/>
          </p:cNvSpPr>
          <p:nvPr>
            <p:ph type="pic" sz="quarter" idx="10"/>
          </p:nvPr>
        </p:nvSpPr>
        <p:spPr>
          <a:xfrm>
            <a:off x="714637" y="1552526"/>
            <a:ext cx="4945415" cy="4663464"/>
          </a:xfrm>
          <a:prstGeom prst="roundRect">
            <a:avLst>
              <a:gd name="adj" fmla="val 12153"/>
            </a:avLst>
          </a:prstGeom>
          <a:solidFill>
            <a:schemeClr val="bg1">
              <a:lumMod val="95000"/>
            </a:schemeClr>
          </a:solidFill>
          <a:effectLst>
            <a:outerShdw blurRad="63500" dist="38100" dir="2700000" algn="tl" rotWithShape="0">
              <a:schemeClr val="accent5">
                <a:alpha val="20000"/>
              </a:schemeClr>
            </a:outerShdw>
          </a:effectLst>
        </p:spPr>
        <p:txBody>
          <a:bodyPr/>
          <a:lstStyle>
            <a:lvl1pPr marL="0" indent="0">
              <a:buNone/>
              <a:defRPr/>
            </a:lvl1pPr>
          </a:lstStyle>
          <a:p>
            <a:endParaRPr lang="en-GB"/>
          </a:p>
        </p:txBody>
      </p:sp>
      <p:sp>
        <p:nvSpPr>
          <p:cNvPr id="14" name="Text Placeholder 13">
            <a:extLst>
              <a:ext uri="{FF2B5EF4-FFF2-40B4-BE49-F238E27FC236}">
                <a16:creationId xmlns:a16="http://schemas.microsoft.com/office/drawing/2014/main" id="{C5BDD823-5E5B-4B4F-A79C-C865BBB7067F}"/>
              </a:ext>
            </a:extLst>
          </p:cNvPr>
          <p:cNvSpPr>
            <a:spLocks noGrp="1"/>
          </p:cNvSpPr>
          <p:nvPr>
            <p:ph type="body" sz="quarter" idx="11" hasCustomPrompt="1"/>
          </p:nvPr>
        </p:nvSpPr>
        <p:spPr>
          <a:xfrm>
            <a:off x="6238874" y="2551113"/>
            <a:ext cx="1365251" cy="676946"/>
          </a:xfrm>
        </p:spPr>
        <p:txBody>
          <a:bodyPr rIns="0"/>
          <a:lstStyle>
            <a:lvl1pPr marL="0" indent="0" algn="l">
              <a:lnSpc>
                <a:spcPts val="6500"/>
              </a:lnSpc>
              <a:spcAft>
                <a:spcPts val="0"/>
              </a:spcAft>
              <a:buNone/>
              <a:defRPr sz="6000" b="1" i="0">
                <a:solidFill>
                  <a:schemeClr val="accent2"/>
                </a:solidFill>
                <a:latin typeface="Franklin Gothic Demi" panose="020B0603020102020204" pitchFamily="34" charset="0"/>
              </a:defRPr>
            </a:lvl1pPr>
            <a:lvl2pPr marL="239712" indent="0">
              <a:buNone/>
              <a:defRPr/>
            </a:lvl2pPr>
            <a:lvl3pPr marL="466725" indent="0">
              <a:buNone/>
              <a:defRPr/>
            </a:lvl3pPr>
            <a:lvl4pPr marL="1371600" indent="0">
              <a:buNone/>
              <a:defRPr/>
            </a:lvl4pPr>
            <a:lvl5pPr marL="1828800" indent="0">
              <a:buNone/>
              <a:defRPr/>
            </a:lvl5pPr>
          </a:lstStyle>
          <a:p>
            <a:pPr lvl="0"/>
            <a:r>
              <a:rPr lang="en-US"/>
              <a:t>01</a:t>
            </a:r>
            <a:endParaRPr lang="en-GB"/>
          </a:p>
        </p:txBody>
      </p:sp>
      <p:sp>
        <p:nvSpPr>
          <p:cNvPr id="7" name="Freeform 6" hidden="1">
            <a:extLst>
              <a:ext uri="{FF2B5EF4-FFF2-40B4-BE49-F238E27FC236}">
                <a16:creationId xmlns:a16="http://schemas.microsoft.com/office/drawing/2014/main" id="{FE1DE52E-C178-CF49-B344-9BCB30285796}"/>
              </a:ext>
            </a:extLst>
          </p:cNvPr>
          <p:cNvSpPr/>
          <p:nvPr userDrawn="1"/>
        </p:nvSpPr>
        <p:spPr>
          <a:xfrm>
            <a:off x="-2310661" y="-1997419"/>
            <a:ext cx="11298503" cy="11298503"/>
          </a:xfrm>
          <a:custGeom>
            <a:avLst/>
            <a:gdLst>
              <a:gd name="connsiteX0" fmla="*/ 11805098 w 11805098"/>
              <a:gd name="connsiteY0" fmla="*/ 0 h 11805098"/>
              <a:gd name="connsiteX1" fmla="*/ 8451268 w 11805098"/>
              <a:gd name="connsiteY1" fmla="*/ 3353831 h 11805098"/>
              <a:gd name="connsiteX2" fmla="*/ 8229846 w 11805098"/>
              <a:gd name="connsiteY2" fmla="*/ 3888116 h 11805098"/>
              <a:gd name="connsiteX3" fmla="*/ 8229846 w 11805098"/>
              <a:gd name="connsiteY3" fmla="*/ 7638127 h 11805098"/>
              <a:gd name="connsiteX4" fmla="*/ 7474138 w 11805098"/>
              <a:gd name="connsiteY4" fmla="*/ 8393834 h 11805098"/>
              <a:gd name="connsiteX5" fmla="*/ 3724128 w 11805098"/>
              <a:gd name="connsiteY5" fmla="*/ 8393834 h 11805098"/>
              <a:gd name="connsiteX6" fmla="*/ 3189842 w 11805098"/>
              <a:gd name="connsiteY6" fmla="*/ 8615256 h 11805098"/>
              <a:gd name="connsiteX7" fmla="*/ 0 w 11805098"/>
              <a:gd name="connsiteY7" fmla="*/ 11805098 h 11805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05098" h="11805098">
                <a:moveTo>
                  <a:pt x="11805098" y="0"/>
                </a:moveTo>
                <a:lnTo>
                  <a:pt x="8451268" y="3353831"/>
                </a:lnTo>
                <a:cubicBezTo>
                  <a:pt x="8309573" y="3495526"/>
                  <a:pt x="8229846" y="3687854"/>
                  <a:pt x="8229846" y="3888116"/>
                </a:cubicBezTo>
                <a:lnTo>
                  <a:pt x="8229846" y="7638127"/>
                </a:lnTo>
                <a:cubicBezTo>
                  <a:pt x="8229846" y="8055467"/>
                  <a:pt x="7891478" y="8393834"/>
                  <a:pt x="7474138" y="8393834"/>
                </a:cubicBezTo>
                <a:lnTo>
                  <a:pt x="3724128" y="8393834"/>
                </a:lnTo>
                <a:cubicBezTo>
                  <a:pt x="3523676" y="8393834"/>
                  <a:pt x="3331538" y="8473373"/>
                  <a:pt x="3189842" y="8615256"/>
                </a:cubicBezTo>
                <a:lnTo>
                  <a:pt x="0" y="11805098"/>
                </a:lnTo>
              </a:path>
            </a:pathLst>
          </a:custGeom>
          <a:noFill/>
          <a:ln w="25400" cap="flat">
            <a:solidFill>
              <a:schemeClr val="accent3"/>
            </a:solidFill>
            <a:prstDash val="solid"/>
            <a:miter/>
          </a:ln>
        </p:spPr>
        <p:txBody>
          <a:bodyPr rtlCol="0" anchor="ctr"/>
          <a:lstStyle/>
          <a:p>
            <a:endParaRPr lang="en-GB"/>
          </a:p>
        </p:txBody>
      </p:sp>
      <p:sp>
        <p:nvSpPr>
          <p:cNvPr id="9" name="Freeform 8" hidden="1">
            <a:extLst>
              <a:ext uri="{FF2B5EF4-FFF2-40B4-BE49-F238E27FC236}">
                <a16:creationId xmlns:a16="http://schemas.microsoft.com/office/drawing/2014/main" id="{F0CDCEE9-1721-CD48-B897-0F61D4F51E26}"/>
              </a:ext>
            </a:extLst>
          </p:cNvPr>
          <p:cNvSpPr/>
          <p:nvPr userDrawn="1"/>
        </p:nvSpPr>
        <p:spPr>
          <a:xfrm>
            <a:off x="-2998678" y="-2449286"/>
            <a:ext cx="11298503" cy="11298683"/>
          </a:xfrm>
          <a:custGeom>
            <a:avLst/>
            <a:gdLst>
              <a:gd name="connsiteX0" fmla="*/ 0 w 11805098"/>
              <a:gd name="connsiteY0" fmla="*/ 11805288 h 11805287"/>
              <a:gd name="connsiteX1" fmla="*/ 3190787 w 11805098"/>
              <a:gd name="connsiteY1" fmla="*/ 8614501 h 11805287"/>
              <a:gd name="connsiteX2" fmla="*/ 3412209 w 11805098"/>
              <a:gd name="connsiteY2" fmla="*/ 8080216 h 11805287"/>
              <a:gd name="connsiteX3" fmla="*/ 3412209 w 11805098"/>
              <a:gd name="connsiteY3" fmla="*/ 4332095 h 11805287"/>
              <a:gd name="connsiteX4" fmla="*/ 4167917 w 11805098"/>
              <a:gd name="connsiteY4" fmla="*/ 3576387 h 11805287"/>
              <a:gd name="connsiteX5" fmla="*/ 7915660 w 11805098"/>
              <a:gd name="connsiteY5" fmla="*/ 3576387 h 11805287"/>
              <a:gd name="connsiteX6" fmla="*/ 8449945 w 11805098"/>
              <a:gd name="connsiteY6" fmla="*/ 3354965 h 11805287"/>
              <a:gd name="connsiteX7" fmla="*/ 11805099 w 11805098"/>
              <a:gd name="connsiteY7" fmla="*/ 0 h 11805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05098" h="11805287">
                <a:moveTo>
                  <a:pt x="0" y="11805288"/>
                </a:moveTo>
                <a:lnTo>
                  <a:pt x="3190787" y="8614501"/>
                </a:lnTo>
                <a:cubicBezTo>
                  <a:pt x="3332482" y="8472805"/>
                  <a:pt x="3412209" y="8280478"/>
                  <a:pt x="3412209" y="8080216"/>
                </a:cubicBezTo>
                <a:lnTo>
                  <a:pt x="3412209" y="4332095"/>
                </a:lnTo>
                <a:cubicBezTo>
                  <a:pt x="3412209" y="3914755"/>
                  <a:pt x="3750577" y="3576387"/>
                  <a:pt x="4167917" y="3576387"/>
                </a:cubicBezTo>
                <a:lnTo>
                  <a:pt x="7915660" y="3576387"/>
                </a:lnTo>
                <a:cubicBezTo>
                  <a:pt x="8116112" y="3576387"/>
                  <a:pt x="8308251" y="3496849"/>
                  <a:pt x="8449945" y="3354965"/>
                </a:cubicBezTo>
                <a:lnTo>
                  <a:pt x="11805099" y="0"/>
                </a:lnTo>
              </a:path>
            </a:pathLst>
          </a:custGeom>
          <a:noFill/>
          <a:ln w="25400" cap="flat">
            <a:solidFill>
              <a:schemeClr val="accent3"/>
            </a:solidFill>
            <a:prstDash val="solid"/>
            <a:miter/>
          </a:ln>
        </p:spPr>
        <p:txBody>
          <a:bodyPr rtlCol="0" anchor="ctr"/>
          <a:lstStyle/>
          <a:p>
            <a:endParaRPr lang="en-GB"/>
          </a:p>
        </p:txBody>
      </p:sp>
      <p:cxnSp>
        <p:nvCxnSpPr>
          <p:cNvPr id="41" name="Straight Connector 40">
            <a:extLst>
              <a:ext uri="{FF2B5EF4-FFF2-40B4-BE49-F238E27FC236}">
                <a16:creationId xmlns:a16="http://schemas.microsoft.com/office/drawing/2014/main" id="{321001C7-D53E-3F4D-9420-9829990BC098}"/>
              </a:ext>
            </a:extLst>
          </p:cNvPr>
          <p:cNvCxnSpPr>
            <a:cxnSpLocks/>
          </p:cNvCxnSpPr>
          <p:nvPr userDrawn="1"/>
        </p:nvCxnSpPr>
        <p:spPr>
          <a:xfrm>
            <a:off x="11634435" y="6400800"/>
            <a:ext cx="554980" cy="0"/>
          </a:xfrm>
          <a:prstGeom prst="line">
            <a:avLst/>
          </a:prstGeom>
          <a:ln w="19050" cap="rnd">
            <a:solidFill>
              <a:schemeClr val="accent3"/>
            </a:solidFill>
            <a:headEnd type="none"/>
          </a:ln>
        </p:spPr>
        <p:style>
          <a:lnRef idx="1">
            <a:schemeClr val="accent1"/>
          </a:lnRef>
          <a:fillRef idx="0">
            <a:schemeClr val="accent1"/>
          </a:fillRef>
          <a:effectRef idx="0">
            <a:schemeClr val="accent1"/>
          </a:effectRef>
          <a:fontRef idx="minor">
            <a:schemeClr val="tx1"/>
          </a:fontRef>
        </p:style>
      </p:cxnSp>
      <p:sp>
        <p:nvSpPr>
          <p:cNvPr id="42" name="Rounded Rectangle 41">
            <a:extLst>
              <a:ext uri="{FF2B5EF4-FFF2-40B4-BE49-F238E27FC236}">
                <a16:creationId xmlns:a16="http://schemas.microsoft.com/office/drawing/2014/main" id="{21A7CCF3-D189-DA4D-9943-86FF2A6C1051}"/>
              </a:ext>
            </a:extLst>
          </p:cNvPr>
          <p:cNvSpPr>
            <a:spLocks noChangeAspect="1"/>
          </p:cNvSpPr>
          <p:nvPr userDrawn="1"/>
        </p:nvSpPr>
        <p:spPr>
          <a:xfrm rot="2700000">
            <a:off x="11576386" y="6332218"/>
            <a:ext cx="137160" cy="13716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Slide Number Placeholder 5">
            <a:extLst>
              <a:ext uri="{FF2B5EF4-FFF2-40B4-BE49-F238E27FC236}">
                <a16:creationId xmlns:a16="http://schemas.microsoft.com/office/drawing/2014/main" id="{E1329AC4-6902-154A-8790-5D60AF160FEB}"/>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bg1"/>
                </a:solidFill>
              </a:defRPr>
            </a:lvl1pPr>
          </a:lstStyle>
          <a:p>
            <a:fld id="{A2C81908-5748-4B49-BD68-6D330C2291A9}" type="slidenum">
              <a:rPr lang="en-GB" smtClean="0"/>
              <a:pPr/>
              <a:t>‹#›</a:t>
            </a:fld>
            <a:endParaRPr lang="en-GB"/>
          </a:p>
        </p:txBody>
      </p:sp>
      <p:sp>
        <p:nvSpPr>
          <p:cNvPr id="12" name="TextBox 11">
            <a:extLst>
              <a:ext uri="{FF2B5EF4-FFF2-40B4-BE49-F238E27FC236}">
                <a16:creationId xmlns:a16="http://schemas.microsoft.com/office/drawing/2014/main" id="{931F644F-3A84-59B4-AEA2-8EA329D33DC4}"/>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bg1"/>
                </a:solidFill>
                <a:latin typeface="+mj-lt"/>
              </a:rPr>
              <a:t>Confidential</a:t>
            </a:r>
          </a:p>
        </p:txBody>
      </p:sp>
      <p:pic>
        <p:nvPicPr>
          <p:cNvPr id="13" name="Graphic 12">
            <a:extLst>
              <a:ext uri="{FF2B5EF4-FFF2-40B4-BE49-F238E27FC236}">
                <a16:creationId xmlns:a16="http://schemas.microsoft.com/office/drawing/2014/main" id="{8792B437-03D9-4ADB-247E-E56A9F54A89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468280" y="454025"/>
            <a:ext cx="1644683" cy="326325"/>
          </a:xfrm>
          <a:prstGeom prst="rect">
            <a:avLst/>
          </a:prstGeom>
        </p:spPr>
      </p:pic>
    </p:spTree>
    <p:extLst>
      <p:ext uri="{BB962C8B-B14F-4D97-AF65-F5344CB8AC3E}">
        <p14:creationId xmlns:p14="http://schemas.microsoft.com/office/powerpoint/2010/main" val="306601604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slideLayout" Target="../slideLayouts/slideLayout58.xml"/><Relationship Id="rId3" Type="http://schemas.openxmlformats.org/officeDocument/2006/relationships/slideLayout" Target="../slideLayouts/slideLayout59.xml"/><Relationship Id="rId4" Type="http://schemas.openxmlformats.org/officeDocument/2006/relationships/slideLayout" Target="../slideLayouts/slideLayout60.xml"/><Relationship Id="rId5" Type="http://schemas.openxmlformats.org/officeDocument/2006/relationships/slideLayout" Target="../slideLayouts/slideLayout61.xml"/><Relationship Id="rId6" Type="http://schemas.openxmlformats.org/officeDocument/2006/relationships/slideLayout" Target="../slideLayouts/slideLayout62.xml"/><Relationship Id="rId7" Type="http://schemas.openxmlformats.org/officeDocument/2006/relationships/slideLayout" Target="../slideLayouts/slideLayout63.xml"/><Relationship Id="rId8" Type="http://schemas.openxmlformats.org/officeDocument/2006/relationships/slideLayout" Target="../slideLayouts/slideLayout64.xml"/><Relationship Id="rId9" Type="http://schemas.openxmlformats.org/officeDocument/2006/relationships/slideLayout" Target="../slideLayouts/slideLayout65.xml"/><Relationship Id="rId10" Type="http://schemas.openxmlformats.org/officeDocument/2006/relationships/slideLayout" Target="../slideLayouts/slideLayout66.xml"/><Relationship Id="rId11" Type="http://schemas.openxmlformats.org/officeDocument/2006/relationships/slideLayout" Target="../slideLayouts/slideLayout67.xml"/><Relationship Id="rId12" Type="http://schemas.openxmlformats.org/officeDocument/2006/relationships/slideLayout" Target="../slideLayouts/slideLayout68.xml"/><Relationship Id="rId13" Type="http://schemas.openxmlformats.org/officeDocument/2006/relationships/slideLayout" Target="../slideLayouts/slideLayout69.xml"/><Relationship Id="rId14" Type="http://schemas.openxmlformats.org/officeDocument/2006/relationships/slideLayout" Target="../slideLayouts/slideLayout70.xml"/><Relationship Id="rId15" Type="http://schemas.openxmlformats.org/officeDocument/2006/relationships/slideLayout" Target="../slideLayouts/slideLayout71.xml"/><Relationship Id="rId16" Type="http://schemas.openxmlformats.org/officeDocument/2006/relationships/slideLayout" Target="../slideLayouts/slideLayout72.xml"/><Relationship Id="rId17" Type="http://schemas.openxmlformats.org/officeDocument/2006/relationships/slideLayout" Target="../slideLayouts/slideLayout73.xml"/><Relationship Id="rId18" Type="http://schemas.openxmlformats.org/officeDocument/2006/relationships/slideLayout" Target="../slideLayouts/slideLayout74.xml"/><Relationship Id="rId19" Type="http://schemas.openxmlformats.org/officeDocument/2006/relationships/slideLayout" Target="../slideLayouts/slideLayout75.xml"/><Relationship Id="rId20" Type="http://schemas.openxmlformats.org/officeDocument/2006/relationships/slideLayout" Target="../slideLayouts/slideLayout76.xml"/><Relationship Id="rId21" Type="http://schemas.openxmlformats.org/officeDocument/2006/relationships/slideLayout" Target="../slideLayouts/slideLayout77.xml"/><Relationship Id="rId22" Type="http://schemas.openxmlformats.org/officeDocument/2006/relationships/slideLayout" Target="../slideLayouts/slideLayout78.xml"/><Relationship Id="rId23" Type="http://schemas.openxmlformats.org/officeDocument/2006/relationships/slideLayout" Target="../slideLayouts/slideLayout79.xml"/><Relationship Id="rId24" Type="http://schemas.openxmlformats.org/officeDocument/2006/relationships/slideLayout" Target="../slideLayouts/slideLayout80.xml"/><Relationship Id="rId25" Type="http://schemas.openxmlformats.org/officeDocument/2006/relationships/slideLayout" Target="../slideLayouts/slideLayout81.xml"/><Relationship Id="rId26" Type="http://schemas.openxmlformats.org/officeDocument/2006/relationships/slideLayout" Target="../slideLayouts/slideLayout82.xml"/><Relationship Id="rId27" Type="http://schemas.openxmlformats.org/officeDocument/2006/relationships/slideLayout" Target="../slideLayouts/slideLayout83.xml"/><Relationship Id="rId28" Type="http://schemas.openxmlformats.org/officeDocument/2006/relationships/slideLayout" Target="../slideLayouts/slideLayout84.xml"/><Relationship Id="rId29" Type="http://schemas.openxmlformats.org/officeDocument/2006/relationships/slideLayout" Target="../slideLayouts/slideLayout85.xml"/><Relationship Id="rId30" Type="http://schemas.openxmlformats.org/officeDocument/2006/relationships/slideLayout" Target="../slideLayouts/slideLayout86.xml"/><Relationship Id="rId31" Type="http://schemas.openxmlformats.org/officeDocument/2006/relationships/slideLayout" Target="../slideLayouts/slideLayout87.xml"/><Relationship Id="rId32" Type="http://schemas.openxmlformats.org/officeDocument/2006/relationships/slideLayout" Target="../slideLayouts/slideLayout88.xml"/><Relationship Id="rId33" Type="http://schemas.openxmlformats.org/officeDocument/2006/relationships/slideLayout" Target="../slideLayouts/slideLayout89.xml"/><Relationship Id="rId34" Type="http://schemas.openxmlformats.org/officeDocument/2006/relationships/slideLayout" Target="../slideLayouts/slideLayout90.xml"/><Relationship Id="rId35" Type="http://schemas.openxmlformats.org/officeDocument/2006/relationships/slideLayout" Target="../slideLayouts/slideLayout91.xml"/><Relationship Id="rId36" Type="http://schemas.openxmlformats.org/officeDocument/2006/relationships/slideLayout" Target="../slideLayouts/slideLayout92.xml"/><Relationship Id="rId37" Type="http://schemas.openxmlformats.org/officeDocument/2006/relationships/slideLayout" Target="../slideLayouts/slideLayout93.xml"/><Relationship Id="rId38" Type="http://schemas.openxmlformats.org/officeDocument/2006/relationships/slideLayout" Target="../slideLayouts/slideLayout94.xml"/><Relationship Id="rId39" Type="http://schemas.openxmlformats.org/officeDocument/2006/relationships/slideLayout" Target="../slideLayouts/slideLayout95.xml"/><Relationship Id="rId40" Type="http://schemas.openxmlformats.org/officeDocument/2006/relationships/slideLayout" Target="../slideLayouts/slideLayout96.xml"/><Relationship Id="rId41" Type="http://schemas.openxmlformats.org/officeDocument/2006/relationships/slideLayout" Target="../slideLayouts/slideLayout97.xml"/><Relationship Id="rId42" Type="http://schemas.openxmlformats.org/officeDocument/2006/relationships/slideLayout" Target="../slideLayouts/slideLayout98.xml"/><Relationship Id="rId43" Type="http://schemas.openxmlformats.org/officeDocument/2006/relationships/slideLayout" Target="../slideLayouts/slideLayout99.xml"/><Relationship Id="rId44" Type="http://schemas.openxmlformats.org/officeDocument/2006/relationships/slideLayout" Target="../slideLayouts/slideLayout100.xml"/><Relationship Id="rId45" Type="http://schemas.openxmlformats.org/officeDocument/2006/relationships/slideLayout" Target="../slideLayouts/slideLayout101.xml"/><Relationship Id="rId46" Type="http://schemas.openxmlformats.org/officeDocument/2006/relationships/slideLayout" Target="../slideLayouts/slideLayout102.xml"/><Relationship Id="rId47" Type="http://schemas.openxmlformats.org/officeDocument/2006/relationships/slideLayout" Target="../slideLayouts/slideLayout103.xml"/><Relationship Id="rId48" Type="http://schemas.openxmlformats.org/officeDocument/2006/relationships/slideLayout" Target="../slideLayouts/slideLayout104.xml"/><Relationship Id="rId49" Type="http://schemas.openxmlformats.org/officeDocument/2006/relationships/slideLayout" Target="../slideLayouts/slideLayout105.xml"/><Relationship Id="rId50" Type="http://schemas.openxmlformats.org/officeDocument/2006/relationships/slideLayout" Target="../slideLayouts/slideLayout106.xml"/><Relationship Id="rId51" Type="http://schemas.openxmlformats.org/officeDocument/2006/relationships/slideLayout" Target="../slideLayouts/slideLayout107.xml"/><Relationship Id="rId52" Type="http://schemas.openxmlformats.org/officeDocument/2006/relationships/slideLayout" Target="../slideLayouts/slideLayout108.xml"/><Relationship Id="rId53" Type="http://schemas.openxmlformats.org/officeDocument/2006/relationships/slideLayout" Target="../slideLayouts/slideLayout109.xml"/><Relationship Id="rId54" Type="http://schemas.openxmlformats.org/officeDocument/2006/relationships/slideLayout" Target="../slideLayouts/slideLayout110.xml"/><Relationship Id="rId55" Type="http://schemas.openxmlformats.org/officeDocument/2006/relationships/slideLayout" Target="../slideLayouts/slideLayout111.xml"/><Relationship Id="rId5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70F261C-7E9A-A54E-95BB-84B1ABAB96E6}"/>
              </a:ext>
            </a:extLst>
          </p:cNvPr>
          <p:cNvSpPr>
            <a:spLocks noGrp="1"/>
          </p:cNvSpPr>
          <p:nvPr>
            <p:ph type="body" idx="1"/>
          </p:nvPr>
        </p:nvSpPr>
        <p:spPr>
          <a:xfrm>
            <a:off x="457200" y="1521911"/>
            <a:ext cx="5517671" cy="3828690"/>
          </a:xfrm>
          <a:prstGeom prst="rect">
            <a:avLst/>
          </a:prstGeom>
        </p:spPr>
        <p:txBody>
          <a:bodyPr vert="horz" lIns="0" tIns="0" rIns="91440" bIns="0" rtlCol="0">
            <a:noAutofit/>
          </a:bodyPr>
          <a:lstStyle/>
          <a:p>
            <a:pPr lvl="0"/>
            <a:r>
              <a:rPr lang="en-US"/>
              <a:t>Click to edit Master text styles</a:t>
            </a:r>
          </a:p>
          <a:p>
            <a:pPr lvl="1"/>
            <a:r>
              <a:rPr lang="en-US"/>
              <a:t>Second level</a:t>
            </a:r>
          </a:p>
          <a:p>
            <a:pPr lvl="2"/>
            <a:r>
              <a:rPr lang="en-US"/>
              <a:t>Third level</a:t>
            </a:r>
          </a:p>
        </p:txBody>
      </p:sp>
      <p:grpSp>
        <p:nvGrpSpPr>
          <p:cNvPr id="7" name="MARGINS" hidden="1">
            <a:extLst>
              <a:ext uri="{FF2B5EF4-FFF2-40B4-BE49-F238E27FC236}">
                <a16:creationId xmlns:a16="http://schemas.microsoft.com/office/drawing/2014/main" id="{F97F8C87-B458-E24A-B1DF-D1CDD0993413}"/>
              </a:ext>
            </a:extLst>
          </p:cNvPr>
          <p:cNvGrpSpPr/>
          <p:nvPr userDrawn="1"/>
        </p:nvGrpSpPr>
        <p:grpSpPr>
          <a:xfrm>
            <a:off x="-2" y="0"/>
            <a:ext cx="12192003" cy="6858000"/>
            <a:chOff x="-2" y="0"/>
            <a:chExt cx="12192003" cy="6858000"/>
          </a:xfrm>
        </p:grpSpPr>
        <p:sp>
          <p:nvSpPr>
            <p:cNvPr id="8" name=".5 Margin Left">
              <a:extLst>
                <a:ext uri="{FF2B5EF4-FFF2-40B4-BE49-F238E27FC236}">
                  <a16:creationId xmlns:a16="http://schemas.microsoft.com/office/drawing/2014/main" id="{601FC56E-3ED1-C84A-ACDE-BEE6450AD3A2}"/>
                </a:ext>
              </a:extLst>
            </p:cNvPr>
            <p:cNvSpPr/>
            <p:nvPr userDrawn="1"/>
          </p:nvSpPr>
          <p:spPr>
            <a:xfrm>
              <a:off x="0" y="0"/>
              <a:ext cx="457200" cy="6858000"/>
            </a:xfrm>
            <a:prstGeom prst="rect">
              <a:avLst/>
            </a:prstGeom>
            <a:solidFill>
              <a:srgbClr val="00206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5 Margin Right">
              <a:extLst>
                <a:ext uri="{FF2B5EF4-FFF2-40B4-BE49-F238E27FC236}">
                  <a16:creationId xmlns:a16="http://schemas.microsoft.com/office/drawing/2014/main" id="{C1E2D324-E45E-F447-BF36-52EB89B841A7}"/>
                </a:ext>
              </a:extLst>
            </p:cNvPr>
            <p:cNvSpPr/>
            <p:nvPr userDrawn="1"/>
          </p:nvSpPr>
          <p:spPr>
            <a:xfrm>
              <a:off x="11734800" y="0"/>
              <a:ext cx="457200" cy="6858000"/>
            </a:xfrm>
            <a:prstGeom prst="rect">
              <a:avLst/>
            </a:prstGeom>
            <a:solidFill>
              <a:srgbClr val="00206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5 Margin Left">
              <a:extLst>
                <a:ext uri="{FF2B5EF4-FFF2-40B4-BE49-F238E27FC236}">
                  <a16:creationId xmlns:a16="http://schemas.microsoft.com/office/drawing/2014/main" id="{AEF53A4F-65B4-F24F-9C9C-19CEB17584BD}"/>
                </a:ext>
              </a:extLst>
            </p:cNvPr>
            <p:cNvSpPr/>
            <p:nvPr userDrawn="1"/>
          </p:nvSpPr>
          <p:spPr>
            <a:xfrm rot="5400000">
              <a:off x="5867400" y="-5867402"/>
              <a:ext cx="457200" cy="12192003"/>
            </a:xfrm>
            <a:prstGeom prst="rect">
              <a:avLst/>
            </a:prstGeom>
            <a:solidFill>
              <a:srgbClr val="00206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5 Margin Left">
              <a:extLst>
                <a:ext uri="{FF2B5EF4-FFF2-40B4-BE49-F238E27FC236}">
                  <a16:creationId xmlns:a16="http://schemas.microsoft.com/office/drawing/2014/main" id="{3C4F678A-AC94-1740-88B4-FCD250E94DF3}"/>
                </a:ext>
              </a:extLst>
            </p:cNvPr>
            <p:cNvSpPr/>
            <p:nvPr userDrawn="1"/>
          </p:nvSpPr>
          <p:spPr>
            <a:xfrm rot="5400000">
              <a:off x="5867399" y="533399"/>
              <a:ext cx="457200" cy="12192002"/>
            </a:xfrm>
            <a:prstGeom prst="rect">
              <a:avLst/>
            </a:prstGeom>
            <a:solidFill>
              <a:srgbClr val="00206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2" name="GUIDES" hidden="1">
            <a:extLst>
              <a:ext uri="{FF2B5EF4-FFF2-40B4-BE49-F238E27FC236}">
                <a16:creationId xmlns:a16="http://schemas.microsoft.com/office/drawing/2014/main" id="{1F38FB7A-11BB-A747-9754-997B154E168D}"/>
              </a:ext>
            </a:extLst>
          </p:cNvPr>
          <p:cNvGrpSpPr/>
          <p:nvPr userDrawn="1"/>
        </p:nvGrpSpPr>
        <p:grpSpPr>
          <a:xfrm>
            <a:off x="452435" y="457200"/>
            <a:ext cx="11282368" cy="5943600"/>
            <a:chOff x="452435" y="457200"/>
            <a:chExt cx="11282368" cy="5943600"/>
          </a:xfrm>
        </p:grpSpPr>
        <p:sp>
          <p:nvSpPr>
            <p:cNvPr id="13" name="Vertical">
              <a:extLst>
                <a:ext uri="{FF2B5EF4-FFF2-40B4-BE49-F238E27FC236}">
                  <a16:creationId xmlns:a16="http://schemas.microsoft.com/office/drawing/2014/main" id="{6F6DBE52-CC67-A844-AC2A-DA286A3C0F51}"/>
                </a:ext>
              </a:extLst>
            </p:cNvPr>
            <p:cNvSpPr/>
            <p:nvPr userDrawn="1"/>
          </p:nvSpPr>
          <p:spPr>
            <a:xfrm>
              <a:off x="457200"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Vertical">
              <a:extLst>
                <a:ext uri="{FF2B5EF4-FFF2-40B4-BE49-F238E27FC236}">
                  <a16:creationId xmlns:a16="http://schemas.microsoft.com/office/drawing/2014/main" id="{85E0B4C1-18B9-AB47-8A30-060A4D948ED3}"/>
                </a:ext>
              </a:extLst>
            </p:cNvPr>
            <p:cNvSpPr/>
            <p:nvPr userDrawn="1"/>
          </p:nvSpPr>
          <p:spPr>
            <a:xfrm>
              <a:off x="1419627"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Vertical">
              <a:extLst>
                <a:ext uri="{FF2B5EF4-FFF2-40B4-BE49-F238E27FC236}">
                  <a16:creationId xmlns:a16="http://schemas.microsoft.com/office/drawing/2014/main" id="{5992B7DD-7417-C843-A67F-E17A10140024}"/>
                </a:ext>
              </a:extLst>
            </p:cNvPr>
            <p:cNvSpPr/>
            <p:nvPr userDrawn="1"/>
          </p:nvSpPr>
          <p:spPr>
            <a:xfrm>
              <a:off x="2382054"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Vertical">
              <a:extLst>
                <a:ext uri="{FF2B5EF4-FFF2-40B4-BE49-F238E27FC236}">
                  <a16:creationId xmlns:a16="http://schemas.microsoft.com/office/drawing/2014/main" id="{73AA93DE-18EC-8C44-9EED-B9DF2F93767C}"/>
                </a:ext>
              </a:extLst>
            </p:cNvPr>
            <p:cNvSpPr/>
            <p:nvPr userDrawn="1"/>
          </p:nvSpPr>
          <p:spPr>
            <a:xfrm>
              <a:off x="3344481"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Vertical">
              <a:extLst>
                <a:ext uri="{FF2B5EF4-FFF2-40B4-BE49-F238E27FC236}">
                  <a16:creationId xmlns:a16="http://schemas.microsoft.com/office/drawing/2014/main" id="{7654F67B-5597-AC48-8292-767362280C1F}"/>
                </a:ext>
              </a:extLst>
            </p:cNvPr>
            <p:cNvSpPr/>
            <p:nvPr userDrawn="1"/>
          </p:nvSpPr>
          <p:spPr>
            <a:xfrm>
              <a:off x="4306908"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Vertical">
              <a:extLst>
                <a:ext uri="{FF2B5EF4-FFF2-40B4-BE49-F238E27FC236}">
                  <a16:creationId xmlns:a16="http://schemas.microsoft.com/office/drawing/2014/main" id="{83D8A10E-B6C8-3743-8B1C-64510E64DAA0}"/>
                </a:ext>
              </a:extLst>
            </p:cNvPr>
            <p:cNvSpPr/>
            <p:nvPr userDrawn="1"/>
          </p:nvSpPr>
          <p:spPr>
            <a:xfrm>
              <a:off x="5269335"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Vertical">
              <a:extLst>
                <a:ext uri="{FF2B5EF4-FFF2-40B4-BE49-F238E27FC236}">
                  <a16:creationId xmlns:a16="http://schemas.microsoft.com/office/drawing/2014/main" id="{B30C9B96-79B2-A74A-9A34-4CBAFC7B069D}"/>
                </a:ext>
              </a:extLst>
            </p:cNvPr>
            <p:cNvSpPr/>
            <p:nvPr userDrawn="1"/>
          </p:nvSpPr>
          <p:spPr>
            <a:xfrm>
              <a:off x="6231762"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Vertical">
              <a:extLst>
                <a:ext uri="{FF2B5EF4-FFF2-40B4-BE49-F238E27FC236}">
                  <a16:creationId xmlns:a16="http://schemas.microsoft.com/office/drawing/2014/main" id="{472CAF3D-7E3A-7446-A892-C21F1A4A4E96}"/>
                </a:ext>
              </a:extLst>
            </p:cNvPr>
            <p:cNvSpPr/>
            <p:nvPr userDrawn="1"/>
          </p:nvSpPr>
          <p:spPr>
            <a:xfrm>
              <a:off x="7194189"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Vertical">
              <a:extLst>
                <a:ext uri="{FF2B5EF4-FFF2-40B4-BE49-F238E27FC236}">
                  <a16:creationId xmlns:a16="http://schemas.microsoft.com/office/drawing/2014/main" id="{206DB99F-7229-B74B-9EEF-74E26BBA28C0}"/>
                </a:ext>
              </a:extLst>
            </p:cNvPr>
            <p:cNvSpPr/>
            <p:nvPr userDrawn="1"/>
          </p:nvSpPr>
          <p:spPr>
            <a:xfrm>
              <a:off x="8156616"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Vertical">
              <a:extLst>
                <a:ext uri="{FF2B5EF4-FFF2-40B4-BE49-F238E27FC236}">
                  <a16:creationId xmlns:a16="http://schemas.microsoft.com/office/drawing/2014/main" id="{B8319E2D-E334-8A41-B788-55FC5FC8468E}"/>
                </a:ext>
              </a:extLst>
            </p:cNvPr>
            <p:cNvSpPr/>
            <p:nvPr userDrawn="1"/>
          </p:nvSpPr>
          <p:spPr>
            <a:xfrm>
              <a:off x="9119043"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Vertical">
              <a:extLst>
                <a:ext uri="{FF2B5EF4-FFF2-40B4-BE49-F238E27FC236}">
                  <a16:creationId xmlns:a16="http://schemas.microsoft.com/office/drawing/2014/main" id="{8DFE1C8D-970F-C54F-A83D-A56013E67C9E}"/>
                </a:ext>
              </a:extLst>
            </p:cNvPr>
            <p:cNvSpPr/>
            <p:nvPr userDrawn="1"/>
          </p:nvSpPr>
          <p:spPr>
            <a:xfrm>
              <a:off x="10081470"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Vertical">
              <a:extLst>
                <a:ext uri="{FF2B5EF4-FFF2-40B4-BE49-F238E27FC236}">
                  <a16:creationId xmlns:a16="http://schemas.microsoft.com/office/drawing/2014/main" id="{3ED0410F-4029-974C-9BFE-B86B36C287EC}"/>
                </a:ext>
              </a:extLst>
            </p:cNvPr>
            <p:cNvSpPr/>
            <p:nvPr userDrawn="1"/>
          </p:nvSpPr>
          <p:spPr>
            <a:xfrm>
              <a:off x="11043897"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Horizontal">
              <a:extLst>
                <a:ext uri="{FF2B5EF4-FFF2-40B4-BE49-F238E27FC236}">
                  <a16:creationId xmlns:a16="http://schemas.microsoft.com/office/drawing/2014/main" id="{494BF6FE-0B3E-C344-8723-FA7EC7FBA20E}"/>
                </a:ext>
              </a:extLst>
            </p:cNvPr>
            <p:cNvSpPr/>
            <p:nvPr userDrawn="1"/>
          </p:nvSpPr>
          <p:spPr>
            <a:xfrm rot="5400000">
              <a:off x="5636418" y="-4719162"/>
              <a:ext cx="914400" cy="11282365"/>
            </a:xfrm>
            <a:prstGeom prst="rect">
              <a:avLst/>
            </a:prstGeom>
            <a:solidFill>
              <a:srgbClr val="92D05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Horizontal">
              <a:extLst>
                <a:ext uri="{FF2B5EF4-FFF2-40B4-BE49-F238E27FC236}">
                  <a16:creationId xmlns:a16="http://schemas.microsoft.com/office/drawing/2014/main" id="{97FB98F8-D35C-6C44-87E1-3FC472889165}"/>
                </a:ext>
              </a:extLst>
            </p:cNvPr>
            <p:cNvSpPr/>
            <p:nvPr userDrawn="1"/>
          </p:nvSpPr>
          <p:spPr>
            <a:xfrm rot="5400000">
              <a:off x="5636418" y="294798"/>
              <a:ext cx="914400" cy="11282365"/>
            </a:xfrm>
            <a:prstGeom prst="rect">
              <a:avLst/>
            </a:prstGeom>
            <a:solidFill>
              <a:srgbClr val="92D05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Horizontal">
              <a:extLst>
                <a:ext uri="{FF2B5EF4-FFF2-40B4-BE49-F238E27FC236}">
                  <a16:creationId xmlns:a16="http://schemas.microsoft.com/office/drawing/2014/main" id="{A4C816D6-64D0-9F47-B6E0-DCAFD77164EB}"/>
                </a:ext>
              </a:extLst>
            </p:cNvPr>
            <p:cNvSpPr/>
            <p:nvPr userDrawn="1"/>
          </p:nvSpPr>
          <p:spPr>
            <a:xfrm rot="5400000">
              <a:off x="5636420" y="-3465672"/>
              <a:ext cx="914400" cy="11282365"/>
            </a:xfrm>
            <a:prstGeom prst="rect">
              <a:avLst/>
            </a:prstGeom>
            <a:solidFill>
              <a:srgbClr val="92D05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Horizontal">
              <a:extLst>
                <a:ext uri="{FF2B5EF4-FFF2-40B4-BE49-F238E27FC236}">
                  <a16:creationId xmlns:a16="http://schemas.microsoft.com/office/drawing/2014/main" id="{7223F443-0F5B-5243-846C-3F4634566A5F}"/>
                </a:ext>
              </a:extLst>
            </p:cNvPr>
            <p:cNvSpPr/>
            <p:nvPr userDrawn="1"/>
          </p:nvSpPr>
          <p:spPr>
            <a:xfrm rot="5400000">
              <a:off x="5636421" y="-2212182"/>
              <a:ext cx="914400" cy="11282365"/>
            </a:xfrm>
            <a:prstGeom prst="rect">
              <a:avLst/>
            </a:prstGeom>
            <a:solidFill>
              <a:srgbClr val="92D05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Horizontal">
              <a:extLst>
                <a:ext uri="{FF2B5EF4-FFF2-40B4-BE49-F238E27FC236}">
                  <a16:creationId xmlns:a16="http://schemas.microsoft.com/office/drawing/2014/main" id="{95B73864-022F-6C41-A616-E7092CD75DB1}"/>
                </a:ext>
              </a:extLst>
            </p:cNvPr>
            <p:cNvSpPr/>
            <p:nvPr userDrawn="1"/>
          </p:nvSpPr>
          <p:spPr>
            <a:xfrm rot="5400000">
              <a:off x="5636418" y="-958692"/>
              <a:ext cx="914400" cy="11282365"/>
            </a:xfrm>
            <a:prstGeom prst="rect">
              <a:avLst/>
            </a:prstGeom>
            <a:solidFill>
              <a:srgbClr val="92D05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0" name="GUIDES" hidden="1">
            <a:extLst>
              <a:ext uri="{FF2B5EF4-FFF2-40B4-BE49-F238E27FC236}">
                <a16:creationId xmlns:a16="http://schemas.microsoft.com/office/drawing/2014/main" id="{DEF3DEDB-B417-8A4A-990F-9ECA3A8D92D3}"/>
              </a:ext>
            </a:extLst>
          </p:cNvPr>
          <p:cNvGrpSpPr/>
          <p:nvPr userDrawn="1"/>
        </p:nvGrpSpPr>
        <p:grpSpPr>
          <a:xfrm>
            <a:off x="462303" y="452296"/>
            <a:ext cx="11282368" cy="5943600"/>
            <a:chOff x="452435" y="457200"/>
            <a:chExt cx="11282368" cy="5943600"/>
          </a:xfrm>
        </p:grpSpPr>
        <p:sp>
          <p:nvSpPr>
            <p:cNvPr id="31" name="Vertical">
              <a:extLst>
                <a:ext uri="{FF2B5EF4-FFF2-40B4-BE49-F238E27FC236}">
                  <a16:creationId xmlns:a16="http://schemas.microsoft.com/office/drawing/2014/main" id="{56E9CB93-386F-8943-8F94-E067DC3D2207}"/>
                </a:ext>
              </a:extLst>
            </p:cNvPr>
            <p:cNvSpPr/>
            <p:nvPr userDrawn="1"/>
          </p:nvSpPr>
          <p:spPr>
            <a:xfrm>
              <a:off x="457200"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Vertical">
              <a:extLst>
                <a:ext uri="{FF2B5EF4-FFF2-40B4-BE49-F238E27FC236}">
                  <a16:creationId xmlns:a16="http://schemas.microsoft.com/office/drawing/2014/main" id="{8EA4F0F1-1D31-0343-BE4C-35AC7F4D5C9A}"/>
                </a:ext>
              </a:extLst>
            </p:cNvPr>
            <p:cNvSpPr/>
            <p:nvPr userDrawn="1"/>
          </p:nvSpPr>
          <p:spPr>
            <a:xfrm>
              <a:off x="1419627"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Vertical">
              <a:extLst>
                <a:ext uri="{FF2B5EF4-FFF2-40B4-BE49-F238E27FC236}">
                  <a16:creationId xmlns:a16="http://schemas.microsoft.com/office/drawing/2014/main" id="{4B20E45E-6C43-A748-A067-99F1D1742B5C}"/>
                </a:ext>
              </a:extLst>
            </p:cNvPr>
            <p:cNvSpPr/>
            <p:nvPr userDrawn="1"/>
          </p:nvSpPr>
          <p:spPr>
            <a:xfrm>
              <a:off x="2382054"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Vertical">
              <a:extLst>
                <a:ext uri="{FF2B5EF4-FFF2-40B4-BE49-F238E27FC236}">
                  <a16:creationId xmlns:a16="http://schemas.microsoft.com/office/drawing/2014/main" id="{BE42DA74-B259-C641-A428-FEE879B3126E}"/>
                </a:ext>
              </a:extLst>
            </p:cNvPr>
            <p:cNvSpPr/>
            <p:nvPr userDrawn="1"/>
          </p:nvSpPr>
          <p:spPr>
            <a:xfrm>
              <a:off x="3344481"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Vertical">
              <a:extLst>
                <a:ext uri="{FF2B5EF4-FFF2-40B4-BE49-F238E27FC236}">
                  <a16:creationId xmlns:a16="http://schemas.microsoft.com/office/drawing/2014/main" id="{EDD86A3B-C0C1-214B-B364-AE1B133FB9FF}"/>
                </a:ext>
              </a:extLst>
            </p:cNvPr>
            <p:cNvSpPr/>
            <p:nvPr userDrawn="1"/>
          </p:nvSpPr>
          <p:spPr>
            <a:xfrm>
              <a:off x="4306908"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Vertical">
              <a:extLst>
                <a:ext uri="{FF2B5EF4-FFF2-40B4-BE49-F238E27FC236}">
                  <a16:creationId xmlns:a16="http://schemas.microsoft.com/office/drawing/2014/main" id="{18A7C85F-E830-2C46-BDEA-043930544B28}"/>
                </a:ext>
              </a:extLst>
            </p:cNvPr>
            <p:cNvSpPr/>
            <p:nvPr userDrawn="1"/>
          </p:nvSpPr>
          <p:spPr>
            <a:xfrm>
              <a:off x="5269335"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Vertical">
              <a:extLst>
                <a:ext uri="{FF2B5EF4-FFF2-40B4-BE49-F238E27FC236}">
                  <a16:creationId xmlns:a16="http://schemas.microsoft.com/office/drawing/2014/main" id="{6806ED67-F596-E045-B277-7980EC3602F2}"/>
                </a:ext>
              </a:extLst>
            </p:cNvPr>
            <p:cNvSpPr/>
            <p:nvPr userDrawn="1"/>
          </p:nvSpPr>
          <p:spPr>
            <a:xfrm>
              <a:off x="6231762"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Vertical">
              <a:extLst>
                <a:ext uri="{FF2B5EF4-FFF2-40B4-BE49-F238E27FC236}">
                  <a16:creationId xmlns:a16="http://schemas.microsoft.com/office/drawing/2014/main" id="{9BE60CBC-932A-7940-9094-11D98E0D6FFC}"/>
                </a:ext>
              </a:extLst>
            </p:cNvPr>
            <p:cNvSpPr/>
            <p:nvPr userDrawn="1"/>
          </p:nvSpPr>
          <p:spPr>
            <a:xfrm>
              <a:off x="7194189"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Vertical">
              <a:extLst>
                <a:ext uri="{FF2B5EF4-FFF2-40B4-BE49-F238E27FC236}">
                  <a16:creationId xmlns:a16="http://schemas.microsoft.com/office/drawing/2014/main" id="{7B354DD2-B04F-CB45-A6B1-E25192964808}"/>
                </a:ext>
              </a:extLst>
            </p:cNvPr>
            <p:cNvSpPr/>
            <p:nvPr userDrawn="1"/>
          </p:nvSpPr>
          <p:spPr>
            <a:xfrm>
              <a:off x="8156616"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Vertical">
              <a:extLst>
                <a:ext uri="{FF2B5EF4-FFF2-40B4-BE49-F238E27FC236}">
                  <a16:creationId xmlns:a16="http://schemas.microsoft.com/office/drawing/2014/main" id="{04FB5108-600F-FE44-8ADB-3B9B3FE473AF}"/>
                </a:ext>
              </a:extLst>
            </p:cNvPr>
            <p:cNvSpPr/>
            <p:nvPr userDrawn="1"/>
          </p:nvSpPr>
          <p:spPr>
            <a:xfrm>
              <a:off x="9119043"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Vertical">
              <a:extLst>
                <a:ext uri="{FF2B5EF4-FFF2-40B4-BE49-F238E27FC236}">
                  <a16:creationId xmlns:a16="http://schemas.microsoft.com/office/drawing/2014/main" id="{DE32E3B2-B0B3-3C46-B95F-FE7D3AE35A16}"/>
                </a:ext>
              </a:extLst>
            </p:cNvPr>
            <p:cNvSpPr/>
            <p:nvPr userDrawn="1"/>
          </p:nvSpPr>
          <p:spPr>
            <a:xfrm>
              <a:off x="10081470"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Vertical">
              <a:extLst>
                <a:ext uri="{FF2B5EF4-FFF2-40B4-BE49-F238E27FC236}">
                  <a16:creationId xmlns:a16="http://schemas.microsoft.com/office/drawing/2014/main" id="{EF1378F1-08A0-024F-A478-63A108CD8854}"/>
                </a:ext>
              </a:extLst>
            </p:cNvPr>
            <p:cNvSpPr/>
            <p:nvPr userDrawn="1"/>
          </p:nvSpPr>
          <p:spPr>
            <a:xfrm>
              <a:off x="11043897"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Horizontal">
              <a:extLst>
                <a:ext uri="{FF2B5EF4-FFF2-40B4-BE49-F238E27FC236}">
                  <a16:creationId xmlns:a16="http://schemas.microsoft.com/office/drawing/2014/main" id="{6382A304-ED86-FA46-9150-CECDFB8A3D82}"/>
                </a:ext>
              </a:extLst>
            </p:cNvPr>
            <p:cNvSpPr/>
            <p:nvPr userDrawn="1"/>
          </p:nvSpPr>
          <p:spPr>
            <a:xfrm rot="5400000">
              <a:off x="5750718" y="-4833462"/>
              <a:ext cx="685800" cy="11282365"/>
            </a:xfrm>
            <a:prstGeom prst="rect">
              <a:avLst/>
            </a:prstGeom>
            <a:solidFill>
              <a:srgbClr val="92D05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Horizontal">
              <a:extLst>
                <a:ext uri="{FF2B5EF4-FFF2-40B4-BE49-F238E27FC236}">
                  <a16:creationId xmlns:a16="http://schemas.microsoft.com/office/drawing/2014/main" id="{69671F19-D3AD-084F-9D11-67486D280915}"/>
                </a:ext>
              </a:extLst>
            </p:cNvPr>
            <p:cNvSpPr/>
            <p:nvPr userDrawn="1"/>
          </p:nvSpPr>
          <p:spPr>
            <a:xfrm rot="5400000">
              <a:off x="5750718" y="416513"/>
              <a:ext cx="685800" cy="11282365"/>
            </a:xfrm>
            <a:prstGeom prst="rect">
              <a:avLst/>
            </a:prstGeom>
            <a:solidFill>
              <a:srgbClr val="92D05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Horizontal">
              <a:extLst>
                <a:ext uri="{FF2B5EF4-FFF2-40B4-BE49-F238E27FC236}">
                  <a16:creationId xmlns:a16="http://schemas.microsoft.com/office/drawing/2014/main" id="{59529CC0-4889-0444-BC8F-6BAE51E7558F}"/>
                </a:ext>
              </a:extLst>
            </p:cNvPr>
            <p:cNvSpPr/>
            <p:nvPr userDrawn="1"/>
          </p:nvSpPr>
          <p:spPr>
            <a:xfrm rot="5400000">
              <a:off x="5750720" y="-3783467"/>
              <a:ext cx="685800" cy="11282365"/>
            </a:xfrm>
            <a:prstGeom prst="rect">
              <a:avLst/>
            </a:prstGeom>
            <a:solidFill>
              <a:srgbClr val="92D05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Horizontal">
              <a:extLst>
                <a:ext uri="{FF2B5EF4-FFF2-40B4-BE49-F238E27FC236}">
                  <a16:creationId xmlns:a16="http://schemas.microsoft.com/office/drawing/2014/main" id="{3BB80DB8-E8A5-FF4D-9091-B4AE03F5FB74}"/>
                </a:ext>
              </a:extLst>
            </p:cNvPr>
            <p:cNvSpPr/>
            <p:nvPr userDrawn="1"/>
          </p:nvSpPr>
          <p:spPr>
            <a:xfrm rot="5400000">
              <a:off x="5750721" y="-2733472"/>
              <a:ext cx="685800" cy="11282365"/>
            </a:xfrm>
            <a:prstGeom prst="rect">
              <a:avLst/>
            </a:prstGeom>
            <a:solidFill>
              <a:srgbClr val="92D05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Horizontal">
              <a:extLst>
                <a:ext uri="{FF2B5EF4-FFF2-40B4-BE49-F238E27FC236}">
                  <a16:creationId xmlns:a16="http://schemas.microsoft.com/office/drawing/2014/main" id="{8D89C0B6-DBC9-4A44-85EE-0BFB3A2DDE63}"/>
                </a:ext>
              </a:extLst>
            </p:cNvPr>
            <p:cNvSpPr/>
            <p:nvPr userDrawn="1"/>
          </p:nvSpPr>
          <p:spPr>
            <a:xfrm rot="5400000">
              <a:off x="5750719" y="-633482"/>
              <a:ext cx="685800" cy="11282365"/>
            </a:xfrm>
            <a:prstGeom prst="rect">
              <a:avLst/>
            </a:prstGeom>
            <a:solidFill>
              <a:srgbClr val="92D05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Horizontal">
              <a:extLst>
                <a:ext uri="{FF2B5EF4-FFF2-40B4-BE49-F238E27FC236}">
                  <a16:creationId xmlns:a16="http://schemas.microsoft.com/office/drawing/2014/main" id="{3D4DF714-6874-F447-8391-5EF183284E94}"/>
                </a:ext>
              </a:extLst>
            </p:cNvPr>
            <p:cNvSpPr/>
            <p:nvPr userDrawn="1"/>
          </p:nvSpPr>
          <p:spPr>
            <a:xfrm rot="5400000">
              <a:off x="5750719" y="-1683477"/>
              <a:ext cx="685800" cy="11282365"/>
            </a:xfrm>
            <a:prstGeom prst="rect">
              <a:avLst/>
            </a:prstGeom>
            <a:solidFill>
              <a:srgbClr val="92D05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83" name="Title Placeholder 82">
            <a:extLst>
              <a:ext uri="{FF2B5EF4-FFF2-40B4-BE49-F238E27FC236}">
                <a16:creationId xmlns:a16="http://schemas.microsoft.com/office/drawing/2014/main" id="{25F76A5E-2EC1-9044-9D5A-70B8CD711163}"/>
              </a:ext>
            </a:extLst>
          </p:cNvPr>
          <p:cNvSpPr>
            <a:spLocks noGrp="1"/>
          </p:cNvSpPr>
          <p:nvPr>
            <p:ph type="title"/>
          </p:nvPr>
        </p:nvSpPr>
        <p:spPr>
          <a:xfrm>
            <a:off x="450047" y="447392"/>
            <a:ext cx="5500324" cy="695608"/>
          </a:xfrm>
          <a:prstGeom prst="rect">
            <a:avLst/>
          </a:prstGeom>
        </p:spPr>
        <p:txBody>
          <a:bodyPr vert="horz" lIns="0" tIns="0" rIns="0" bIns="0" rtlCol="0" anchor="t" anchorCtr="0">
            <a:noAutofit/>
          </a:bodyPr>
          <a:lstStyle/>
          <a:p>
            <a:r>
              <a:rPr lang="en-US"/>
              <a:t>Click To Edit Master Title Style</a:t>
            </a:r>
            <a:endParaRPr lang="en-GB"/>
          </a:p>
        </p:txBody>
      </p:sp>
      <p:sp>
        <p:nvSpPr>
          <p:cNvPr id="49" name="TextBox 48">
            <a:extLst>
              <a:ext uri="{FF2B5EF4-FFF2-40B4-BE49-F238E27FC236}">
                <a16:creationId xmlns:a16="http://schemas.microsoft.com/office/drawing/2014/main" id="{7F3A1240-6455-6B5D-0BF2-C8C136739752}"/>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accent1"/>
                </a:solidFill>
                <a:latin typeface="+mj-lt"/>
              </a:rPr>
              <a:t>Confidential</a:t>
            </a:r>
          </a:p>
        </p:txBody>
      </p:sp>
    </p:spTree>
    <p:extLst>
      <p:ext uri="{BB962C8B-B14F-4D97-AF65-F5344CB8AC3E}">
        <p14:creationId xmlns:p14="http://schemas.microsoft.com/office/powerpoint/2010/main" val="3866497210"/>
      </p:ext>
    </p:extLst>
  </p:cSld>
  <p:clrMap bg1="lt1" tx1="dk1" bg2="lt2" tx2="dk2" accent1="accent1" accent2="accent2" accent3="accent3" accent4="accent4" accent5="accent5" accent6="accent6" hlink="hlink" folHlink="folHlink"/>
  <p:sldLayoutIdLst>
    <p:sldLayoutId id="2147483767" r:id="rId1"/>
    <p:sldLayoutId id="2147483796" r:id="rId2"/>
    <p:sldLayoutId id="2147483808" r:id="rId3"/>
    <p:sldLayoutId id="2147483809" r:id="rId4"/>
    <p:sldLayoutId id="2147483810" r:id="rId5"/>
    <p:sldLayoutId id="2147483811" r:id="rId6"/>
    <p:sldLayoutId id="2147483696" r:id="rId7"/>
    <p:sldLayoutId id="2147483685" r:id="rId8"/>
    <p:sldLayoutId id="2147483676" r:id="rId9"/>
    <p:sldLayoutId id="2147483816" r:id="rId10"/>
    <p:sldLayoutId id="2147483817" r:id="rId11"/>
    <p:sldLayoutId id="2147483707" r:id="rId12"/>
    <p:sldLayoutId id="2147483732" r:id="rId13"/>
    <p:sldLayoutId id="2147483733" r:id="rId14"/>
    <p:sldLayoutId id="2147483735" r:id="rId15"/>
    <p:sldLayoutId id="2147483797" r:id="rId16"/>
    <p:sldLayoutId id="2147483799" r:id="rId17"/>
    <p:sldLayoutId id="2147483649" r:id="rId18"/>
    <p:sldLayoutId id="2147483798" r:id="rId19"/>
    <p:sldLayoutId id="2147483824" r:id="rId20"/>
    <p:sldLayoutId id="2147483668" r:id="rId21"/>
    <p:sldLayoutId id="2147483728" r:id="rId22"/>
    <p:sldLayoutId id="2147483714" r:id="rId23"/>
    <p:sldLayoutId id="2147483725" r:id="rId24"/>
    <p:sldLayoutId id="2147483726" r:id="rId25"/>
    <p:sldLayoutId id="2147483667" r:id="rId26"/>
    <p:sldLayoutId id="2147483713" r:id="rId27"/>
    <p:sldLayoutId id="2147483711" r:id="rId28"/>
    <p:sldLayoutId id="2147483712" r:id="rId29"/>
    <p:sldLayoutId id="2147483722" r:id="rId30"/>
    <p:sldLayoutId id="2147483739" r:id="rId31"/>
    <p:sldLayoutId id="2147483740" r:id="rId32"/>
    <p:sldLayoutId id="2147483715" r:id="rId33"/>
    <p:sldLayoutId id="2147483716" r:id="rId34"/>
    <p:sldLayoutId id="2147483825" r:id="rId35"/>
    <p:sldLayoutId id="2147483719" r:id="rId36"/>
    <p:sldLayoutId id="2147483700" r:id="rId37"/>
    <p:sldLayoutId id="2147483746" r:id="rId38"/>
    <p:sldLayoutId id="2147483695" r:id="rId39"/>
    <p:sldLayoutId id="2147483721" r:id="rId40"/>
    <p:sldLayoutId id="2147483749" r:id="rId41"/>
    <p:sldLayoutId id="2147483750" r:id="rId42"/>
    <p:sldLayoutId id="2147483751" r:id="rId43"/>
    <p:sldLayoutId id="2147483723" r:id="rId44"/>
    <p:sldLayoutId id="2147483828" r:id="rId45"/>
    <p:sldLayoutId id="2147483829" r:id="rId46"/>
    <p:sldLayoutId id="2147483753" r:id="rId47"/>
    <p:sldLayoutId id="2147483763" r:id="rId48"/>
    <p:sldLayoutId id="2147483764" r:id="rId49"/>
    <p:sldLayoutId id="2147483762" r:id="rId50"/>
    <p:sldLayoutId id="2147483727" r:id="rId51"/>
    <p:sldLayoutId id="2147483709" r:id="rId52"/>
    <p:sldLayoutId id="2147483710" r:id="rId53"/>
    <p:sldLayoutId id="2147483730" r:id="rId54"/>
    <p:sldLayoutId id="2147483708" r:id="rId55"/>
    <p:sldLayoutId id="2147483832" r:id="rId56"/>
  </p:sldLayoutIdLst>
  <p:hf hdr="0" ftr="0" dt="0"/>
  <p:txStyles>
    <p:titleStyle>
      <a:lvl1pPr algn="l" defTabSz="914400" rtl="0" eaLnBrk="1" latinLnBrk="0" hangingPunct="1">
        <a:lnSpc>
          <a:spcPts val="3000"/>
        </a:lnSpc>
        <a:spcBef>
          <a:spcPct val="0"/>
        </a:spcBef>
        <a:buNone/>
        <a:defRPr sz="3200" kern="1200">
          <a:solidFill>
            <a:schemeClr val="accent1"/>
          </a:solidFill>
          <a:latin typeface="+mj-lt"/>
          <a:ea typeface="+mj-ea"/>
          <a:cs typeface="+mj-cs"/>
        </a:defRPr>
      </a:lvl1pPr>
    </p:titleStyle>
    <p:bodyStyle>
      <a:lvl1pPr marL="279400" indent="-279400" algn="l" defTabSz="914400" rtl="0" eaLnBrk="1" latinLnBrk="0" hangingPunct="1">
        <a:lnSpc>
          <a:spcPct val="100000"/>
        </a:lnSpc>
        <a:spcBef>
          <a:spcPts val="0"/>
        </a:spcBef>
        <a:spcAft>
          <a:spcPts val="500"/>
        </a:spcAft>
        <a:buClr>
          <a:schemeClr val="accent2"/>
        </a:buClr>
        <a:buFont typeface="Wingdings" pitchFamily="2" charset="2"/>
        <a:buChar char="§"/>
        <a:tabLst/>
        <a:defRPr sz="1600" kern="1200">
          <a:solidFill>
            <a:schemeClr val="accent1"/>
          </a:solidFill>
          <a:latin typeface="+mn-lt"/>
          <a:ea typeface="+mn-ea"/>
          <a:cs typeface="+mn-cs"/>
        </a:defRPr>
      </a:lvl1pPr>
      <a:lvl2pPr marL="508000" indent="-228600" algn="l" defTabSz="914400" rtl="0" eaLnBrk="1" latinLnBrk="0" hangingPunct="1">
        <a:lnSpc>
          <a:spcPct val="100000"/>
        </a:lnSpc>
        <a:spcBef>
          <a:spcPts val="0"/>
        </a:spcBef>
        <a:spcAft>
          <a:spcPts val="600"/>
        </a:spcAft>
        <a:buClr>
          <a:schemeClr val="accent3"/>
        </a:buClr>
        <a:buFont typeface="Wingdings" pitchFamily="2" charset="2"/>
        <a:buChar char="§"/>
        <a:tabLst/>
        <a:defRPr sz="1400" kern="1200">
          <a:solidFill>
            <a:schemeClr val="accent1"/>
          </a:solidFill>
          <a:latin typeface="+mn-lt"/>
          <a:ea typeface="+mn-ea"/>
          <a:cs typeface="+mn-cs"/>
        </a:defRPr>
      </a:lvl2pPr>
      <a:lvl3pPr marL="736600" indent="-228600" algn="l" defTabSz="914400" rtl="0" eaLnBrk="1" latinLnBrk="0" hangingPunct="1">
        <a:lnSpc>
          <a:spcPct val="100000"/>
        </a:lnSpc>
        <a:spcBef>
          <a:spcPts val="0"/>
        </a:spcBef>
        <a:spcAft>
          <a:spcPts val="600"/>
        </a:spcAft>
        <a:buFont typeface="Wingdings" pitchFamily="2" charset="2"/>
        <a:buChar char="§"/>
        <a:tabLst/>
        <a:defRPr sz="1200" kern="1200">
          <a:solidFill>
            <a:schemeClr val="accen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accen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6">
          <p15:clr>
            <a:srgbClr val="F26B43"/>
          </p15:clr>
        </p15:guide>
        <p15:guide id="2" pos="7389">
          <p15:clr>
            <a:srgbClr val="F26B43"/>
          </p15:clr>
        </p15:guide>
        <p15:guide id="3" pos="286">
          <p15:clr>
            <a:srgbClr val="F26B43"/>
          </p15:clr>
        </p15:guide>
        <p15:guide id="4" orient="horz" pos="4032">
          <p15:clr>
            <a:srgbClr val="F26B43"/>
          </p15:clr>
        </p15:guide>
        <p15:guide id="5" orient="horz" pos="3591">
          <p15:clr>
            <a:srgbClr val="9FCC3B"/>
          </p15:clr>
        </p15:guide>
        <p15:guide id="6" orient="horz" pos="3366">
          <p15:clr>
            <a:srgbClr val="9FCC3B"/>
          </p15:clr>
        </p15:guide>
        <p15:guide id="7" orient="horz" pos="2928">
          <p15:clr>
            <a:srgbClr val="9FCC3B"/>
          </p15:clr>
        </p15:guide>
        <p15:guide id="8" orient="horz" pos="2705">
          <p15:clr>
            <a:srgbClr val="9FCC3B"/>
          </p15:clr>
        </p15:guide>
        <p15:guide id="9" orient="horz" pos="2268">
          <p15:clr>
            <a:srgbClr val="9FCC3B"/>
          </p15:clr>
        </p15:guide>
        <p15:guide id="10" orient="horz" pos="2048">
          <p15:clr>
            <a:srgbClr val="9FCC3B"/>
          </p15:clr>
        </p15:guide>
        <p15:guide id="11" orient="horz" pos="1607">
          <p15:clr>
            <a:srgbClr val="9FCC3B"/>
          </p15:clr>
        </p15:guide>
        <p15:guide id="12" orient="horz" pos="1386">
          <p15:clr>
            <a:srgbClr val="9FCC3B"/>
          </p15:clr>
        </p15:guide>
        <p15:guide id="13" orient="horz" pos="948">
          <p15:clr>
            <a:srgbClr val="9FCC3B"/>
          </p15:clr>
        </p15:guide>
        <p15:guide id="14" orient="horz" pos="720">
          <p15:clr>
            <a:srgbClr val="9FCC3B"/>
          </p15:clr>
        </p15:guide>
        <p15:guide id="15" pos="730">
          <p15:clr>
            <a:srgbClr val="5ACBF0"/>
          </p15:clr>
        </p15:guide>
        <p15:guide id="16" pos="894">
          <p15:clr>
            <a:srgbClr val="5ACBF0"/>
          </p15:clr>
        </p15:guide>
        <p15:guide id="17" pos="1331">
          <p15:clr>
            <a:srgbClr val="5ACBF0"/>
          </p15:clr>
        </p15:guide>
        <p15:guide id="18" pos="1505">
          <p15:clr>
            <a:srgbClr val="5ACBF0"/>
          </p15:clr>
        </p15:guide>
        <p15:guide id="19" pos="1937">
          <p15:clr>
            <a:srgbClr val="5ACBF0"/>
          </p15:clr>
        </p15:guide>
        <p15:guide id="20" pos="2110">
          <p15:clr>
            <a:srgbClr val="5ACBF0"/>
          </p15:clr>
        </p15:guide>
        <p15:guide id="21" pos="2542">
          <p15:clr>
            <a:srgbClr val="5ACBF0"/>
          </p15:clr>
        </p15:guide>
        <p15:guide id="22" pos="2712">
          <p15:clr>
            <a:srgbClr val="5ACBF0"/>
          </p15:clr>
        </p15:guide>
        <p15:guide id="23" pos="3148">
          <p15:clr>
            <a:srgbClr val="5ACBF0"/>
          </p15:clr>
        </p15:guide>
        <p15:guide id="24" pos="3322">
          <p15:clr>
            <a:srgbClr val="5ACBF0"/>
          </p15:clr>
        </p15:guide>
        <p15:guide id="25" pos="3754">
          <p15:clr>
            <a:srgbClr val="5ACBF0"/>
          </p15:clr>
        </p15:guide>
        <p15:guide id="26" pos="3928">
          <p15:clr>
            <a:srgbClr val="5ACBF0"/>
          </p15:clr>
        </p15:guide>
        <p15:guide id="27" pos="4360">
          <p15:clr>
            <a:srgbClr val="5ACBF0"/>
          </p15:clr>
        </p15:guide>
        <p15:guide id="28" pos="4538">
          <p15:clr>
            <a:srgbClr val="5ACBF0"/>
          </p15:clr>
        </p15:guide>
        <p15:guide id="29" pos="4966">
          <p15:clr>
            <a:srgbClr val="5ACBF0"/>
          </p15:clr>
        </p15:guide>
        <p15:guide id="30" pos="5144">
          <p15:clr>
            <a:srgbClr val="5ACBF0"/>
          </p15:clr>
        </p15:guide>
        <p15:guide id="31" pos="5576">
          <p15:clr>
            <a:srgbClr val="5ACBF0"/>
          </p15:clr>
        </p15:guide>
        <p15:guide id="32" pos="5750">
          <p15:clr>
            <a:srgbClr val="5ACBF0"/>
          </p15:clr>
        </p15:guide>
        <p15:guide id="33" pos="6177">
          <p15:clr>
            <a:srgbClr val="5ACBF0"/>
          </p15:clr>
        </p15:guide>
        <p15:guide id="34" pos="6356">
          <p15:clr>
            <a:srgbClr val="5ACBF0"/>
          </p15:clr>
        </p15:guide>
        <p15:guide id="35" pos="6783">
          <p15:clr>
            <a:srgbClr val="5ACBF0"/>
          </p15:clr>
        </p15:guide>
        <p15:guide id="36" pos="6962">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70F261C-7E9A-A54E-95BB-84B1ABAB96E6}"/>
              </a:ext>
            </a:extLst>
          </p:cNvPr>
          <p:cNvSpPr>
            <a:spLocks noGrp="1"/>
          </p:cNvSpPr>
          <p:nvPr>
            <p:ph type="body" idx="1"/>
          </p:nvPr>
        </p:nvSpPr>
        <p:spPr>
          <a:xfrm>
            <a:off x="457200" y="1521911"/>
            <a:ext cx="5517671" cy="3828690"/>
          </a:xfrm>
          <a:prstGeom prst="rect">
            <a:avLst/>
          </a:prstGeom>
        </p:spPr>
        <p:txBody>
          <a:bodyPr vert="horz" lIns="0" tIns="0" rIns="91440" bIns="0" rtlCol="0">
            <a:noAutofit/>
          </a:bodyPr>
          <a:lstStyle/>
          <a:p>
            <a:pPr lvl="0"/>
            <a:r>
              <a:rPr lang="en-US"/>
              <a:t>Click to edit Master text styles</a:t>
            </a:r>
          </a:p>
          <a:p>
            <a:pPr lvl="1"/>
            <a:r>
              <a:rPr lang="en-US"/>
              <a:t>Second level</a:t>
            </a:r>
          </a:p>
          <a:p>
            <a:pPr lvl="2"/>
            <a:r>
              <a:rPr lang="en-US"/>
              <a:t>Third level</a:t>
            </a:r>
          </a:p>
        </p:txBody>
      </p:sp>
      <p:grpSp>
        <p:nvGrpSpPr>
          <p:cNvPr id="7" name="MARGINS" hidden="1">
            <a:extLst>
              <a:ext uri="{FF2B5EF4-FFF2-40B4-BE49-F238E27FC236}">
                <a16:creationId xmlns:a16="http://schemas.microsoft.com/office/drawing/2014/main" id="{F97F8C87-B458-E24A-B1DF-D1CDD0993413}"/>
              </a:ext>
            </a:extLst>
          </p:cNvPr>
          <p:cNvGrpSpPr/>
          <p:nvPr userDrawn="1"/>
        </p:nvGrpSpPr>
        <p:grpSpPr>
          <a:xfrm>
            <a:off x="-2" y="0"/>
            <a:ext cx="12192003" cy="6858000"/>
            <a:chOff x="-2" y="0"/>
            <a:chExt cx="12192003" cy="6858000"/>
          </a:xfrm>
        </p:grpSpPr>
        <p:sp>
          <p:nvSpPr>
            <p:cNvPr id="8" name=".5 Margin Left">
              <a:extLst>
                <a:ext uri="{FF2B5EF4-FFF2-40B4-BE49-F238E27FC236}">
                  <a16:creationId xmlns:a16="http://schemas.microsoft.com/office/drawing/2014/main" id="{601FC56E-3ED1-C84A-ACDE-BEE6450AD3A2}"/>
                </a:ext>
              </a:extLst>
            </p:cNvPr>
            <p:cNvSpPr/>
            <p:nvPr userDrawn="1"/>
          </p:nvSpPr>
          <p:spPr>
            <a:xfrm>
              <a:off x="0" y="0"/>
              <a:ext cx="457200" cy="6858000"/>
            </a:xfrm>
            <a:prstGeom prst="rect">
              <a:avLst/>
            </a:prstGeom>
            <a:solidFill>
              <a:srgbClr val="00206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5 Margin Right">
              <a:extLst>
                <a:ext uri="{FF2B5EF4-FFF2-40B4-BE49-F238E27FC236}">
                  <a16:creationId xmlns:a16="http://schemas.microsoft.com/office/drawing/2014/main" id="{C1E2D324-E45E-F447-BF36-52EB89B841A7}"/>
                </a:ext>
              </a:extLst>
            </p:cNvPr>
            <p:cNvSpPr/>
            <p:nvPr userDrawn="1"/>
          </p:nvSpPr>
          <p:spPr>
            <a:xfrm>
              <a:off x="11734800" y="0"/>
              <a:ext cx="457200" cy="6858000"/>
            </a:xfrm>
            <a:prstGeom prst="rect">
              <a:avLst/>
            </a:prstGeom>
            <a:solidFill>
              <a:srgbClr val="00206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5 Margin Left">
              <a:extLst>
                <a:ext uri="{FF2B5EF4-FFF2-40B4-BE49-F238E27FC236}">
                  <a16:creationId xmlns:a16="http://schemas.microsoft.com/office/drawing/2014/main" id="{AEF53A4F-65B4-F24F-9C9C-19CEB17584BD}"/>
                </a:ext>
              </a:extLst>
            </p:cNvPr>
            <p:cNvSpPr/>
            <p:nvPr userDrawn="1"/>
          </p:nvSpPr>
          <p:spPr>
            <a:xfrm rot="5400000">
              <a:off x="5867400" y="-5867402"/>
              <a:ext cx="457200" cy="12192003"/>
            </a:xfrm>
            <a:prstGeom prst="rect">
              <a:avLst/>
            </a:prstGeom>
            <a:solidFill>
              <a:srgbClr val="00206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5 Margin Left">
              <a:extLst>
                <a:ext uri="{FF2B5EF4-FFF2-40B4-BE49-F238E27FC236}">
                  <a16:creationId xmlns:a16="http://schemas.microsoft.com/office/drawing/2014/main" id="{3C4F678A-AC94-1740-88B4-FCD250E94DF3}"/>
                </a:ext>
              </a:extLst>
            </p:cNvPr>
            <p:cNvSpPr/>
            <p:nvPr userDrawn="1"/>
          </p:nvSpPr>
          <p:spPr>
            <a:xfrm rot="5400000">
              <a:off x="5867399" y="533399"/>
              <a:ext cx="457200" cy="12192002"/>
            </a:xfrm>
            <a:prstGeom prst="rect">
              <a:avLst/>
            </a:prstGeom>
            <a:solidFill>
              <a:srgbClr val="00206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2" name="GUIDES" hidden="1">
            <a:extLst>
              <a:ext uri="{FF2B5EF4-FFF2-40B4-BE49-F238E27FC236}">
                <a16:creationId xmlns:a16="http://schemas.microsoft.com/office/drawing/2014/main" id="{1F38FB7A-11BB-A747-9754-997B154E168D}"/>
              </a:ext>
            </a:extLst>
          </p:cNvPr>
          <p:cNvGrpSpPr/>
          <p:nvPr userDrawn="1"/>
        </p:nvGrpSpPr>
        <p:grpSpPr>
          <a:xfrm>
            <a:off x="452435" y="457200"/>
            <a:ext cx="11282368" cy="5943600"/>
            <a:chOff x="452435" y="457200"/>
            <a:chExt cx="11282368" cy="5943600"/>
          </a:xfrm>
        </p:grpSpPr>
        <p:sp>
          <p:nvSpPr>
            <p:cNvPr id="13" name="Vertical">
              <a:extLst>
                <a:ext uri="{FF2B5EF4-FFF2-40B4-BE49-F238E27FC236}">
                  <a16:creationId xmlns:a16="http://schemas.microsoft.com/office/drawing/2014/main" id="{6F6DBE52-CC67-A844-AC2A-DA286A3C0F51}"/>
                </a:ext>
              </a:extLst>
            </p:cNvPr>
            <p:cNvSpPr/>
            <p:nvPr userDrawn="1"/>
          </p:nvSpPr>
          <p:spPr>
            <a:xfrm>
              <a:off x="457200"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Vertical">
              <a:extLst>
                <a:ext uri="{FF2B5EF4-FFF2-40B4-BE49-F238E27FC236}">
                  <a16:creationId xmlns:a16="http://schemas.microsoft.com/office/drawing/2014/main" id="{85E0B4C1-18B9-AB47-8A30-060A4D948ED3}"/>
                </a:ext>
              </a:extLst>
            </p:cNvPr>
            <p:cNvSpPr/>
            <p:nvPr userDrawn="1"/>
          </p:nvSpPr>
          <p:spPr>
            <a:xfrm>
              <a:off x="1419627"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Vertical">
              <a:extLst>
                <a:ext uri="{FF2B5EF4-FFF2-40B4-BE49-F238E27FC236}">
                  <a16:creationId xmlns:a16="http://schemas.microsoft.com/office/drawing/2014/main" id="{5992B7DD-7417-C843-A67F-E17A10140024}"/>
                </a:ext>
              </a:extLst>
            </p:cNvPr>
            <p:cNvSpPr/>
            <p:nvPr userDrawn="1"/>
          </p:nvSpPr>
          <p:spPr>
            <a:xfrm>
              <a:off x="2382054"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Vertical">
              <a:extLst>
                <a:ext uri="{FF2B5EF4-FFF2-40B4-BE49-F238E27FC236}">
                  <a16:creationId xmlns:a16="http://schemas.microsoft.com/office/drawing/2014/main" id="{73AA93DE-18EC-8C44-9EED-B9DF2F93767C}"/>
                </a:ext>
              </a:extLst>
            </p:cNvPr>
            <p:cNvSpPr/>
            <p:nvPr userDrawn="1"/>
          </p:nvSpPr>
          <p:spPr>
            <a:xfrm>
              <a:off x="3344481"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Vertical">
              <a:extLst>
                <a:ext uri="{FF2B5EF4-FFF2-40B4-BE49-F238E27FC236}">
                  <a16:creationId xmlns:a16="http://schemas.microsoft.com/office/drawing/2014/main" id="{7654F67B-5597-AC48-8292-767362280C1F}"/>
                </a:ext>
              </a:extLst>
            </p:cNvPr>
            <p:cNvSpPr/>
            <p:nvPr userDrawn="1"/>
          </p:nvSpPr>
          <p:spPr>
            <a:xfrm>
              <a:off x="4306908"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Vertical">
              <a:extLst>
                <a:ext uri="{FF2B5EF4-FFF2-40B4-BE49-F238E27FC236}">
                  <a16:creationId xmlns:a16="http://schemas.microsoft.com/office/drawing/2014/main" id="{83D8A10E-B6C8-3743-8B1C-64510E64DAA0}"/>
                </a:ext>
              </a:extLst>
            </p:cNvPr>
            <p:cNvSpPr/>
            <p:nvPr userDrawn="1"/>
          </p:nvSpPr>
          <p:spPr>
            <a:xfrm>
              <a:off x="5269335"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Vertical">
              <a:extLst>
                <a:ext uri="{FF2B5EF4-FFF2-40B4-BE49-F238E27FC236}">
                  <a16:creationId xmlns:a16="http://schemas.microsoft.com/office/drawing/2014/main" id="{B30C9B96-79B2-A74A-9A34-4CBAFC7B069D}"/>
                </a:ext>
              </a:extLst>
            </p:cNvPr>
            <p:cNvSpPr/>
            <p:nvPr userDrawn="1"/>
          </p:nvSpPr>
          <p:spPr>
            <a:xfrm>
              <a:off x="6231762"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Vertical">
              <a:extLst>
                <a:ext uri="{FF2B5EF4-FFF2-40B4-BE49-F238E27FC236}">
                  <a16:creationId xmlns:a16="http://schemas.microsoft.com/office/drawing/2014/main" id="{472CAF3D-7E3A-7446-A892-C21F1A4A4E96}"/>
                </a:ext>
              </a:extLst>
            </p:cNvPr>
            <p:cNvSpPr/>
            <p:nvPr userDrawn="1"/>
          </p:nvSpPr>
          <p:spPr>
            <a:xfrm>
              <a:off x="7194189"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Vertical">
              <a:extLst>
                <a:ext uri="{FF2B5EF4-FFF2-40B4-BE49-F238E27FC236}">
                  <a16:creationId xmlns:a16="http://schemas.microsoft.com/office/drawing/2014/main" id="{206DB99F-7229-B74B-9EEF-74E26BBA28C0}"/>
                </a:ext>
              </a:extLst>
            </p:cNvPr>
            <p:cNvSpPr/>
            <p:nvPr userDrawn="1"/>
          </p:nvSpPr>
          <p:spPr>
            <a:xfrm>
              <a:off x="8156616"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Vertical">
              <a:extLst>
                <a:ext uri="{FF2B5EF4-FFF2-40B4-BE49-F238E27FC236}">
                  <a16:creationId xmlns:a16="http://schemas.microsoft.com/office/drawing/2014/main" id="{B8319E2D-E334-8A41-B788-55FC5FC8468E}"/>
                </a:ext>
              </a:extLst>
            </p:cNvPr>
            <p:cNvSpPr/>
            <p:nvPr userDrawn="1"/>
          </p:nvSpPr>
          <p:spPr>
            <a:xfrm>
              <a:off x="9119043"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Vertical">
              <a:extLst>
                <a:ext uri="{FF2B5EF4-FFF2-40B4-BE49-F238E27FC236}">
                  <a16:creationId xmlns:a16="http://schemas.microsoft.com/office/drawing/2014/main" id="{8DFE1C8D-970F-C54F-A83D-A56013E67C9E}"/>
                </a:ext>
              </a:extLst>
            </p:cNvPr>
            <p:cNvSpPr/>
            <p:nvPr userDrawn="1"/>
          </p:nvSpPr>
          <p:spPr>
            <a:xfrm>
              <a:off x="10081470"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Vertical">
              <a:extLst>
                <a:ext uri="{FF2B5EF4-FFF2-40B4-BE49-F238E27FC236}">
                  <a16:creationId xmlns:a16="http://schemas.microsoft.com/office/drawing/2014/main" id="{3ED0410F-4029-974C-9BFE-B86B36C287EC}"/>
                </a:ext>
              </a:extLst>
            </p:cNvPr>
            <p:cNvSpPr/>
            <p:nvPr userDrawn="1"/>
          </p:nvSpPr>
          <p:spPr>
            <a:xfrm>
              <a:off x="11043897"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Horizontal">
              <a:extLst>
                <a:ext uri="{FF2B5EF4-FFF2-40B4-BE49-F238E27FC236}">
                  <a16:creationId xmlns:a16="http://schemas.microsoft.com/office/drawing/2014/main" id="{494BF6FE-0B3E-C344-8723-FA7EC7FBA20E}"/>
                </a:ext>
              </a:extLst>
            </p:cNvPr>
            <p:cNvSpPr/>
            <p:nvPr userDrawn="1"/>
          </p:nvSpPr>
          <p:spPr>
            <a:xfrm rot="5400000">
              <a:off x="5636418" y="-4719162"/>
              <a:ext cx="914400" cy="11282365"/>
            </a:xfrm>
            <a:prstGeom prst="rect">
              <a:avLst/>
            </a:prstGeom>
            <a:solidFill>
              <a:srgbClr val="92D05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Horizontal">
              <a:extLst>
                <a:ext uri="{FF2B5EF4-FFF2-40B4-BE49-F238E27FC236}">
                  <a16:creationId xmlns:a16="http://schemas.microsoft.com/office/drawing/2014/main" id="{97FB98F8-D35C-6C44-87E1-3FC472889165}"/>
                </a:ext>
              </a:extLst>
            </p:cNvPr>
            <p:cNvSpPr/>
            <p:nvPr userDrawn="1"/>
          </p:nvSpPr>
          <p:spPr>
            <a:xfrm rot="5400000">
              <a:off x="5636418" y="294798"/>
              <a:ext cx="914400" cy="11282365"/>
            </a:xfrm>
            <a:prstGeom prst="rect">
              <a:avLst/>
            </a:prstGeom>
            <a:solidFill>
              <a:srgbClr val="92D05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Horizontal">
              <a:extLst>
                <a:ext uri="{FF2B5EF4-FFF2-40B4-BE49-F238E27FC236}">
                  <a16:creationId xmlns:a16="http://schemas.microsoft.com/office/drawing/2014/main" id="{A4C816D6-64D0-9F47-B6E0-DCAFD77164EB}"/>
                </a:ext>
              </a:extLst>
            </p:cNvPr>
            <p:cNvSpPr/>
            <p:nvPr userDrawn="1"/>
          </p:nvSpPr>
          <p:spPr>
            <a:xfrm rot="5400000">
              <a:off x="5636420" y="-3465672"/>
              <a:ext cx="914400" cy="11282365"/>
            </a:xfrm>
            <a:prstGeom prst="rect">
              <a:avLst/>
            </a:prstGeom>
            <a:solidFill>
              <a:srgbClr val="92D05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Horizontal">
              <a:extLst>
                <a:ext uri="{FF2B5EF4-FFF2-40B4-BE49-F238E27FC236}">
                  <a16:creationId xmlns:a16="http://schemas.microsoft.com/office/drawing/2014/main" id="{7223F443-0F5B-5243-846C-3F4634566A5F}"/>
                </a:ext>
              </a:extLst>
            </p:cNvPr>
            <p:cNvSpPr/>
            <p:nvPr userDrawn="1"/>
          </p:nvSpPr>
          <p:spPr>
            <a:xfrm rot="5400000">
              <a:off x="5636421" y="-2212182"/>
              <a:ext cx="914400" cy="11282365"/>
            </a:xfrm>
            <a:prstGeom prst="rect">
              <a:avLst/>
            </a:prstGeom>
            <a:solidFill>
              <a:srgbClr val="92D05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Horizontal">
              <a:extLst>
                <a:ext uri="{FF2B5EF4-FFF2-40B4-BE49-F238E27FC236}">
                  <a16:creationId xmlns:a16="http://schemas.microsoft.com/office/drawing/2014/main" id="{95B73864-022F-6C41-A616-E7092CD75DB1}"/>
                </a:ext>
              </a:extLst>
            </p:cNvPr>
            <p:cNvSpPr/>
            <p:nvPr userDrawn="1"/>
          </p:nvSpPr>
          <p:spPr>
            <a:xfrm rot="5400000">
              <a:off x="5636418" y="-958692"/>
              <a:ext cx="914400" cy="11282365"/>
            </a:xfrm>
            <a:prstGeom prst="rect">
              <a:avLst/>
            </a:prstGeom>
            <a:solidFill>
              <a:srgbClr val="92D05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0" name="GUIDES" hidden="1">
            <a:extLst>
              <a:ext uri="{FF2B5EF4-FFF2-40B4-BE49-F238E27FC236}">
                <a16:creationId xmlns:a16="http://schemas.microsoft.com/office/drawing/2014/main" id="{DEF3DEDB-B417-8A4A-990F-9ECA3A8D92D3}"/>
              </a:ext>
            </a:extLst>
          </p:cNvPr>
          <p:cNvGrpSpPr/>
          <p:nvPr userDrawn="1"/>
        </p:nvGrpSpPr>
        <p:grpSpPr>
          <a:xfrm>
            <a:off x="462303" y="452296"/>
            <a:ext cx="11282368" cy="5943600"/>
            <a:chOff x="452435" y="457200"/>
            <a:chExt cx="11282368" cy="5943600"/>
          </a:xfrm>
        </p:grpSpPr>
        <p:sp>
          <p:nvSpPr>
            <p:cNvPr id="31" name="Vertical">
              <a:extLst>
                <a:ext uri="{FF2B5EF4-FFF2-40B4-BE49-F238E27FC236}">
                  <a16:creationId xmlns:a16="http://schemas.microsoft.com/office/drawing/2014/main" id="{56E9CB93-386F-8943-8F94-E067DC3D2207}"/>
                </a:ext>
              </a:extLst>
            </p:cNvPr>
            <p:cNvSpPr/>
            <p:nvPr userDrawn="1"/>
          </p:nvSpPr>
          <p:spPr>
            <a:xfrm>
              <a:off x="457200"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Vertical">
              <a:extLst>
                <a:ext uri="{FF2B5EF4-FFF2-40B4-BE49-F238E27FC236}">
                  <a16:creationId xmlns:a16="http://schemas.microsoft.com/office/drawing/2014/main" id="{8EA4F0F1-1D31-0343-BE4C-35AC7F4D5C9A}"/>
                </a:ext>
              </a:extLst>
            </p:cNvPr>
            <p:cNvSpPr/>
            <p:nvPr userDrawn="1"/>
          </p:nvSpPr>
          <p:spPr>
            <a:xfrm>
              <a:off x="1419627"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Vertical">
              <a:extLst>
                <a:ext uri="{FF2B5EF4-FFF2-40B4-BE49-F238E27FC236}">
                  <a16:creationId xmlns:a16="http://schemas.microsoft.com/office/drawing/2014/main" id="{4B20E45E-6C43-A748-A067-99F1D1742B5C}"/>
                </a:ext>
              </a:extLst>
            </p:cNvPr>
            <p:cNvSpPr/>
            <p:nvPr userDrawn="1"/>
          </p:nvSpPr>
          <p:spPr>
            <a:xfrm>
              <a:off x="2382054"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Vertical">
              <a:extLst>
                <a:ext uri="{FF2B5EF4-FFF2-40B4-BE49-F238E27FC236}">
                  <a16:creationId xmlns:a16="http://schemas.microsoft.com/office/drawing/2014/main" id="{BE42DA74-B259-C641-A428-FEE879B3126E}"/>
                </a:ext>
              </a:extLst>
            </p:cNvPr>
            <p:cNvSpPr/>
            <p:nvPr userDrawn="1"/>
          </p:nvSpPr>
          <p:spPr>
            <a:xfrm>
              <a:off x="3344481"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Vertical">
              <a:extLst>
                <a:ext uri="{FF2B5EF4-FFF2-40B4-BE49-F238E27FC236}">
                  <a16:creationId xmlns:a16="http://schemas.microsoft.com/office/drawing/2014/main" id="{EDD86A3B-C0C1-214B-B364-AE1B133FB9FF}"/>
                </a:ext>
              </a:extLst>
            </p:cNvPr>
            <p:cNvSpPr/>
            <p:nvPr userDrawn="1"/>
          </p:nvSpPr>
          <p:spPr>
            <a:xfrm>
              <a:off x="4306908"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Vertical">
              <a:extLst>
                <a:ext uri="{FF2B5EF4-FFF2-40B4-BE49-F238E27FC236}">
                  <a16:creationId xmlns:a16="http://schemas.microsoft.com/office/drawing/2014/main" id="{18A7C85F-E830-2C46-BDEA-043930544B28}"/>
                </a:ext>
              </a:extLst>
            </p:cNvPr>
            <p:cNvSpPr/>
            <p:nvPr userDrawn="1"/>
          </p:nvSpPr>
          <p:spPr>
            <a:xfrm>
              <a:off x="5269335"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Vertical">
              <a:extLst>
                <a:ext uri="{FF2B5EF4-FFF2-40B4-BE49-F238E27FC236}">
                  <a16:creationId xmlns:a16="http://schemas.microsoft.com/office/drawing/2014/main" id="{6806ED67-F596-E045-B277-7980EC3602F2}"/>
                </a:ext>
              </a:extLst>
            </p:cNvPr>
            <p:cNvSpPr/>
            <p:nvPr userDrawn="1"/>
          </p:nvSpPr>
          <p:spPr>
            <a:xfrm>
              <a:off x="6231762"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Vertical">
              <a:extLst>
                <a:ext uri="{FF2B5EF4-FFF2-40B4-BE49-F238E27FC236}">
                  <a16:creationId xmlns:a16="http://schemas.microsoft.com/office/drawing/2014/main" id="{9BE60CBC-932A-7940-9094-11D98E0D6FFC}"/>
                </a:ext>
              </a:extLst>
            </p:cNvPr>
            <p:cNvSpPr/>
            <p:nvPr userDrawn="1"/>
          </p:nvSpPr>
          <p:spPr>
            <a:xfrm>
              <a:off x="7194189"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Vertical">
              <a:extLst>
                <a:ext uri="{FF2B5EF4-FFF2-40B4-BE49-F238E27FC236}">
                  <a16:creationId xmlns:a16="http://schemas.microsoft.com/office/drawing/2014/main" id="{7B354DD2-B04F-CB45-A6B1-E25192964808}"/>
                </a:ext>
              </a:extLst>
            </p:cNvPr>
            <p:cNvSpPr/>
            <p:nvPr userDrawn="1"/>
          </p:nvSpPr>
          <p:spPr>
            <a:xfrm>
              <a:off x="8156616"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Vertical">
              <a:extLst>
                <a:ext uri="{FF2B5EF4-FFF2-40B4-BE49-F238E27FC236}">
                  <a16:creationId xmlns:a16="http://schemas.microsoft.com/office/drawing/2014/main" id="{04FB5108-600F-FE44-8ADB-3B9B3FE473AF}"/>
                </a:ext>
              </a:extLst>
            </p:cNvPr>
            <p:cNvSpPr/>
            <p:nvPr userDrawn="1"/>
          </p:nvSpPr>
          <p:spPr>
            <a:xfrm>
              <a:off x="9119043"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Vertical">
              <a:extLst>
                <a:ext uri="{FF2B5EF4-FFF2-40B4-BE49-F238E27FC236}">
                  <a16:creationId xmlns:a16="http://schemas.microsoft.com/office/drawing/2014/main" id="{DE32E3B2-B0B3-3C46-B95F-FE7D3AE35A16}"/>
                </a:ext>
              </a:extLst>
            </p:cNvPr>
            <p:cNvSpPr/>
            <p:nvPr userDrawn="1"/>
          </p:nvSpPr>
          <p:spPr>
            <a:xfrm>
              <a:off x="10081470"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Vertical">
              <a:extLst>
                <a:ext uri="{FF2B5EF4-FFF2-40B4-BE49-F238E27FC236}">
                  <a16:creationId xmlns:a16="http://schemas.microsoft.com/office/drawing/2014/main" id="{EF1378F1-08A0-024F-A478-63A108CD8854}"/>
                </a:ext>
              </a:extLst>
            </p:cNvPr>
            <p:cNvSpPr/>
            <p:nvPr userDrawn="1"/>
          </p:nvSpPr>
          <p:spPr>
            <a:xfrm>
              <a:off x="11043897" y="457200"/>
              <a:ext cx="685800" cy="5943600"/>
            </a:xfrm>
            <a:prstGeom prst="rect">
              <a:avLst/>
            </a:prstGeom>
            <a:solidFill>
              <a:srgbClr val="00B0F0">
                <a:alpha val="5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Horizontal">
              <a:extLst>
                <a:ext uri="{FF2B5EF4-FFF2-40B4-BE49-F238E27FC236}">
                  <a16:creationId xmlns:a16="http://schemas.microsoft.com/office/drawing/2014/main" id="{6382A304-ED86-FA46-9150-CECDFB8A3D82}"/>
                </a:ext>
              </a:extLst>
            </p:cNvPr>
            <p:cNvSpPr/>
            <p:nvPr userDrawn="1"/>
          </p:nvSpPr>
          <p:spPr>
            <a:xfrm rot="5400000">
              <a:off x="5750718" y="-4833462"/>
              <a:ext cx="685800" cy="11282365"/>
            </a:xfrm>
            <a:prstGeom prst="rect">
              <a:avLst/>
            </a:prstGeom>
            <a:solidFill>
              <a:srgbClr val="92D05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Horizontal">
              <a:extLst>
                <a:ext uri="{FF2B5EF4-FFF2-40B4-BE49-F238E27FC236}">
                  <a16:creationId xmlns:a16="http://schemas.microsoft.com/office/drawing/2014/main" id="{69671F19-D3AD-084F-9D11-67486D280915}"/>
                </a:ext>
              </a:extLst>
            </p:cNvPr>
            <p:cNvSpPr/>
            <p:nvPr userDrawn="1"/>
          </p:nvSpPr>
          <p:spPr>
            <a:xfrm rot="5400000">
              <a:off x="5750718" y="416513"/>
              <a:ext cx="685800" cy="11282365"/>
            </a:xfrm>
            <a:prstGeom prst="rect">
              <a:avLst/>
            </a:prstGeom>
            <a:solidFill>
              <a:srgbClr val="92D05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Horizontal">
              <a:extLst>
                <a:ext uri="{FF2B5EF4-FFF2-40B4-BE49-F238E27FC236}">
                  <a16:creationId xmlns:a16="http://schemas.microsoft.com/office/drawing/2014/main" id="{59529CC0-4889-0444-BC8F-6BAE51E7558F}"/>
                </a:ext>
              </a:extLst>
            </p:cNvPr>
            <p:cNvSpPr/>
            <p:nvPr userDrawn="1"/>
          </p:nvSpPr>
          <p:spPr>
            <a:xfrm rot="5400000">
              <a:off x="5750720" y="-3783467"/>
              <a:ext cx="685800" cy="11282365"/>
            </a:xfrm>
            <a:prstGeom prst="rect">
              <a:avLst/>
            </a:prstGeom>
            <a:solidFill>
              <a:srgbClr val="92D05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Horizontal">
              <a:extLst>
                <a:ext uri="{FF2B5EF4-FFF2-40B4-BE49-F238E27FC236}">
                  <a16:creationId xmlns:a16="http://schemas.microsoft.com/office/drawing/2014/main" id="{3BB80DB8-E8A5-FF4D-9091-B4AE03F5FB74}"/>
                </a:ext>
              </a:extLst>
            </p:cNvPr>
            <p:cNvSpPr/>
            <p:nvPr userDrawn="1"/>
          </p:nvSpPr>
          <p:spPr>
            <a:xfrm rot="5400000">
              <a:off x="5750721" y="-2733472"/>
              <a:ext cx="685800" cy="11282365"/>
            </a:xfrm>
            <a:prstGeom prst="rect">
              <a:avLst/>
            </a:prstGeom>
            <a:solidFill>
              <a:srgbClr val="92D05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Horizontal">
              <a:extLst>
                <a:ext uri="{FF2B5EF4-FFF2-40B4-BE49-F238E27FC236}">
                  <a16:creationId xmlns:a16="http://schemas.microsoft.com/office/drawing/2014/main" id="{8D89C0B6-DBC9-4A44-85EE-0BFB3A2DDE63}"/>
                </a:ext>
              </a:extLst>
            </p:cNvPr>
            <p:cNvSpPr/>
            <p:nvPr userDrawn="1"/>
          </p:nvSpPr>
          <p:spPr>
            <a:xfrm rot="5400000">
              <a:off x="5750719" y="-633482"/>
              <a:ext cx="685800" cy="11282365"/>
            </a:xfrm>
            <a:prstGeom prst="rect">
              <a:avLst/>
            </a:prstGeom>
            <a:solidFill>
              <a:srgbClr val="92D05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Horizontal">
              <a:extLst>
                <a:ext uri="{FF2B5EF4-FFF2-40B4-BE49-F238E27FC236}">
                  <a16:creationId xmlns:a16="http://schemas.microsoft.com/office/drawing/2014/main" id="{3D4DF714-6874-F447-8391-5EF183284E94}"/>
                </a:ext>
              </a:extLst>
            </p:cNvPr>
            <p:cNvSpPr/>
            <p:nvPr userDrawn="1"/>
          </p:nvSpPr>
          <p:spPr>
            <a:xfrm rot="5400000">
              <a:off x="5750719" y="-1683477"/>
              <a:ext cx="685800" cy="11282365"/>
            </a:xfrm>
            <a:prstGeom prst="rect">
              <a:avLst/>
            </a:prstGeom>
            <a:solidFill>
              <a:srgbClr val="92D050">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83" name="Title Placeholder 82">
            <a:extLst>
              <a:ext uri="{FF2B5EF4-FFF2-40B4-BE49-F238E27FC236}">
                <a16:creationId xmlns:a16="http://schemas.microsoft.com/office/drawing/2014/main" id="{25F76A5E-2EC1-9044-9D5A-70B8CD711163}"/>
              </a:ext>
            </a:extLst>
          </p:cNvPr>
          <p:cNvSpPr>
            <a:spLocks noGrp="1"/>
          </p:cNvSpPr>
          <p:nvPr>
            <p:ph type="title"/>
          </p:nvPr>
        </p:nvSpPr>
        <p:spPr>
          <a:xfrm>
            <a:off x="450047" y="447392"/>
            <a:ext cx="5500324" cy="695608"/>
          </a:xfrm>
          <a:prstGeom prst="rect">
            <a:avLst/>
          </a:prstGeom>
        </p:spPr>
        <p:txBody>
          <a:bodyPr vert="horz" lIns="0" tIns="0" rIns="0" bIns="0" rtlCol="0" anchor="t" anchorCtr="0">
            <a:noAutofit/>
          </a:bodyPr>
          <a:lstStyle/>
          <a:p>
            <a:r>
              <a:rPr lang="en-US"/>
              <a:t>Click To Edit Master Title Style</a:t>
            </a:r>
            <a:endParaRPr lang="en-GB"/>
          </a:p>
        </p:txBody>
      </p:sp>
      <p:sp>
        <p:nvSpPr>
          <p:cNvPr id="49" name="TextBox 48">
            <a:extLst>
              <a:ext uri="{FF2B5EF4-FFF2-40B4-BE49-F238E27FC236}">
                <a16:creationId xmlns:a16="http://schemas.microsoft.com/office/drawing/2014/main" id="{7F3A1240-6455-6B5D-0BF2-C8C136739752}"/>
              </a:ext>
            </a:extLst>
          </p:cNvPr>
          <p:cNvSpPr txBox="1"/>
          <p:nvPr userDrawn="1"/>
        </p:nvSpPr>
        <p:spPr>
          <a:xfrm>
            <a:off x="335666" y="6297181"/>
            <a:ext cx="2824223" cy="230832"/>
          </a:xfrm>
          <a:prstGeom prst="rect">
            <a:avLst/>
          </a:prstGeom>
          <a:noFill/>
        </p:spPr>
        <p:txBody>
          <a:bodyPr wrap="square" rtlCol="0">
            <a:spAutoFit/>
          </a:bodyPr>
          <a:lstStyle/>
          <a:p>
            <a:r>
              <a:rPr lang="en-US" sz="900">
                <a:solidFill>
                  <a:schemeClr val="accent1"/>
                </a:solidFill>
                <a:latin typeface="+mj-lt"/>
              </a:rPr>
              <a:t>Confidential</a:t>
            </a:r>
          </a:p>
        </p:txBody>
      </p:sp>
    </p:spTree>
    <p:extLst>
      <p:ext uri="{BB962C8B-B14F-4D97-AF65-F5344CB8AC3E}">
        <p14:creationId xmlns:p14="http://schemas.microsoft.com/office/powerpoint/2010/main" val="614555109"/>
      </p:ext>
    </p:extLst>
  </p:cSld>
  <p:clrMap bg1="lt1" tx1="dk1" bg2="lt2" tx2="dk2" accent1="accent1" accent2="accent2" accent3="accent3" accent4="accent4" accent5="accent5" accent6="accent6" hlink="hlink" folHlink="folHlink"/>
  <p:sldLayoutIdLst>
    <p:sldLayoutId id="2147483834" r:id="rId1"/>
    <p:sldLayoutId id="2147483835" r:id="rId2"/>
    <p:sldLayoutId id="2147483836" r:id="rId3"/>
    <p:sldLayoutId id="2147483837" r:id="rId4"/>
    <p:sldLayoutId id="2147483838" r:id="rId5"/>
    <p:sldLayoutId id="2147483839" r:id="rId6"/>
    <p:sldLayoutId id="2147483840" r:id="rId7"/>
    <p:sldLayoutId id="2147483841" r:id="rId8"/>
    <p:sldLayoutId id="2147483842" r:id="rId9"/>
    <p:sldLayoutId id="2147483843" r:id="rId10"/>
    <p:sldLayoutId id="2147483844" r:id="rId11"/>
    <p:sldLayoutId id="2147483845" r:id="rId12"/>
    <p:sldLayoutId id="2147483846" r:id="rId13"/>
    <p:sldLayoutId id="2147483847" r:id="rId14"/>
    <p:sldLayoutId id="2147483848" r:id="rId15"/>
    <p:sldLayoutId id="2147483849" r:id="rId16"/>
    <p:sldLayoutId id="2147483850" r:id="rId17"/>
    <p:sldLayoutId id="2147483851" r:id="rId18"/>
    <p:sldLayoutId id="2147483852" r:id="rId19"/>
    <p:sldLayoutId id="2147483853" r:id="rId20"/>
    <p:sldLayoutId id="2147483854" r:id="rId21"/>
    <p:sldLayoutId id="2147483855" r:id="rId22"/>
    <p:sldLayoutId id="2147483856" r:id="rId23"/>
    <p:sldLayoutId id="2147483857" r:id="rId24"/>
    <p:sldLayoutId id="2147483858" r:id="rId25"/>
    <p:sldLayoutId id="2147483859" r:id="rId26"/>
    <p:sldLayoutId id="2147483860" r:id="rId27"/>
    <p:sldLayoutId id="2147483861" r:id="rId28"/>
    <p:sldLayoutId id="2147483862" r:id="rId29"/>
    <p:sldLayoutId id="2147483863" r:id="rId30"/>
    <p:sldLayoutId id="2147483864" r:id="rId31"/>
    <p:sldLayoutId id="2147483865" r:id="rId32"/>
    <p:sldLayoutId id="2147483866" r:id="rId33"/>
    <p:sldLayoutId id="2147483867" r:id="rId34"/>
    <p:sldLayoutId id="2147483868" r:id="rId35"/>
    <p:sldLayoutId id="2147483870" r:id="rId36"/>
    <p:sldLayoutId id="2147483871" r:id="rId37"/>
    <p:sldLayoutId id="2147483872" r:id="rId38"/>
    <p:sldLayoutId id="2147483873" r:id="rId39"/>
    <p:sldLayoutId id="2147483874" r:id="rId40"/>
    <p:sldLayoutId id="2147483875" r:id="rId41"/>
    <p:sldLayoutId id="2147483876" r:id="rId42"/>
    <p:sldLayoutId id="2147483877" r:id="rId43"/>
    <p:sldLayoutId id="2147483878" r:id="rId44"/>
    <p:sldLayoutId id="2147483879" r:id="rId45"/>
    <p:sldLayoutId id="2147483880" r:id="rId46"/>
    <p:sldLayoutId id="2147483883" r:id="rId47"/>
    <p:sldLayoutId id="2147483885" r:id="rId48"/>
    <p:sldLayoutId id="2147483886" r:id="rId49"/>
    <p:sldLayoutId id="2147483887" r:id="rId50"/>
    <p:sldLayoutId id="2147483888" r:id="rId51"/>
    <p:sldLayoutId id="2147483889" r:id="rId52"/>
    <p:sldLayoutId id="2147483890" r:id="rId53"/>
    <p:sldLayoutId id="2147483891" r:id="rId54"/>
    <p:sldLayoutId id="2147483892" r:id="rId55"/>
  </p:sldLayoutIdLst>
  <p:hf hdr="0" ftr="0" dt="0"/>
  <p:txStyles>
    <p:titleStyle>
      <a:lvl1pPr algn="l" defTabSz="914400" rtl="0" eaLnBrk="1" latinLnBrk="0" hangingPunct="1">
        <a:lnSpc>
          <a:spcPts val="3000"/>
        </a:lnSpc>
        <a:spcBef>
          <a:spcPct val="0"/>
        </a:spcBef>
        <a:buNone/>
        <a:defRPr sz="3200" kern="1200">
          <a:solidFill>
            <a:schemeClr val="accent1"/>
          </a:solidFill>
          <a:latin typeface="+mj-lt"/>
          <a:ea typeface="+mj-ea"/>
          <a:cs typeface="+mj-cs"/>
        </a:defRPr>
      </a:lvl1pPr>
    </p:titleStyle>
    <p:bodyStyle>
      <a:lvl1pPr marL="279400" indent="-279400" algn="l" defTabSz="914400" rtl="0" eaLnBrk="1" latinLnBrk="0" hangingPunct="1">
        <a:lnSpc>
          <a:spcPct val="100000"/>
        </a:lnSpc>
        <a:spcBef>
          <a:spcPts val="0"/>
        </a:spcBef>
        <a:spcAft>
          <a:spcPts val="500"/>
        </a:spcAft>
        <a:buClr>
          <a:schemeClr val="accent2"/>
        </a:buClr>
        <a:buFont typeface="Wingdings" pitchFamily="2" charset="2"/>
        <a:buChar char="§"/>
        <a:tabLst/>
        <a:defRPr sz="1600" kern="1200">
          <a:solidFill>
            <a:schemeClr val="accent1"/>
          </a:solidFill>
          <a:latin typeface="+mn-lt"/>
          <a:ea typeface="+mn-ea"/>
          <a:cs typeface="+mn-cs"/>
        </a:defRPr>
      </a:lvl1pPr>
      <a:lvl2pPr marL="508000" indent="-228600" algn="l" defTabSz="914400" rtl="0" eaLnBrk="1" latinLnBrk="0" hangingPunct="1">
        <a:lnSpc>
          <a:spcPct val="100000"/>
        </a:lnSpc>
        <a:spcBef>
          <a:spcPts val="0"/>
        </a:spcBef>
        <a:spcAft>
          <a:spcPts val="600"/>
        </a:spcAft>
        <a:buClr>
          <a:schemeClr val="accent3"/>
        </a:buClr>
        <a:buFont typeface="Wingdings" pitchFamily="2" charset="2"/>
        <a:buChar char="§"/>
        <a:tabLst/>
        <a:defRPr sz="1400" kern="1200">
          <a:solidFill>
            <a:schemeClr val="accent1"/>
          </a:solidFill>
          <a:latin typeface="+mn-lt"/>
          <a:ea typeface="+mn-ea"/>
          <a:cs typeface="+mn-cs"/>
        </a:defRPr>
      </a:lvl2pPr>
      <a:lvl3pPr marL="736600" indent="-228600" algn="l" defTabSz="914400" rtl="0" eaLnBrk="1" latinLnBrk="0" hangingPunct="1">
        <a:lnSpc>
          <a:spcPct val="100000"/>
        </a:lnSpc>
        <a:spcBef>
          <a:spcPts val="0"/>
        </a:spcBef>
        <a:spcAft>
          <a:spcPts val="600"/>
        </a:spcAft>
        <a:buFont typeface="Wingdings" pitchFamily="2" charset="2"/>
        <a:buChar char="§"/>
        <a:tabLst/>
        <a:defRPr sz="1200" kern="1200">
          <a:solidFill>
            <a:schemeClr val="accen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accen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6">
          <p15:clr>
            <a:srgbClr val="F26B43"/>
          </p15:clr>
        </p15:guide>
        <p15:guide id="2" pos="7389">
          <p15:clr>
            <a:srgbClr val="F26B43"/>
          </p15:clr>
        </p15:guide>
        <p15:guide id="3" pos="286">
          <p15:clr>
            <a:srgbClr val="F26B43"/>
          </p15:clr>
        </p15:guide>
        <p15:guide id="4" orient="horz" pos="4032">
          <p15:clr>
            <a:srgbClr val="F26B43"/>
          </p15:clr>
        </p15:guide>
        <p15:guide id="5" orient="horz" pos="3591">
          <p15:clr>
            <a:srgbClr val="9FCC3B"/>
          </p15:clr>
        </p15:guide>
        <p15:guide id="6" orient="horz" pos="3366">
          <p15:clr>
            <a:srgbClr val="9FCC3B"/>
          </p15:clr>
        </p15:guide>
        <p15:guide id="7" orient="horz" pos="2928">
          <p15:clr>
            <a:srgbClr val="9FCC3B"/>
          </p15:clr>
        </p15:guide>
        <p15:guide id="8" orient="horz" pos="2705">
          <p15:clr>
            <a:srgbClr val="9FCC3B"/>
          </p15:clr>
        </p15:guide>
        <p15:guide id="9" orient="horz" pos="2268">
          <p15:clr>
            <a:srgbClr val="9FCC3B"/>
          </p15:clr>
        </p15:guide>
        <p15:guide id="10" orient="horz" pos="2048">
          <p15:clr>
            <a:srgbClr val="9FCC3B"/>
          </p15:clr>
        </p15:guide>
        <p15:guide id="11" orient="horz" pos="1607">
          <p15:clr>
            <a:srgbClr val="9FCC3B"/>
          </p15:clr>
        </p15:guide>
        <p15:guide id="12" orient="horz" pos="1386">
          <p15:clr>
            <a:srgbClr val="9FCC3B"/>
          </p15:clr>
        </p15:guide>
        <p15:guide id="13" orient="horz" pos="948">
          <p15:clr>
            <a:srgbClr val="9FCC3B"/>
          </p15:clr>
        </p15:guide>
        <p15:guide id="14" orient="horz" pos="720">
          <p15:clr>
            <a:srgbClr val="9FCC3B"/>
          </p15:clr>
        </p15:guide>
        <p15:guide id="15" pos="730">
          <p15:clr>
            <a:srgbClr val="5ACBF0"/>
          </p15:clr>
        </p15:guide>
        <p15:guide id="16" pos="894">
          <p15:clr>
            <a:srgbClr val="5ACBF0"/>
          </p15:clr>
        </p15:guide>
        <p15:guide id="17" pos="1331">
          <p15:clr>
            <a:srgbClr val="5ACBF0"/>
          </p15:clr>
        </p15:guide>
        <p15:guide id="18" pos="1505">
          <p15:clr>
            <a:srgbClr val="5ACBF0"/>
          </p15:clr>
        </p15:guide>
        <p15:guide id="19" pos="1937">
          <p15:clr>
            <a:srgbClr val="5ACBF0"/>
          </p15:clr>
        </p15:guide>
        <p15:guide id="20" pos="2110">
          <p15:clr>
            <a:srgbClr val="5ACBF0"/>
          </p15:clr>
        </p15:guide>
        <p15:guide id="21" pos="2542">
          <p15:clr>
            <a:srgbClr val="5ACBF0"/>
          </p15:clr>
        </p15:guide>
        <p15:guide id="22" pos="2712">
          <p15:clr>
            <a:srgbClr val="5ACBF0"/>
          </p15:clr>
        </p15:guide>
        <p15:guide id="23" pos="3148">
          <p15:clr>
            <a:srgbClr val="5ACBF0"/>
          </p15:clr>
        </p15:guide>
        <p15:guide id="24" pos="3322">
          <p15:clr>
            <a:srgbClr val="5ACBF0"/>
          </p15:clr>
        </p15:guide>
        <p15:guide id="25" pos="3754">
          <p15:clr>
            <a:srgbClr val="5ACBF0"/>
          </p15:clr>
        </p15:guide>
        <p15:guide id="26" pos="3928">
          <p15:clr>
            <a:srgbClr val="5ACBF0"/>
          </p15:clr>
        </p15:guide>
        <p15:guide id="27" pos="4360">
          <p15:clr>
            <a:srgbClr val="5ACBF0"/>
          </p15:clr>
        </p15:guide>
        <p15:guide id="28" pos="4538">
          <p15:clr>
            <a:srgbClr val="5ACBF0"/>
          </p15:clr>
        </p15:guide>
        <p15:guide id="29" pos="4966">
          <p15:clr>
            <a:srgbClr val="5ACBF0"/>
          </p15:clr>
        </p15:guide>
        <p15:guide id="30" pos="5144">
          <p15:clr>
            <a:srgbClr val="5ACBF0"/>
          </p15:clr>
        </p15:guide>
        <p15:guide id="31" pos="5576">
          <p15:clr>
            <a:srgbClr val="5ACBF0"/>
          </p15:clr>
        </p15:guide>
        <p15:guide id="32" pos="5750">
          <p15:clr>
            <a:srgbClr val="5ACBF0"/>
          </p15:clr>
        </p15:guide>
        <p15:guide id="33" pos="6177">
          <p15:clr>
            <a:srgbClr val="5ACBF0"/>
          </p15:clr>
        </p15:guide>
        <p15:guide id="34" pos="6356">
          <p15:clr>
            <a:srgbClr val="5ACBF0"/>
          </p15:clr>
        </p15:guide>
        <p15:guide id="35" pos="6783">
          <p15:clr>
            <a:srgbClr val="5ACBF0"/>
          </p15:clr>
        </p15:guide>
        <p15:guide id="36" pos="6962">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xml"/><Relationship Id="rId3" Type="http://schemas.openxmlformats.org/officeDocument/2006/relationships/image" Target="../media/image18.png"/><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4.xml"/><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 Id="rId7"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xml"/><Relationship Id="rId3"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4.xml"/><Relationship Id="rId3"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5.xml"/><Relationship Id="rId3" Type="http://schemas.openxmlformats.org/officeDocument/2006/relationships/image" Target="../media/image24.png"/><Relationship Id="rId4" Type="http://schemas.openxmlformats.org/officeDocument/2006/relationships/image" Target="../media/image25.emf"/><Relationship Id="rId5" Type="http://schemas.openxmlformats.org/officeDocument/2006/relationships/image" Target="../media/image13.png"/><Relationship Id="rId6" Type="http://schemas.openxmlformats.org/officeDocument/2006/relationships/image" Target="../media/image26.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6.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30.png"/><Relationship Id="rId3"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9C7D5AF-CF03-8B4A-B59E-7CD5AD0877F4}"/>
              </a:ext>
            </a:extLst>
          </p:cNvPr>
          <p:cNvSpPr>
            <a:spLocks noGrp="1"/>
          </p:cNvSpPr>
          <p:nvPr>
            <p:ph type="title"/>
          </p:nvPr>
        </p:nvSpPr>
        <p:spPr>
          <a:xfrm>
            <a:off x="450046" y="2578454"/>
            <a:ext cx="4342933" cy="1020623"/>
          </a:xfrm>
        </p:spPr>
        <p:txBody>
          <a:bodyPr/>
          <a:lstStyle/>
          <a:p>
            <a:pPr algn="ctr"/>
            <a:r>
              <a:rPr lang="en-US">
                <a:cs typeface="Times New Roman"/>
              </a:rPr>
              <a:t>A/R Executive Pulse Week Ending 5.21.26</a:t>
            </a:r>
            <a:br>
              <a:rPr lang="en-US">
                <a:cs typeface="Times New Roman" panose="02020603050405020304" pitchFamily="18" charset="0"/>
              </a:rPr>
            </a:br>
            <a:r>
              <a:rPr lang="en-US" sz="2800">
                <a:cs typeface="Times New Roman"/>
              </a:rPr>
              <a:t/>
            </a:r>
            <a:endParaRPr lang="en-US">
              <a:cs typeface="Times New Roman" panose="02020603050405020304" pitchFamily="18" charset="0"/>
            </a:endParaRPr>
          </a:p>
        </p:txBody>
      </p:sp>
      <p:pic>
        <p:nvPicPr>
          <p:cNvPr id="27" name="Picture Placeholder 26" descr="A picture containing text, person, building, person&#10;&#10;Description automatically generated">
            <a:extLst>
              <a:ext uri="{FF2B5EF4-FFF2-40B4-BE49-F238E27FC236}">
                <a16:creationId xmlns:a16="http://schemas.microsoft.com/office/drawing/2014/main" id="{D9CCFFD7-2652-3940-5B74-F44EC367C01F}"/>
              </a:ext>
            </a:extLst>
          </p:cNvPr>
          <p:cNvPicPr>
            <a:picLocks noGrp="1" noChangeAspect="1"/>
          </p:cNvPicPr>
          <p:nvPr>
            <p:ph type="pic" sz="quarter" idx="12"/>
          </p:nvPr>
        </p:nvPicPr>
        <p:blipFill>
          <a:blip r:embed="rId3"/>
          <a:srcRect l="14486" r="14486"/>
          <a:stretch>
            <a:fillRect/>
          </a:stretch>
        </p:blipFill>
        <p:spPr>
          <a:xfrm>
            <a:off x="3050381" y="38100"/>
            <a:ext cx="8659019" cy="6858000"/>
          </a:xfrm>
        </p:spPr>
      </p:pic>
    </p:spTree>
    <p:extLst>
      <p:ext uri="{BB962C8B-B14F-4D97-AF65-F5344CB8AC3E}">
        <p14:creationId xmlns:p14="http://schemas.microsoft.com/office/powerpoint/2010/main" val="19000833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61AF7697-8C20-5E60-D0E3-655754CBB1AF}"/>
              </a:ext>
            </a:extLst>
          </p:cNvPr>
          <p:cNvSpPr txBox="1">
            <a:spLocks/>
          </p:cNvSpPr>
          <p:nvPr/>
        </p:nvSpPr>
        <p:spPr>
          <a:xfrm>
            <a:off x="4799364" y="3396548"/>
            <a:ext cx="5436080" cy="1240243"/>
          </a:xfrm>
          <a:prstGeom prst="rect">
            <a:avLst/>
          </a:prstGeom>
          <a:solidFill>
            <a:srgbClr val="F2F6FB"/>
          </a:solidFill>
        </p:spPr>
        <p:txBody>
          <a:bodyPr vert="horz" lIns="0" tIns="0" rIns="91440" bIns="0" rtlCol="0" anchor="t">
            <a:noAutofit/>
          </a:bodyPr>
          <a:lstStyle>
            <a:lvl1pPr marL="0" indent="0" algn="l" defTabSz="914400" rtl="0" eaLnBrk="1" latinLnBrk="0" hangingPunct="1">
              <a:lnSpc>
                <a:spcPts val="3000"/>
              </a:lnSpc>
              <a:spcBef>
                <a:spcPts val="0"/>
              </a:spcBef>
              <a:spcAft>
                <a:spcPts val="0"/>
              </a:spcAft>
              <a:buClr>
                <a:schemeClr val="accent2"/>
              </a:buClr>
              <a:buFont typeface="Wingdings" pitchFamily="2" charset="2"/>
              <a:buNone/>
              <a:tabLst/>
              <a:defRPr sz="3200" b="1" i="0" kern="1200">
                <a:solidFill>
                  <a:schemeClr val="accent3">
                    <a:lumMod val="90000"/>
                  </a:schemeClr>
                </a:solidFill>
                <a:latin typeface="Franklin Gothic Demi" panose="020B0603020102020204" pitchFamily="34" charset="0"/>
                <a:ea typeface="+mn-ea"/>
                <a:cs typeface="+mn-cs"/>
              </a:defRPr>
            </a:lvl1pPr>
            <a:lvl2pPr marL="239712" indent="0" algn="l" defTabSz="914400" rtl="0" eaLnBrk="1" latinLnBrk="0" hangingPunct="1">
              <a:lnSpc>
                <a:spcPct val="100000"/>
              </a:lnSpc>
              <a:spcBef>
                <a:spcPts val="0"/>
              </a:spcBef>
              <a:spcAft>
                <a:spcPts val="600"/>
              </a:spcAft>
              <a:buClr>
                <a:schemeClr val="accent3"/>
              </a:buClr>
              <a:buFont typeface="Wingdings" pitchFamily="2" charset="2"/>
              <a:buNone/>
              <a:tabLst/>
              <a:defRPr sz="1400" kern="1200">
                <a:solidFill>
                  <a:schemeClr val="accent1"/>
                </a:solidFill>
                <a:latin typeface="+mn-lt"/>
                <a:ea typeface="+mn-ea"/>
                <a:cs typeface="+mn-cs"/>
              </a:defRPr>
            </a:lvl2pPr>
            <a:lvl3pPr marL="466725" indent="0" algn="l" defTabSz="914400" rtl="0" eaLnBrk="1" latinLnBrk="0" hangingPunct="1">
              <a:lnSpc>
                <a:spcPct val="100000"/>
              </a:lnSpc>
              <a:spcBef>
                <a:spcPts val="0"/>
              </a:spcBef>
              <a:spcAft>
                <a:spcPts val="600"/>
              </a:spcAft>
              <a:buFont typeface="Wingdings" pitchFamily="2" charset="2"/>
              <a:buNone/>
              <a:tabLst/>
              <a:defRPr sz="1200" kern="1200">
                <a:solidFill>
                  <a:schemeClr val="accent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accent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sz="1800">
                <a:solidFill>
                  <a:schemeClr val="tx1"/>
                </a:solidFill>
                <a:latin typeface="+mn-lt"/>
                <a:ea typeface="+mn-lt"/>
                <a:cs typeface="+mn-lt"/>
              </a:rPr>
              <a:t>Decisions/Asks</a:t>
            </a:r>
          </a:p>
          <a:p>
            <a:pPr marL="582295" lvl="1" indent="-342900">
              <a:buFont typeface="Arial" panose="020B0604020202020204" pitchFamily="34" charset="0"/>
              <a:buChar char="•"/>
            </a:pPr>
            <a:r>
              <a:rPr lang="en-US" b="1">
                <a:solidFill>
                  <a:srgbClr val="000000"/>
                </a:solidFill>
                <a:ea typeface="+mn-lt"/>
                <a:cs typeface="+mn-lt"/>
              </a:rPr>
              <a:t>Decision: </a:t>
            </a:r>
          </a:p>
          <a:p>
            <a:pPr marL="582295" lvl="1" indent="-342900">
              <a:buFont typeface="Arial" panose="020B0604020202020204" pitchFamily="34" charset="0"/>
              <a:buChar char="•"/>
            </a:pPr>
            <a:r>
              <a:rPr lang="en-US" b="1">
                <a:solidFill>
                  <a:srgbClr val="000000"/>
                </a:solidFill>
                <a:ea typeface="+mn-lt"/>
                <a:cs typeface="+mn-lt"/>
              </a:rPr>
              <a:t>Next Action</a:t>
            </a:r>
            <a:r>
              <a:rPr lang="en-US">
                <a:solidFill>
                  <a:srgbClr val="000000"/>
                </a:solidFill>
                <a:ea typeface="+mn-lt"/>
                <a:cs typeface="+mn-lt"/>
              </a:rPr>
              <a:t>: </a:t>
            </a:r>
            <a:endParaRPr lang="en-US">
              <a:solidFill>
                <a:srgbClr val="000000"/>
              </a:solidFill>
            </a:endParaRPr>
          </a:p>
        </p:txBody>
      </p:sp>
      <p:sp>
        <p:nvSpPr>
          <p:cNvPr id="6" name="Title 5">
            <a:extLst>
              <a:ext uri="{FF2B5EF4-FFF2-40B4-BE49-F238E27FC236}">
                <a16:creationId xmlns:a16="http://schemas.microsoft.com/office/drawing/2014/main" id="{72E56862-4C5A-5D0E-E27F-04C319EBE8F9}"/>
              </a:ext>
            </a:extLst>
          </p:cNvPr>
          <p:cNvSpPr>
            <a:spLocks noGrp="1"/>
          </p:cNvSpPr>
          <p:nvPr>
            <p:ph type="title"/>
          </p:nvPr>
        </p:nvSpPr>
        <p:spPr>
          <a:xfrm>
            <a:off x="93964" y="451509"/>
            <a:ext cx="8186518" cy="546100"/>
          </a:xfrm>
        </p:spPr>
        <p:txBody>
          <a:bodyPr/>
          <a:lstStyle/>
          <a:p>
            <a:r>
              <a:rPr lang="en-US"/>
              <a:t>Executive Summary – Week Ending 5.21.26</a:t>
            </a:r>
          </a:p>
        </p:txBody>
      </p:sp>
      <p:sp>
        <p:nvSpPr>
          <p:cNvPr id="5" name="Slide Number Placeholder 4">
            <a:extLst>
              <a:ext uri="{FF2B5EF4-FFF2-40B4-BE49-F238E27FC236}">
                <a16:creationId xmlns:a16="http://schemas.microsoft.com/office/drawing/2014/main" id="{0BBD2C76-3320-E101-9F73-F6E47F3B41BF}"/>
              </a:ext>
            </a:extLst>
          </p:cNvPr>
          <p:cNvSpPr>
            <a:spLocks noGrp="1"/>
          </p:cNvSpPr>
          <p:nvPr>
            <p:ph type="sldNum" sz="quarter" idx="4"/>
          </p:nvPr>
        </p:nvSpPr>
        <p:spPr/>
        <p:txBody>
          <a:bodyPr/>
          <a:lstStyle/>
          <a:p>
            <a:fld id="{A2C81908-5748-4B49-BD68-6D330C2291A9}" type="slidenum">
              <a:rPr lang="en-GB" smtClean="0"/>
              <a:pPr/>
              <a:t>2</a:t>
            </a:fld>
            <a:endParaRPr lang="en-GB"/>
          </a:p>
        </p:txBody>
      </p:sp>
      <p:sp>
        <p:nvSpPr>
          <p:cNvPr id="57" name="Content Placeholder 3">
            <a:extLst>
              <a:ext uri="{FF2B5EF4-FFF2-40B4-BE49-F238E27FC236}">
                <a16:creationId xmlns:a16="http://schemas.microsoft.com/office/drawing/2014/main" id="{6F8E8003-3AA4-CB65-5F5D-833F56212B22}"/>
              </a:ext>
            </a:extLst>
          </p:cNvPr>
          <p:cNvSpPr txBox="1">
            <a:spLocks/>
          </p:cNvSpPr>
          <p:nvPr/>
        </p:nvSpPr>
        <p:spPr>
          <a:xfrm>
            <a:off x="2056678" y="1914197"/>
            <a:ext cx="3712661" cy="2304288"/>
          </a:xfrm>
          <a:prstGeom prst="rect">
            <a:avLst/>
          </a:prstGeom>
        </p:spPr>
        <p:txBody>
          <a:bodyPr vert="horz" lIns="0" tIns="0" rIns="91440" bIns="0" rtlCol="0" anchor="t">
            <a:noAutofit/>
          </a:bodyPr>
          <a:lstStyle>
            <a:lvl1pPr marL="0" indent="0" algn="l" defTabSz="914400" rtl="0" eaLnBrk="1" latinLnBrk="0" hangingPunct="1">
              <a:lnSpc>
                <a:spcPts val="3000"/>
              </a:lnSpc>
              <a:spcBef>
                <a:spcPts val="0"/>
              </a:spcBef>
              <a:spcAft>
                <a:spcPts val="0"/>
              </a:spcAft>
              <a:buClr>
                <a:schemeClr val="accent2"/>
              </a:buClr>
              <a:buFont typeface="Wingdings" pitchFamily="2" charset="2"/>
              <a:buNone/>
              <a:tabLst/>
              <a:defRPr sz="3200" b="1" i="0" kern="1200">
                <a:solidFill>
                  <a:schemeClr val="accent3">
                    <a:lumMod val="90000"/>
                  </a:schemeClr>
                </a:solidFill>
                <a:latin typeface="Franklin Gothic Demi" panose="020B0603020102020204" pitchFamily="34" charset="0"/>
                <a:ea typeface="+mn-ea"/>
                <a:cs typeface="+mn-cs"/>
              </a:defRPr>
            </a:lvl1pPr>
            <a:lvl2pPr marL="239712" indent="0" algn="l" defTabSz="914400" rtl="0" eaLnBrk="1" latinLnBrk="0" hangingPunct="1">
              <a:lnSpc>
                <a:spcPct val="100000"/>
              </a:lnSpc>
              <a:spcBef>
                <a:spcPts val="0"/>
              </a:spcBef>
              <a:spcAft>
                <a:spcPts val="600"/>
              </a:spcAft>
              <a:buClr>
                <a:schemeClr val="accent3"/>
              </a:buClr>
              <a:buFont typeface="Wingdings" pitchFamily="2" charset="2"/>
              <a:buNone/>
              <a:tabLst/>
              <a:defRPr sz="1400" kern="1200">
                <a:solidFill>
                  <a:schemeClr val="accent1"/>
                </a:solidFill>
                <a:latin typeface="+mn-lt"/>
                <a:ea typeface="+mn-ea"/>
                <a:cs typeface="+mn-cs"/>
              </a:defRPr>
            </a:lvl2pPr>
            <a:lvl3pPr marL="466725" indent="0" algn="l" defTabSz="914400" rtl="0" eaLnBrk="1" latinLnBrk="0" hangingPunct="1">
              <a:lnSpc>
                <a:spcPct val="100000"/>
              </a:lnSpc>
              <a:spcBef>
                <a:spcPts val="0"/>
              </a:spcBef>
              <a:spcAft>
                <a:spcPts val="600"/>
              </a:spcAft>
              <a:buFont typeface="Wingdings" pitchFamily="2" charset="2"/>
              <a:buNone/>
              <a:tabLst/>
              <a:defRPr sz="1200" kern="1200">
                <a:solidFill>
                  <a:schemeClr val="accent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accent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sz="1800">
                <a:solidFill>
                  <a:schemeClr val="tx1"/>
                </a:solidFill>
                <a:latin typeface="+mn-lt"/>
                <a:ea typeface="+mn-lt"/>
                <a:cs typeface="+mn-lt"/>
              </a:rPr>
              <a:t>What Changed This Week?</a:t>
            </a:r>
          </a:p>
          <a:p>
            <a:pPr marL="239395">
              <a:lnSpc>
                <a:spcPct val="100000"/>
              </a:lnSpc>
              <a:buFont typeface="Arial" panose="020B0604020202020204" pitchFamily="34" charset="0"/>
              <a:buChar char="•"/>
            </a:pPr>
            <a:endParaRPr lang="en-US" sz="1200" b="0">
              <a:solidFill>
                <a:srgbClr val="FF0000"/>
              </a:solidFill>
              <a:latin typeface="+mn-lt"/>
              <a:ea typeface="+mn-lt"/>
              <a:cs typeface="+mn-lt"/>
            </a:endParaRPr>
          </a:p>
        </p:txBody>
      </p:sp>
      <p:graphicFrame>
        <p:nvGraphicFramePr>
          <p:cNvPr id="58" name="Table 57">
            <a:extLst>
              <a:ext uri="{FF2B5EF4-FFF2-40B4-BE49-F238E27FC236}">
                <a16:creationId xmlns:a16="http://schemas.microsoft.com/office/drawing/2014/main" id="{78B6E053-7935-B034-7395-517D1CA2B543}"/>
              </a:ext>
            </a:extLst>
          </p:cNvPr>
          <p:cNvGraphicFramePr>
            <a:graphicFrameLocks noGrp="1"/>
          </p:cNvGraphicFramePr>
          <p:nvPr>
            <p:extLst>
              <p:ext uri="{D42A27DB-BD31-4B8C-83A1-F6EECF244321}">
                <p14:modId xmlns:p14="http://schemas.microsoft.com/office/powerpoint/2010/main" val="2362949781"/>
              </p:ext>
            </p:extLst>
          </p:nvPr>
        </p:nvGraphicFramePr>
        <p:xfrm>
          <a:off x="93964" y="1103512"/>
          <a:ext cx="7152720" cy="3639861"/>
        </p:xfrm>
        <a:graphic>
          <a:graphicData uri="http://schemas.openxmlformats.org/drawingml/2006/table">
            <a:tbl>
              <a:tblPr firstRow="1" bandRow="1">
                <a:tableStyleId>{5C22544A-7EE6-4342-B048-85BDC9FD1C3A}</a:tableStyleId>
              </a:tblPr>
              <a:tblGrid>
                <a:gridCol w="3576360">
                  <a:extLst>
                    <a:ext uri="{9D8B030D-6E8A-4147-A177-3AD203B41FA5}">
                      <a16:colId xmlns:a16="http://schemas.microsoft.com/office/drawing/2014/main" val="2335624893"/>
                    </a:ext>
                  </a:extLst>
                </a:gridCol>
                <a:gridCol w="3576360">
                  <a:extLst>
                    <a:ext uri="{9D8B030D-6E8A-4147-A177-3AD203B41FA5}">
                      <a16:colId xmlns:a16="http://schemas.microsoft.com/office/drawing/2014/main" val="3234930283"/>
                    </a:ext>
                  </a:extLst>
                </a:gridCol>
              </a:tblGrid>
              <a:tr h="404429">
                <a:tc>
                  <a:txBody>
                    <a:bodyPr/>
                    <a:lstStyle/>
                    <a:p>
                      <a:endParaRPr lang="en-US" sz="1600"/>
                    </a:p>
                  </a:txBody>
                  <a:tcPr/>
                </a:tc>
                <a:tc>
                  <a:txBody>
                    <a:bodyPr/>
                    <a:lstStyle/>
                    <a:p>
                      <a:r>
                        <a:rPr lang="en-US" sz="1600"/>
                        <a:t>Result</a:t>
                      </a:r>
                    </a:p>
                  </a:txBody>
                  <a:tcPr/>
                </a:tc>
                <a:extLst>
                  <a:ext uri="{0D108BD9-81ED-4DB2-BD59-A6C34878D82A}">
                    <a16:rowId xmlns:a16="http://schemas.microsoft.com/office/drawing/2014/main" val="289108339"/>
                  </a:ext>
                </a:extLst>
              </a:tr>
              <a:tr h="404429">
                <a:tc>
                  <a:txBody>
                    <a:bodyPr/>
                    <a:lstStyle/>
                    <a:p>
                      <a:r>
                        <a:rPr lang="en-US" sz="1600"/>
                        <a:t>Cash (MTD)</a:t>
                      </a:r>
                    </a:p>
                  </a:txBody>
                  <a:tcPr/>
                </a:tc>
                <a:tc>
                  <a:txBody>
                    <a:bodyPr/>
                    <a:lstStyle/>
                    <a:p>
                      <a:pPr algn="r"/>
                      <a:r>
                        <a:rPr lang="en-US" sz="1600"/>
                        <a:t>$8.8M (72% to Target)</a:t>
                      </a:r>
                      <a:r>
                        <a:rPr lang="en-US" sz="1600">
                          <a:highlight>
                            <a:srgbClr val="FFCC00"/>
                          </a:highlight>
                        </a:rPr>
                        <a:t/>
                      </a:r>
                      <a:r>
                        <a:rPr lang="en-US" sz="1600"/>
                        <a:t/>
                      </a:r>
                    </a:p>
                  </a:txBody>
                  <a:tcPr/>
                </a:tc>
                <a:extLst>
                  <a:ext uri="{0D108BD9-81ED-4DB2-BD59-A6C34878D82A}">
                    <a16:rowId xmlns:a16="http://schemas.microsoft.com/office/drawing/2014/main" val="1333448131"/>
                  </a:ext>
                </a:extLst>
              </a:tr>
              <a:tr h="404429">
                <a:tc>
                  <a:txBody>
                    <a:bodyPr/>
                    <a:lstStyle/>
                    <a:p>
                      <a:r>
                        <a:rPr lang="en-US" sz="1600"/>
                        <a:t>Cash (QTD)</a:t>
                      </a:r>
                    </a:p>
                  </a:txBody>
                  <a:tcPr/>
                </a:tc>
                <a:tc>
                  <a:txBody>
                    <a:bodyPr/>
                    <a:lstStyle/>
                    <a:p>
                      <a:pPr algn="r"/>
                      <a:r>
                        <a:rPr lang="en-US" sz="1600"/>
                        <a:t>$26.2M (58% to Target)</a:t>
                      </a:r>
                      <a:r>
                        <a:rPr lang="en-US" sz="1600">
                          <a:solidFill>
                            <a:schemeClr val="tx1"/>
                          </a:solidFill>
                          <a:highlight>
                            <a:srgbClr val="FF0000"/>
                          </a:highlight>
                        </a:rPr>
                        <a:t/>
                      </a:r>
                      <a:r>
                        <a:rPr lang="en-US" sz="1600">
                          <a:solidFill>
                            <a:schemeClr val="tx1"/>
                          </a:solidFill>
                        </a:rPr>
                        <a:t/>
                      </a:r>
                      <a:r>
                        <a:rPr lang="en-US" sz="1600"/>
                        <a:t/>
                      </a:r>
                    </a:p>
                  </a:txBody>
                  <a:tcPr/>
                </a:tc>
                <a:extLst>
                  <a:ext uri="{0D108BD9-81ED-4DB2-BD59-A6C34878D82A}">
                    <a16:rowId xmlns:a16="http://schemas.microsoft.com/office/drawing/2014/main" val="3897188014"/>
                  </a:ext>
                </a:extLst>
              </a:tr>
              <a:tr h="404429">
                <a:tc>
                  <a:txBody>
                    <a:bodyPr/>
                    <a:lstStyle/>
                    <a:p>
                      <a:r>
                        <a:rPr lang="en-US" sz="1600"/>
                        <a:t>Days Sales Outstanding</a:t>
                      </a:r>
                    </a:p>
                  </a:txBody>
                  <a:tcPr/>
                </a:tc>
                <a:tc>
                  <a:txBody>
                    <a:bodyPr/>
                    <a:lstStyle/>
                    <a:p>
                      <a:pPr algn="r"/>
                      <a:r>
                        <a:rPr lang="en-US" sz="1600"/>
                        <a:t>37</a:t>
                      </a:r>
                    </a:p>
                  </a:txBody>
                  <a:tcPr/>
                </a:tc>
                <a:extLst>
                  <a:ext uri="{0D108BD9-81ED-4DB2-BD59-A6C34878D82A}">
                    <a16:rowId xmlns:a16="http://schemas.microsoft.com/office/drawing/2014/main" val="146542911"/>
                  </a:ext>
                </a:extLst>
              </a:tr>
              <a:tr h="404429">
                <a:tc>
                  <a:txBody>
                    <a:bodyPr/>
                    <a:lstStyle/>
                    <a:p>
                      <a:r>
                        <a:rPr lang="en-US" sz="1600"/>
                        <a:t>&gt;60 Balance</a:t>
                      </a:r>
                    </a:p>
                  </a:txBody>
                  <a:tcPr/>
                </a:tc>
                <a:tc>
                  <a:txBody>
                    <a:bodyPr/>
                    <a:lstStyle/>
                    <a:p>
                      <a:pPr algn="r"/>
                      <a:r>
                        <a:rPr lang="en-US" sz="1600"/>
                        <a:t>$2.84M </a:t>
                      </a:r>
                    </a:p>
                  </a:txBody>
                  <a:tcPr/>
                </a:tc>
                <a:extLst>
                  <a:ext uri="{0D108BD9-81ED-4DB2-BD59-A6C34878D82A}">
                    <a16:rowId xmlns:a16="http://schemas.microsoft.com/office/drawing/2014/main" val="2087218609"/>
                  </a:ext>
                </a:extLst>
              </a:tr>
              <a:tr h="404429">
                <a:tc>
                  <a:txBody>
                    <a:bodyPr/>
                    <a:lstStyle/>
                    <a:p>
                      <a:r>
                        <a:rPr lang="en-US" sz="1600"/>
                        <a:t>&gt;60 Collections This Week</a:t>
                      </a:r>
                    </a:p>
                  </a:txBody>
                  <a:tcPr/>
                </a:tc>
                <a:tc>
                  <a:txBody>
                    <a:bodyPr/>
                    <a:lstStyle/>
                    <a:p>
                      <a:pPr algn="r"/>
                      <a:r>
                        <a:rPr lang="en-US" sz="1600">
                          <a:solidFill>
                            <a:schemeClr val="tx1"/>
                          </a:solidFill>
                        </a:rPr>
                        <a:t>$292k</a:t>
                      </a:r>
                    </a:p>
                  </a:txBody>
                  <a:tcPr/>
                </a:tc>
                <a:extLst>
                  <a:ext uri="{0D108BD9-81ED-4DB2-BD59-A6C34878D82A}">
                    <a16:rowId xmlns:a16="http://schemas.microsoft.com/office/drawing/2014/main" val="33354591"/>
                  </a:ext>
                </a:extLst>
              </a:tr>
              <a:tr h="404429">
                <a:tc>
                  <a:txBody>
                    <a:bodyPr/>
                    <a:lstStyle/>
                    <a:p>
                      <a:r>
                        <a:rPr lang="en-US" sz="1600"/>
                        <a:t>&gt;90 Balance</a:t>
                      </a:r>
                    </a:p>
                  </a:txBody>
                  <a:tcPr/>
                </a:tc>
                <a:tc>
                  <a:txBody>
                    <a:bodyPr/>
                    <a:lstStyle/>
                    <a:p>
                      <a:pPr algn="r"/>
                      <a:r>
                        <a:rPr lang="en-US" sz="1600"/>
                        <a:t>$1.40M (Ahead of Q2 target)</a:t>
                      </a:r>
                      <a:r>
                        <a:rPr lang="en-US" sz="1600" b="0" i="0" u="none" strike="noStrike" noProof="0">
                          <a:solidFill>
                            <a:srgbClr val="020202"/>
                          </a:solidFill>
                          <a:latin typeface="Franklin Gothic Book"/>
                        </a:rPr>
                        <a:t/>
                      </a:r>
                      <a:r>
                        <a:rPr lang="en-US" sz="1600"/>
                        <a:t/>
                      </a:r>
                    </a:p>
                  </a:txBody>
                  <a:tcPr/>
                </a:tc>
                <a:extLst>
                  <a:ext uri="{0D108BD9-81ED-4DB2-BD59-A6C34878D82A}">
                    <a16:rowId xmlns:a16="http://schemas.microsoft.com/office/drawing/2014/main" val="2700782766"/>
                  </a:ext>
                </a:extLst>
              </a:tr>
              <a:tr h="404429">
                <a:tc>
                  <a:txBody>
                    <a:bodyPr/>
                    <a:lstStyle/>
                    <a:p>
                      <a:r>
                        <a:rPr lang="en-US" sz="1600"/>
                        <a:t>&gt;90 Collections This Week</a:t>
                      </a:r>
                    </a:p>
                  </a:txBody>
                  <a:tcPr/>
                </a:tc>
                <a:tc>
                  <a:txBody>
                    <a:bodyPr/>
                    <a:lstStyle/>
                    <a:p>
                      <a:pPr algn="r"/>
                      <a:r>
                        <a:rPr lang="en-US" sz="1600">
                          <a:solidFill>
                            <a:schemeClr val="tx1"/>
                          </a:solidFill>
                        </a:rPr>
                        <a:t>$297k</a:t>
                      </a:r>
                    </a:p>
                  </a:txBody>
                  <a:tcPr/>
                </a:tc>
                <a:extLst>
                  <a:ext uri="{0D108BD9-81ED-4DB2-BD59-A6C34878D82A}">
                    <a16:rowId xmlns:a16="http://schemas.microsoft.com/office/drawing/2014/main" val="1764195501"/>
                  </a:ext>
                </a:extLst>
              </a:tr>
              <a:tr h="404429">
                <a:tc>
                  <a:txBody>
                    <a:bodyPr/>
                    <a:lstStyle/>
                    <a:p>
                      <a:r>
                        <a:rPr lang="en-US" sz="1600"/>
                        <a:t>Forecast Confidence (Next 4 Weeks)</a:t>
                      </a:r>
                    </a:p>
                  </a:txBody>
                  <a:tcPr/>
                </a:tc>
                <a:tc>
                  <a:txBody>
                    <a:bodyPr/>
                    <a:lstStyle/>
                    <a:p>
                      <a:pPr algn="r"/>
                      <a:r>
                        <a:rPr lang="en-US" sz="1600"/>
                        <a:t>Medium</a:t>
                      </a:r>
                    </a:p>
                  </a:txBody>
                  <a:tcPr/>
                </a:tc>
                <a:extLst>
                  <a:ext uri="{0D108BD9-81ED-4DB2-BD59-A6C34878D82A}">
                    <a16:rowId xmlns:a16="http://schemas.microsoft.com/office/drawing/2014/main" val="819915991"/>
                  </a:ext>
                </a:extLst>
              </a:tr>
            </a:tbl>
          </a:graphicData>
        </a:graphic>
      </p:graphicFrame>
      <p:sp>
        <p:nvSpPr>
          <p:cNvPr id="3" name="Content Placeholder 3">
            <a:extLst>
              <a:ext uri="{FF2B5EF4-FFF2-40B4-BE49-F238E27FC236}">
                <a16:creationId xmlns:a16="http://schemas.microsoft.com/office/drawing/2014/main" id="{270EBD8F-1305-EA6D-16C6-52224DDD3EFF}"/>
              </a:ext>
            </a:extLst>
          </p:cNvPr>
          <p:cNvSpPr txBox="1">
            <a:spLocks/>
          </p:cNvSpPr>
          <p:nvPr/>
        </p:nvSpPr>
        <p:spPr>
          <a:xfrm>
            <a:off x="7775957" y="2863845"/>
            <a:ext cx="4020936" cy="2709280"/>
          </a:xfrm>
          <a:prstGeom prst="rect">
            <a:avLst/>
          </a:prstGeom>
          <a:solidFill>
            <a:srgbClr val="F2F6FB"/>
          </a:solidFill>
        </p:spPr>
        <p:txBody>
          <a:bodyPr vert="horz" lIns="0" tIns="0" rIns="91440" bIns="0" rtlCol="0" anchor="t">
            <a:noAutofit/>
          </a:bodyPr>
          <a:lstStyle>
            <a:lvl1pPr marL="0" indent="0" algn="l" defTabSz="914400" rtl="0" eaLnBrk="1" latinLnBrk="0" hangingPunct="1">
              <a:lnSpc>
                <a:spcPts val="3000"/>
              </a:lnSpc>
              <a:spcBef>
                <a:spcPts val="0"/>
              </a:spcBef>
              <a:spcAft>
                <a:spcPts val="0"/>
              </a:spcAft>
              <a:buClr>
                <a:schemeClr val="accent2"/>
              </a:buClr>
              <a:buFont typeface="Wingdings" pitchFamily="2" charset="2"/>
              <a:buNone/>
              <a:tabLst/>
              <a:defRPr sz="3200" b="1" i="0" kern="1200">
                <a:solidFill>
                  <a:schemeClr val="accent3">
                    <a:lumMod val="90000"/>
                  </a:schemeClr>
                </a:solidFill>
                <a:latin typeface="Franklin Gothic Demi" panose="020B0603020102020204" pitchFamily="34" charset="0"/>
                <a:ea typeface="+mn-ea"/>
                <a:cs typeface="+mn-cs"/>
              </a:defRPr>
            </a:lvl1pPr>
            <a:lvl2pPr marL="239712" indent="0" algn="l" defTabSz="914400" rtl="0" eaLnBrk="1" latinLnBrk="0" hangingPunct="1">
              <a:lnSpc>
                <a:spcPct val="100000"/>
              </a:lnSpc>
              <a:spcBef>
                <a:spcPts val="0"/>
              </a:spcBef>
              <a:spcAft>
                <a:spcPts val="600"/>
              </a:spcAft>
              <a:buClr>
                <a:schemeClr val="accent3"/>
              </a:buClr>
              <a:buFont typeface="Wingdings" pitchFamily="2" charset="2"/>
              <a:buNone/>
              <a:tabLst/>
              <a:defRPr sz="1400" kern="1200">
                <a:solidFill>
                  <a:schemeClr val="accent1"/>
                </a:solidFill>
                <a:latin typeface="+mn-lt"/>
                <a:ea typeface="+mn-ea"/>
                <a:cs typeface="+mn-cs"/>
              </a:defRPr>
            </a:lvl2pPr>
            <a:lvl3pPr marL="466725" indent="0" algn="l" defTabSz="914400" rtl="0" eaLnBrk="1" latinLnBrk="0" hangingPunct="1">
              <a:lnSpc>
                <a:spcPct val="100000"/>
              </a:lnSpc>
              <a:spcBef>
                <a:spcPts val="0"/>
              </a:spcBef>
              <a:spcAft>
                <a:spcPts val="600"/>
              </a:spcAft>
              <a:buFont typeface="Wingdings" pitchFamily="2" charset="2"/>
              <a:buNone/>
              <a:tabLst/>
              <a:defRPr sz="1200" kern="1200">
                <a:solidFill>
                  <a:schemeClr val="accent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accent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sz="1800">
                <a:solidFill>
                  <a:schemeClr val="tx1"/>
                </a:solidFill>
                <a:latin typeface="+mn-lt"/>
                <a:ea typeface="+mn-lt"/>
                <a:cs typeface="+mn-lt"/>
              </a:rPr>
              <a:t>Decisions/ Updates</a:t>
            </a:r>
          </a:p>
          <a:p>
            <a:pPr marL="239395" lvl="1">
              <a:buFont typeface="Arial" panose="020B0604020202020204" pitchFamily="34" charset="0"/>
              <a:buChar char="•"/>
            </a:pPr>
            <a:r>
              <a:rPr lang="en-US">
                <a:solidFill>
                  <a:schemeClr val="tx1"/>
                </a:solidFill>
                <a:latin typeface="Franklin Gothic Book"/>
                <a:ea typeface="+mn-lt"/>
                <a:cs typeface="+mn-lt"/>
              </a:rPr>
              <a:t> 30 day review of TAA (3rd party) placements, </a:t>
            </a:r>
            <a:r>
              <a:rPr lang="en-US">
                <a:solidFill>
                  <a:schemeClr val="tx1"/>
                </a:solidFill>
                <a:ea typeface="+mn-lt"/>
                <a:cs typeface="+mn-lt"/>
              </a:rPr>
              <a:t>we are pleased with the overall progress and feel the relationship is promising.</a:t>
            </a:r>
            <a:endParaRPr lang="en-US">
              <a:solidFill>
                <a:schemeClr val="tx1"/>
              </a:solidFill>
              <a:latin typeface="Franklin Gothic Book"/>
              <a:ea typeface="+mn-lt"/>
              <a:cs typeface="+mn-lt"/>
            </a:endParaRPr>
          </a:p>
        </p:txBody>
      </p:sp>
      <p:sp>
        <p:nvSpPr>
          <p:cNvPr id="4" name="Content Placeholder 3">
            <a:extLst>
              <a:ext uri="{FF2B5EF4-FFF2-40B4-BE49-F238E27FC236}">
                <a16:creationId xmlns:a16="http://schemas.microsoft.com/office/drawing/2014/main" id="{754A6417-0E54-3B5E-7208-BC9B6AEAAD3F}"/>
              </a:ext>
            </a:extLst>
          </p:cNvPr>
          <p:cNvSpPr txBox="1">
            <a:spLocks/>
          </p:cNvSpPr>
          <p:nvPr/>
        </p:nvSpPr>
        <p:spPr>
          <a:xfrm>
            <a:off x="7775957" y="1151502"/>
            <a:ext cx="3840175" cy="6143284"/>
          </a:xfrm>
          <a:prstGeom prst="rect">
            <a:avLst/>
          </a:prstGeom>
        </p:spPr>
        <p:txBody>
          <a:bodyPr vert="horz" lIns="0" tIns="0" rIns="91440" bIns="0" rtlCol="0" anchor="t">
            <a:noAutofit/>
          </a:bodyPr>
          <a:lstStyle>
            <a:lvl1pPr marL="0" indent="0" algn="l" defTabSz="914400" rtl="0" eaLnBrk="1" latinLnBrk="0" hangingPunct="1">
              <a:lnSpc>
                <a:spcPts val="3000"/>
              </a:lnSpc>
              <a:spcBef>
                <a:spcPts val="0"/>
              </a:spcBef>
              <a:spcAft>
                <a:spcPts val="0"/>
              </a:spcAft>
              <a:buClr>
                <a:schemeClr val="accent2"/>
              </a:buClr>
              <a:buFont typeface="Wingdings" pitchFamily="2" charset="2"/>
              <a:buNone/>
              <a:tabLst/>
              <a:defRPr sz="3200" b="1" i="0" kern="1200">
                <a:solidFill>
                  <a:schemeClr val="accent3">
                    <a:lumMod val="90000"/>
                  </a:schemeClr>
                </a:solidFill>
                <a:latin typeface="Franklin Gothic Demi" panose="020B0603020102020204" pitchFamily="34" charset="0"/>
                <a:ea typeface="+mn-ea"/>
                <a:cs typeface="+mn-cs"/>
              </a:defRPr>
            </a:lvl1pPr>
            <a:lvl2pPr marL="239712" indent="0" algn="l" defTabSz="914400" rtl="0" eaLnBrk="1" latinLnBrk="0" hangingPunct="1">
              <a:lnSpc>
                <a:spcPct val="100000"/>
              </a:lnSpc>
              <a:spcBef>
                <a:spcPts val="0"/>
              </a:spcBef>
              <a:spcAft>
                <a:spcPts val="600"/>
              </a:spcAft>
              <a:buClr>
                <a:schemeClr val="accent3"/>
              </a:buClr>
              <a:buFont typeface="Wingdings" pitchFamily="2" charset="2"/>
              <a:buNone/>
              <a:tabLst/>
              <a:defRPr sz="1400" kern="1200">
                <a:solidFill>
                  <a:schemeClr val="accent1"/>
                </a:solidFill>
                <a:latin typeface="+mn-lt"/>
                <a:ea typeface="+mn-ea"/>
                <a:cs typeface="+mn-cs"/>
              </a:defRPr>
            </a:lvl2pPr>
            <a:lvl3pPr marL="466725" indent="0" algn="l" defTabSz="914400" rtl="0" eaLnBrk="1" latinLnBrk="0" hangingPunct="1">
              <a:lnSpc>
                <a:spcPct val="100000"/>
              </a:lnSpc>
              <a:spcBef>
                <a:spcPts val="0"/>
              </a:spcBef>
              <a:spcAft>
                <a:spcPts val="600"/>
              </a:spcAft>
              <a:buFont typeface="Wingdings" pitchFamily="2" charset="2"/>
              <a:buNone/>
              <a:tabLst/>
              <a:defRPr sz="1200" kern="1200">
                <a:solidFill>
                  <a:schemeClr val="accent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accent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sz="2000">
                <a:solidFill>
                  <a:schemeClr val="tx1"/>
                </a:solidFill>
                <a:latin typeface="+mn-lt"/>
                <a:ea typeface="+mn-lt"/>
                <a:cs typeface="+mn-lt"/>
              </a:rPr>
              <a:t>Risks to Cash / Forecast</a:t>
            </a:r>
          </a:p>
          <a:p>
            <a:pPr marL="410845" indent="-171450">
              <a:lnSpc>
                <a:spcPct val="100000"/>
              </a:lnSpc>
              <a:buClr>
                <a:srgbClr val="FF5F00"/>
              </a:buClr>
              <a:buFont typeface="Arial" panose="020B0604020202020204" pitchFamily="34" charset="0"/>
              <a:buChar char="•"/>
            </a:pPr>
            <a:r>
              <a:rPr lang="en-US" sz="1400" b="0">
                <a:solidFill>
                  <a:schemeClr val="tx1"/>
                </a:solidFill>
                <a:latin typeface="Franklin Gothic Book"/>
                <a:ea typeface="+mn-lt"/>
                <a:cs typeface="+mn-lt"/>
              </a:rPr>
              <a:t>No known risks to cash next week</a:t>
            </a:r>
          </a:p>
        </p:txBody>
      </p:sp>
      <p:pic>
        <p:nvPicPr>
          <p:cNvPr id="9" name="chart_cash_target_vs_actual">
            <a:extLst>
              <a:ext uri="{FF2B5EF4-FFF2-40B4-BE49-F238E27FC236}">
                <a16:creationId xmlns:a16="http://schemas.microsoft.com/office/drawing/2014/main" id="{91C0B880-0F38-1916-D3BB-0DBCDBF47011}"/>
              </a:ext>
            </a:extLst>
          </p:cNvPr>
          <p:cNvPicPr>
            <a:picLocks noChangeAspect="1"/>
          </p:cNvPicPr>
          <p:nvPr/>
        </p:nvPicPr>
        <p:blipFill>
          <a:blip r:embed="rId2"/>
          <a:stretch>
            <a:fillRect/>
          </a:stretch>
        </p:blipFill>
        <p:spPr>
          <a:xfrm>
            <a:off x="93964" y="4751188"/>
            <a:ext cx="7152720" cy="2073406"/>
          </a:xfrm>
          <a:prstGeom prst="rect">
            <a:avLst/>
          </a:prstGeom>
        </p:spPr>
      </p:pic>
    </p:spTree>
    <p:extLst>
      <p:ext uri="{BB962C8B-B14F-4D97-AF65-F5344CB8AC3E}">
        <p14:creationId xmlns:p14="http://schemas.microsoft.com/office/powerpoint/2010/main" val="1471518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FB073-08D7-A7CD-A370-9AFBB75FF488}"/>
            </a:ext>
          </a:extLst>
        </p:cNvPr>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D5C978AC-E76C-DD6B-3DD9-8A2E76AC81C0}"/>
              </a:ext>
            </a:extLst>
          </p:cNvPr>
          <p:cNvSpPr>
            <a:spLocks noGrp="1"/>
          </p:cNvSpPr>
          <p:nvPr>
            <p:ph sz="quarter" idx="19"/>
          </p:nvPr>
        </p:nvSpPr>
        <p:spPr/>
        <p:txBody>
          <a:bodyPr vert="horz" lIns="91440" tIns="182880" rIns="91440" bIns="0" rtlCol="0" anchor="t">
            <a:noAutofit/>
          </a:bodyPr>
          <a:lstStyle/>
          <a:p>
            <a:pPr marL="179070" indent="-179070"/>
            <a:r>
              <a:rPr lang="en-US">
                <a:ea typeface="+mn-lt"/>
                <a:cs typeface="+mn-lt"/>
              </a:rPr>
              <a:t>Q2 is sustaining elevated run rates, with weekly collections outperforming prior-year benchmarks.</a:t>
            </a:r>
            <a:endParaRPr lang="en-US"/>
          </a:p>
          <a:p>
            <a:pPr marL="179070" indent="-179070"/>
            <a:endParaRPr lang="en-US">
              <a:ea typeface="+mn-lt"/>
              <a:cs typeface="+mn-lt"/>
            </a:endParaRPr>
          </a:p>
        </p:txBody>
      </p:sp>
      <p:sp>
        <p:nvSpPr>
          <p:cNvPr id="2" name="Title 1">
            <a:extLst>
              <a:ext uri="{FF2B5EF4-FFF2-40B4-BE49-F238E27FC236}">
                <a16:creationId xmlns:a16="http://schemas.microsoft.com/office/drawing/2014/main" id="{95702838-91BA-6EB1-2A55-8F8D80876B1D}"/>
              </a:ext>
            </a:extLst>
          </p:cNvPr>
          <p:cNvSpPr>
            <a:spLocks noGrp="1"/>
          </p:cNvSpPr>
          <p:nvPr>
            <p:ph type="title"/>
          </p:nvPr>
        </p:nvSpPr>
        <p:spPr>
          <a:xfrm>
            <a:off x="454025" y="447391"/>
            <a:ext cx="8775892" cy="694944"/>
          </a:xfrm>
        </p:spPr>
        <p:txBody>
          <a:bodyPr/>
          <a:lstStyle/>
          <a:p>
            <a:r>
              <a:rPr lang="en-US" sz="2800"/>
              <a:t>Trend: Weekly Cash Run Rate Activity</a:t>
            </a:r>
          </a:p>
        </p:txBody>
      </p:sp>
      <p:sp>
        <p:nvSpPr>
          <p:cNvPr id="13" name="Content Placeholder 12">
            <a:extLst>
              <a:ext uri="{FF2B5EF4-FFF2-40B4-BE49-F238E27FC236}">
                <a16:creationId xmlns:a16="http://schemas.microsoft.com/office/drawing/2014/main" id="{1E94EE29-1B10-FBED-B016-0B05FFEB0F9A}"/>
              </a:ext>
            </a:extLst>
          </p:cNvPr>
          <p:cNvSpPr>
            <a:spLocks noGrp="1"/>
          </p:cNvSpPr>
          <p:nvPr>
            <p:ph sz="quarter" idx="20"/>
          </p:nvPr>
        </p:nvSpPr>
        <p:spPr/>
        <p:txBody>
          <a:bodyPr vert="horz" lIns="91440" tIns="182880" rIns="91440" bIns="0" rtlCol="0" anchor="t">
            <a:noAutofit/>
          </a:bodyPr>
          <a:lstStyle/>
          <a:p>
            <a:pPr marL="179070" indent="-179070"/>
            <a:r>
              <a:rPr lang="en-US">
                <a:ea typeface="+mn-lt"/>
                <a:cs typeface="+mn-lt"/>
              </a:rPr>
              <a:t>Q2 collections are pacing ahead of historical trends, positioning the business for another strong cash performance</a:t>
            </a:r>
          </a:p>
        </p:txBody>
      </p:sp>
      <p:sp>
        <p:nvSpPr>
          <p:cNvPr id="15" name="Content Placeholder 14">
            <a:extLst>
              <a:ext uri="{FF2B5EF4-FFF2-40B4-BE49-F238E27FC236}">
                <a16:creationId xmlns:a16="http://schemas.microsoft.com/office/drawing/2014/main" id="{18574DFD-A629-9349-CFB2-B5B6CF2F16B5}"/>
              </a:ext>
            </a:extLst>
          </p:cNvPr>
          <p:cNvSpPr>
            <a:spLocks noGrp="1"/>
          </p:cNvSpPr>
          <p:nvPr>
            <p:ph sz="quarter" idx="22"/>
          </p:nvPr>
        </p:nvSpPr>
        <p:spPr/>
        <p:txBody>
          <a:bodyPr vert="horz" lIns="91440" tIns="182880" rIns="91440" bIns="0" rtlCol="0" anchor="t">
            <a:noAutofit/>
          </a:bodyPr>
          <a:lstStyle/>
          <a:p>
            <a:pPr marL="179070" indent="-179070"/>
            <a:r>
              <a:rPr lang="en-US">
                <a:ea typeface="+mn-lt"/>
                <a:cs typeface="+mn-lt"/>
              </a:rPr>
              <a:t>2026 mix continues to shift upward, with increasing contribution to total cash collected while reinforcing year-over-year growth momentum</a:t>
            </a:r>
          </a:p>
        </p:txBody>
      </p:sp>
      <p:sp>
        <p:nvSpPr>
          <p:cNvPr id="5" name="Slide Number Placeholder 4">
            <a:extLst>
              <a:ext uri="{FF2B5EF4-FFF2-40B4-BE49-F238E27FC236}">
                <a16:creationId xmlns:a16="http://schemas.microsoft.com/office/drawing/2014/main" id="{43E5D4F8-FB7A-B222-4383-EB1B62EF8389}"/>
              </a:ext>
            </a:extLst>
          </p:cNvPr>
          <p:cNvSpPr>
            <a:spLocks noGrp="1"/>
          </p:cNvSpPr>
          <p:nvPr>
            <p:ph type="sldNum" sz="quarter" idx="4"/>
          </p:nvPr>
        </p:nvSpPr>
        <p:spPr/>
        <p:txBody>
          <a:bodyPr/>
          <a:lstStyle/>
          <a:p>
            <a:fld id="{A2C81908-5748-4B49-BD68-6D330C2291A9}" type="slidenum">
              <a:rPr lang="en-GB" smtClean="0"/>
              <a:pPr/>
              <a:t>3</a:t>
            </a:fld>
            <a:endParaRPr lang="en-GB"/>
          </a:p>
        </p:txBody>
      </p:sp>
      <p:sp>
        <p:nvSpPr>
          <p:cNvPr id="24" name="Content Placeholder 9">
            <a:extLst>
              <a:ext uri="{FF2B5EF4-FFF2-40B4-BE49-F238E27FC236}">
                <a16:creationId xmlns:a16="http://schemas.microsoft.com/office/drawing/2014/main" id="{D991D708-31BA-463C-8FA7-FCFFDC1BB2D9}"/>
              </a:ext>
            </a:extLst>
          </p:cNvPr>
          <p:cNvSpPr txBox="1">
            <a:spLocks/>
          </p:cNvSpPr>
          <p:nvPr/>
        </p:nvSpPr>
        <p:spPr>
          <a:xfrm>
            <a:off x="10400789" y="1142335"/>
            <a:ext cx="1337186" cy="2422669"/>
          </a:xfrm>
          <a:prstGeom prst="rect">
            <a:avLst/>
          </a:prstGeom>
        </p:spPr>
        <p:txBody>
          <a:bodyPr vert="horz" lIns="91440" tIns="182880" rIns="91440" bIns="0" rtlCol="0">
            <a:noAutofit/>
          </a:bodyPr>
          <a:lstStyle>
            <a:lvl1pPr marL="179388" indent="-179388" algn="l" defTabSz="914400" rtl="0" eaLnBrk="1" latinLnBrk="0" hangingPunct="1">
              <a:lnSpc>
                <a:spcPts val="1100"/>
              </a:lnSpc>
              <a:spcBef>
                <a:spcPts val="0"/>
              </a:spcBef>
              <a:spcAft>
                <a:spcPts val="400"/>
              </a:spcAft>
              <a:buClr>
                <a:schemeClr val="accent2"/>
              </a:buClr>
              <a:buFont typeface="Wingdings" pitchFamily="2" charset="2"/>
              <a:buChar char="§"/>
              <a:tabLst/>
              <a:defRPr sz="1100" kern="1200">
                <a:solidFill>
                  <a:schemeClr val="accent1"/>
                </a:solidFill>
                <a:latin typeface="+mn-lt"/>
                <a:ea typeface="+mn-ea"/>
                <a:cs typeface="+mn-cs"/>
              </a:defRPr>
            </a:lvl1pPr>
            <a:lvl2pPr marL="508000" indent="-228600" algn="l" defTabSz="914400" rtl="0" eaLnBrk="1" latinLnBrk="0" hangingPunct="1">
              <a:lnSpc>
                <a:spcPct val="100000"/>
              </a:lnSpc>
              <a:spcBef>
                <a:spcPts val="0"/>
              </a:spcBef>
              <a:spcAft>
                <a:spcPts val="600"/>
              </a:spcAft>
              <a:buClr>
                <a:schemeClr val="accent3"/>
              </a:buClr>
              <a:buFont typeface="Wingdings" pitchFamily="2" charset="2"/>
              <a:buChar char="§"/>
              <a:tabLst/>
              <a:defRPr sz="1100" kern="1200">
                <a:solidFill>
                  <a:schemeClr val="accent1"/>
                </a:solidFill>
                <a:latin typeface="+mn-lt"/>
                <a:ea typeface="+mn-ea"/>
                <a:cs typeface="+mn-cs"/>
              </a:defRPr>
            </a:lvl2pPr>
            <a:lvl3pPr marL="736600" indent="-228600" algn="l" defTabSz="914400" rtl="0" eaLnBrk="1" latinLnBrk="0" hangingPunct="1">
              <a:lnSpc>
                <a:spcPct val="100000"/>
              </a:lnSpc>
              <a:spcBef>
                <a:spcPts val="0"/>
              </a:spcBef>
              <a:spcAft>
                <a:spcPts val="600"/>
              </a:spcAft>
              <a:buFont typeface="Wingdings" pitchFamily="2" charset="2"/>
              <a:buChar char="§"/>
              <a:tabLst/>
              <a:defRPr sz="1050" kern="1200">
                <a:solidFill>
                  <a:schemeClr val="accen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accen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65" name="TextBox 64">
            <a:extLst>
              <a:ext uri="{FF2B5EF4-FFF2-40B4-BE49-F238E27FC236}">
                <a16:creationId xmlns:a16="http://schemas.microsoft.com/office/drawing/2014/main" id="{ACA93F27-D283-D33D-E4DA-730F9A2DCFEE}"/>
              </a:ext>
            </a:extLst>
          </p:cNvPr>
          <p:cNvSpPr txBox="1"/>
          <p:nvPr/>
        </p:nvSpPr>
        <p:spPr>
          <a:xfrm>
            <a:off x="10375596" y="1143389"/>
            <a:ext cx="1369347" cy="17081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a:buChar char="•"/>
            </a:pPr>
            <a:r>
              <a:rPr lang="en-US" sz="1050">
                <a:ea typeface="+mn-lt"/>
                <a:cs typeface="+mn-lt"/>
              </a:rPr>
              <a:t>Q2 trajectory is exceeding historical quarterly averages, signaling durable improvement in cash conversion efficiency over prior years</a:t>
            </a:r>
            <a:endParaRPr lang="en-US">
              <a:ea typeface="+mn-lt"/>
              <a:cs typeface="+mn-lt"/>
            </a:endParaRPr>
          </a:p>
        </p:txBody>
      </p:sp>
      <p:pic>
        <p:nvPicPr>
          <p:cNvPr id="7" name="Picture 6">
            <a:extLst>
              <a:ext uri="{FF2B5EF4-FFF2-40B4-BE49-F238E27FC236}">
                <a16:creationId xmlns:a16="http://schemas.microsoft.com/office/drawing/2014/main" id="{06C2CBB9-7631-7583-5898-0E94ACAA2198}"/>
              </a:ext>
            </a:extLst>
          </p:cNvPr>
          <p:cNvPicPr>
            <a:picLocks noChangeAspect="1"/>
          </p:cNvPicPr>
          <p:nvPr/>
        </p:nvPicPr>
        <p:blipFill>
          <a:blip r:embed="rId2"/>
          <a:stretch>
            <a:fillRect/>
          </a:stretch>
        </p:blipFill>
        <p:spPr>
          <a:xfrm>
            <a:off x="6319907" y="3737999"/>
            <a:ext cx="4073914" cy="2418470"/>
          </a:xfrm>
          <a:prstGeom prst="rect">
            <a:avLst/>
          </a:prstGeom>
        </p:spPr>
      </p:pic>
      <p:pic>
        <p:nvPicPr>
          <p:cNvPr id="11" name="chart_weekly_run_rate">
            <a:extLst>
              <a:ext uri="{FF2B5EF4-FFF2-40B4-BE49-F238E27FC236}">
                <a16:creationId xmlns:a16="http://schemas.microsoft.com/office/drawing/2014/main" id="{D611B720-312F-EDD5-2065-B4036BDA5C2F}"/>
              </a:ext>
            </a:extLst>
          </p:cNvPr>
          <p:cNvPicPr>
            <a:picLocks noChangeAspect="1"/>
          </p:cNvPicPr>
          <p:nvPr/>
        </p:nvPicPr>
        <p:blipFill>
          <a:blip r:embed="rId3"/>
          <a:stretch>
            <a:fillRect/>
          </a:stretch>
        </p:blipFill>
        <p:spPr>
          <a:xfrm>
            <a:off x="454025" y="1156273"/>
            <a:ext cx="4081511" cy="2418469"/>
          </a:xfrm>
          <a:prstGeom prst="rect">
            <a:avLst/>
          </a:prstGeom>
        </p:spPr>
      </p:pic>
      <p:pic>
        <p:nvPicPr>
          <p:cNvPr id="16" name="Picture 15">
            <a:extLst>
              <a:ext uri="{FF2B5EF4-FFF2-40B4-BE49-F238E27FC236}">
                <a16:creationId xmlns:a16="http://schemas.microsoft.com/office/drawing/2014/main" id="{9DDF0BFD-30DF-770E-91F8-F57F429B9A4D}"/>
              </a:ext>
            </a:extLst>
          </p:cNvPr>
          <p:cNvPicPr>
            <a:picLocks noChangeAspect="1"/>
          </p:cNvPicPr>
          <p:nvPr/>
        </p:nvPicPr>
        <p:blipFill>
          <a:blip r:embed="rId4"/>
          <a:stretch>
            <a:fillRect/>
          </a:stretch>
        </p:blipFill>
        <p:spPr>
          <a:xfrm>
            <a:off x="6319907" y="1156273"/>
            <a:ext cx="4055689" cy="2418469"/>
          </a:xfrm>
          <a:prstGeom prst="rect">
            <a:avLst/>
          </a:prstGeom>
        </p:spPr>
      </p:pic>
      <p:pic>
        <p:nvPicPr>
          <p:cNvPr id="19" name="Picture 18">
            <a:extLst>
              <a:ext uri="{FF2B5EF4-FFF2-40B4-BE49-F238E27FC236}">
                <a16:creationId xmlns:a16="http://schemas.microsoft.com/office/drawing/2014/main" id="{B54468FD-8E1D-0D02-CE89-1EC6AA0F8E26}"/>
              </a:ext>
            </a:extLst>
          </p:cNvPr>
          <p:cNvPicPr>
            <a:picLocks noChangeAspect="1"/>
          </p:cNvPicPr>
          <p:nvPr/>
        </p:nvPicPr>
        <p:blipFill>
          <a:blip r:embed="rId5"/>
          <a:stretch>
            <a:fillRect/>
          </a:stretch>
        </p:blipFill>
        <p:spPr>
          <a:xfrm>
            <a:off x="464598" y="3733800"/>
            <a:ext cx="4069197" cy="2418469"/>
          </a:xfrm>
          <a:prstGeom prst="rect">
            <a:avLst/>
          </a:prstGeom>
        </p:spPr>
      </p:pic>
    </p:spTree>
    <p:extLst>
      <p:ext uri="{BB962C8B-B14F-4D97-AF65-F5344CB8AC3E}">
        <p14:creationId xmlns:p14="http://schemas.microsoft.com/office/powerpoint/2010/main" val="11177514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45A36A0-7503-CEF6-2608-46B9D2877FEF}"/>
              </a:ext>
            </a:extLst>
          </p:cNvPr>
          <p:cNvSpPr>
            <a:spLocks noGrp="1"/>
          </p:cNvSpPr>
          <p:nvPr>
            <p:ph type="subTitle" idx="1"/>
          </p:nvPr>
        </p:nvSpPr>
        <p:spPr>
          <a:xfrm>
            <a:off x="157515" y="900773"/>
            <a:ext cx="5504688" cy="361950"/>
          </a:xfrm>
        </p:spPr>
        <p:txBody>
          <a:bodyPr vert="horz" lIns="0" tIns="0" rIns="91440" bIns="0" rtlCol="0" anchor="t">
            <a:noAutofit/>
          </a:bodyPr>
          <a:lstStyle/>
          <a:p>
            <a:r>
              <a:rPr lang="en-US"/>
              <a:t>Decreased from $2.97M to $2.82M</a:t>
            </a:r>
          </a:p>
        </p:txBody>
      </p:sp>
      <p:sp>
        <p:nvSpPr>
          <p:cNvPr id="6" name="Slide Number Placeholder 5">
            <a:extLst>
              <a:ext uri="{FF2B5EF4-FFF2-40B4-BE49-F238E27FC236}">
                <a16:creationId xmlns:a16="http://schemas.microsoft.com/office/drawing/2014/main" id="{0883AC41-3134-1EBC-2C00-A7E6581F781C}"/>
              </a:ext>
            </a:extLst>
          </p:cNvPr>
          <p:cNvSpPr>
            <a:spLocks noGrp="1"/>
          </p:cNvSpPr>
          <p:nvPr>
            <p:ph type="sldNum" sz="quarter" idx="4"/>
          </p:nvPr>
        </p:nvSpPr>
        <p:spPr/>
        <p:txBody>
          <a:bodyPr/>
          <a:lstStyle/>
          <a:p>
            <a:fld id="{A2C81908-5748-4B49-BD68-6D330C2291A9}" type="slidenum">
              <a:rPr lang="en-GB" smtClean="0"/>
              <a:pPr/>
              <a:t>4</a:t>
            </a:fld>
            <a:endParaRPr lang="en-GB"/>
          </a:p>
        </p:txBody>
      </p:sp>
      <p:sp>
        <p:nvSpPr>
          <p:cNvPr id="7" name="Title 1">
            <a:extLst>
              <a:ext uri="{FF2B5EF4-FFF2-40B4-BE49-F238E27FC236}">
                <a16:creationId xmlns:a16="http://schemas.microsoft.com/office/drawing/2014/main" id="{E34765D5-6EF4-3490-F07B-1176219FF691}"/>
              </a:ext>
            </a:extLst>
          </p:cNvPr>
          <p:cNvSpPr>
            <a:spLocks noGrp="1"/>
          </p:cNvSpPr>
          <p:nvPr>
            <p:ph type="title"/>
          </p:nvPr>
        </p:nvSpPr>
        <p:spPr>
          <a:xfrm>
            <a:off x="157515" y="171134"/>
            <a:ext cx="9107601" cy="695325"/>
          </a:xfrm>
        </p:spPr>
        <p:txBody>
          <a:bodyPr/>
          <a:lstStyle/>
          <a:p>
            <a:r>
              <a:rPr lang="en-US" sz="2800"/>
              <a:t>Aging Control: &gt;60 Balance vs Target + Movement</a:t>
            </a:r>
          </a:p>
        </p:txBody>
      </p:sp>
      <p:sp>
        <p:nvSpPr>
          <p:cNvPr id="26" name="Subtitle 2">
            <a:extLst>
              <a:ext uri="{FF2B5EF4-FFF2-40B4-BE49-F238E27FC236}">
                <a16:creationId xmlns:a16="http://schemas.microsoft.com/office/drawing/2014/main" id="{1327DA82-5C39-BACC-0CB8-63F9DBAC7056}"/>
              </a:ext>
            </a:extLst>
          </p:cNvPr>
          <p:cNvSpPr txBox="1">
            <a:spLocks/>
          </p:cNvSpPr>
          <p:nvPr/>
        </p:nvSpPr>
        <p:spPr>
          <a:xfrm>
            <a:off x="9219427" y="103051"/>
            <a:ext cx="2976744" cy="361950"/>
          </a:xfrm>
          <a:prstGeom prst="rect">
            <a:avLst/>
          </a:prstGeom>
        </p:spPr>
        <p:txBody>
          <a:bodyPr vert="horz" lIns="0" tIns="0" rIns="91440" bIns="0" rtlCol="0" anchor="t">
            <a:noAutofit/>
          </a:bodyPr>
          <a:lstStyle>
            <a:lvl1pPr marL="0" indent="0" algn="l" defTabSz="914400" rtl="0" eaLnBrk="1" latinLnBrk="0" hangingPunct="1">
              <a:lnSpc>
                <a:spcPts val="2400"/>
              </a:lnSpc>
              <a:spcBef>
                <a:spcPts val="0"/>
              </a:spcBef>
              <a:spcAft>
                <a:spcPts val="0"/>
              </a:spcAft>
              <a:buClr>
                <a:schemeClr val="accent2"/>
              </a:buClr>
              <a:buFont typeface="Wingdings" pitchFamily="2" charset="2"/>
              <a:buNone/>
              <a:tabLst/>
              <a:defRPr sz="2400" kern="1200">
                <a:solidFill>
                  <a:schemeClr val="accent4"/>
                </a:solidFill>
                <a:latin typeface="+mn-lt"/>
                <a:ea typeface="+mn-ea"/>
                <a:cs typeface="+mn-cs"/>
              </a:defRPr>
            </a:lvl1pPr>
            <a:lvl2pPr marL="457200" indent="0" algn="ctr" defTabSz="914400" rtl="0" eaLnBrk="1" latinLnBrk="0" hangingPunct="1">
              <a:lnSpc>
                <a:spcPct val="100000"/>
              </a:lnSpc>
              <a:spcBef>
                <a:spcPts val="0"/>
              </a:spcBef>
              <a:spcAft>
                <a:spcPts val="600"/>
              </a:spcAft>
              <a:buClr>
                <a:schemeClr val="accent3"/>
              </a:buClr>
              <a:buFont typeface="Wingdings" pitchFamily="2" charset="2"/>
              <a:buNone/>
              <a:tabLst/>
              <a:defRPr sz="2000" kern="1200">
                <a:solidFill>
                  <a:schemeClr val="accent1"/>
                </a:solidFill>
                <a:latin typeface="+mn-lt"/>
                <a:ea typeface="+mn-ea"/>
                <a:cs typeface="+mn-cs"/>
              </a:defRPr>
            </a:lvl2pPr>
            <a:lvl3pPr marL="914400" indent="0" algn="ctr" defTabSz="914400" rtl="0" eaLnBrk="1" latinLnBrk="0" hangingPunct="1">
              <a:lnSpc>
                <a:spcPct val="100000"/>
              </a:lnSpc>
              <a:spcBef>
                <a:spcPts val="0"/>
              </a:spcBef>
              <a:spcAft>
                <a:spcPts val="600"/>
              </a:spcAft>
              <a:buFont typeface="Wingdings" pitchFamily="2" charset="2"/>
              <a:buNone/>
              <a:tabLst/>
              <a:defRPr sz="1800" kern="1200">
                <a:solidFill>
                  <a:schemeClr val="accent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accent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accent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t>Q2 Target = &lt;&lt;$2.90M</a:t>
            </a:r>
          </a:p>
        </p:txBody>
      </p:sp>
      <p:graphicFrame>
        <p:nvGraphicFramePr>
          <p:cNvPr id="8" name="Table 7">
            <a:extLst>
              <a:ext uri="{FF2B5EF4-FFF2-40B4-BE49-F238E27FC236}">
                <a16:creationId xmlns:a16="http://schemas.microsoft.com/office/drawing/2014/main" id="{18D9A839-FF7A-937F-24BB-9FAD1930ED74}"/>
              </a:ext>
            </a:extLst>
          </p:cNvPr>
          <p:cNvGraphicFramePr>
            <a:graphicFrameLocks noGrp="1"/>
          </p:cNvGraphicFramePr>
          <p:nvPr>
            <p:extLst>
              <p:ext uri="{D42A27DB-BD31-4B8C-83A1-F6EECF244321}">
                <p14:modId xmlns:p14="http://schemas.microsoft.com/office/powerpoint/2010/main" val="2535626108"/>
              </p:ext>
            </p:extLst>
          </p:nvPr>
        </p:nvGraphicFramePr>
        <p:xfrm>
          <a:off x="624046" y="2132328"/>
          <a:ext cx="3936965" cy="1854200"/>
        </p:xfrm>
        <a:graphic>
          <a:graphicData uri="http://schemas.openxmlformats.org/drawingml/2006/table">
            <a:tbl>
              <a:tblPr firstRow="1" bandRow="1">
                <a:tableStyleId>{5C22544A-7EE6-4342-B048-85BDC9FD1C3A}</a:tableStyleId>
              </a:tblPr>
              <a:tblGrid>
                <a:gridCol w="2473043">
                  <a:extLst>
                    <a:ext uri="{9D8B030D-6E8A-4147-A177-3AD203B41FA5}">
                      <a16:colId xmlns:a16="http://schemas.microsoft.com/office/drawing/2014/main" val="2789579519"/>
                    </a:ext>
                  </a:extLst>
                </a:gridCol>
                <a:gridCol w="1463922">
                  <a:extLst>
                    <a:ext uri="{9D8B030D-6E8A-4147-A177-3AD203B41FA5}">
                      <a16:colId xmlns:a16="http://schemas.microsoft.com/office/drawing/2014/main" val="3730144083"/>
                    </a:ext>
                  </a:extLst>
                </a:gridCol>
              </a:tblGrid>
              <a:tr h="370840">
                <a:tc>
                  <a:txBody>
                    <a:bodyPr/>
                    <a:lstStyle/>
                    <a:p>
                      <a:r>
                        <a:rPr lang="en-US"/>
                        <a:t>Aging Controls</a:t>
                      </a:r>
                    </a:p>
                  </a:txBody>
                  <a:tcPr/>
                </a:tc>
                <a:tc>
                  <a:txBody>
                    <a:bodyPr/>
                    <a:lstStyle/>
                    <a:p>
                      <a:r>
                        <a:rPr lang="en-US"/>
                        <a:t>Results</a:t>
                      </a:r>
                    </a:p>
                  </a:txBody>
                  <a:tcPr/>
                </a:tc>
                <a:extLst>
                  <a:ext uri="{0D108BD9-81ED-4DB2-BD59-A6C34878D82A}">
                    <a16:rowId xmlns:a16="http://schemas.microsoft.com/office/drawing/2014/main" val="3049175634"/>
                  </a:ext>
                </a:extLst>
              </a:tr>
              <a:tr h="370840">
                <a:tc>
                  <a:txBody>
                    <a:bodyPr/>
                    <a:lstStyle/>
                    <a:p>
                      <a:r>
                        <a:rPr lang="en-US"/>
                        <a:t>Starting &gt;60</a:t>
                      </a:r>
                    </a:p>
                  </a:txBody>
                  <a:tcPr/>
                </a:tc>
                <a:tc>
                  <a:txBody>
                    <a:bodyPr/>
                    <a:lstStyle/>
                    <a:p>
                      <a:pPr algn="r"/>
                      <a:r>
                        <a:rPr lang="en-US"/>
                        <a:t>$2.97M</a:t>
                      </a:r>
                    </a:p>
                  </a:txBody>
                  <a:tcPr/>
                </a:tc>
                <a:extLst>
                  <a:ext uri="{0D108BD9-81ED-4DB2-BD59-A6C34878D82A}">
                    <a16:rowId xmlns:a16="http://schemas.microsoft.com/office/drawing/2014/main" val="1448505535"/>
                  </a:ext>
                </a:extLst>
              </a:tr>
              <a:tr h="370840">
                <a:tc>
                  <a:txBody>
                    <a:bodyPr/>
                    <a:lstStyle/>
                    <a:p>
                      <a:r>
                        <a:rPr lang="en-US"/>
                        <a:t>Rolled into &gt;60</a:t>
                      </a:r>
                    </a:p>
                  </a:txBody>
                  <a:tcPr/>
                </a:tc>
                <a:tc>
                  <a:txBody>
                    <a:bodyPr/>
                    <a:lstStyle/>
                    <a:p>
                      <a:pPr algn="r"/>
                      <a:r>
                        <a:rPr lang="en-US">
                          <a:solidFill>
                            <a:srgbClr val="FF0000"/>
                          </a:solidFill>
                        </a:rPr>
                        <a:t>$161k</a:t>
                      </a:r>
                    </a:p>
                  </a:txBody>
                  <a:tcPr/>
                </a:tc>
                <a:extLst>
                  <a:ext uri="{0D108BD9-81ED-4DB2-BD59-A6C34878D82A}">
                    <a16:rowId xmlns:a16="http://schemas.microsoft.com/office/drawing/2014/main" val="649935533"/>
                  </a:ext>
                </a:extLst>
              </a:tr>
              <a:tr h="370840">
                <a:tc>
                  <a:txBody>
                    <a:bodyPr/>
                    <a:lstStyle/>
                    <a:p>
                      <a:r>
                        <a:rPr lang="en-US"/>
                        <a:t>Collected from &gt;60</a:t>
                      </a:r>
                    </a:p>
                  </a:txBody>
                  <a:tcPr/>
                </a:tc>
                <a:tc>
                  <a:txBody>
                    <a:bodyPr/>
                    <a:lstStyle/>
                    <a:p>
                      <a:pPr algn="r"/>
                      <a:r>
                        <a:rPr lang="en-US">
                          <a:solidFill>
                            <a:srgbClr val="00B050"/>
                          </a:solidFill>
                        </a:rPr>
                        <a:t>$292k</a:t>
                      </a:r>
                    </a:p>
                  </a:txBody>
                  <a:tcPr/>
                </a:tc>
                <a:extLst>
                  <a:ext uri="{0D108BD9-81ED-4DB2-BD59-A6C34878D82A}">
                    <a16:rowId xmlns:a16="http://schemas.microsoft.com/office/drawing/2014/main" val="3448661983"/>
                  </a:ext>
                </a:extLst>
              </a:tr>
              <a:tr h="370840">
                <a:tc>
                  <a:txBody>
                    <a:bodyPr/>
                    <a:lstStyle/>
                    <a:p>
                      <a:r>
                        <a:rPr lang="en-US"/>
                        <a:t>Ending &gt;60</a:t>
                      </a:r>
                    </a:p>
                  </a:txBody>
                  <a:tcPr/>
                </a:tc>
                <a:tc>
                  <a:txBody>
                    <a:bodyPr/>
                    <a:lstStyle/>
                    <a:p>
                      <a:pPr algn="r"/>
                      <a:r>
                        <a:rPr lang="en-US"/>
                        <a:t>$2.82M</a:t>
                      </a:r>
                    </a:p>
                  </a:txBody>
                  <a:tcPr/>
                </a:tc>
                <a:extLst>
                  <a:ext uri="{0D108BD9-81ED-4DB2-BD59-A6C34878D82A}">
                    <a16:rowId xmlns:a16="http://schemas.microsoft.com/office/drawing/2014/main" val="3272514769"/>
                  </a:ext>
                </a:extLst>
              </a:tr>
            </a:tbl>
          </a:graphicData>
        </a:graphic>
      </p:graphicFrame>
      <p:pic>
        <p:nvPicPr>
          <p:cNvPr id="4" name="chart_total_ar_aging">
            <a:extLst>
              <a:ext uri="{FF2B5EF4-FFF2-40B4-BE49-F238E27FC236}">
                <a16:creationId xmlns:a16="http://schemas.microsoft.com/office/drawing/2014/main" id="{9CFC7D71-36A4-69E5-EE1E-C00237B85477}"/>
              </a:ext>
            </a:extLst>
          </p:cNvPr>
          <p:cNvPicPr>
            <a:picLocks noChangeAspect="1"/>
          </p:cNvPicPr>
          <p:nvPr/>
        </p:nvPicPr>
        <p:blipFill>
          <a:blip r:embed="rId3"/>
          <a:stretch>
            <a:fillRect/>
          </a:stretch>
        </p:blipFill>
        <p:spPr>
          <a:xfrm>
            <a:off x="178666" y="5064941"/>
            <a:ext cx="11863080" cy="1048799"/>
          </a:xfrm>
          <a:prstGeom prst="rect">
            <a:avLst/>
          </a:prstGeom>
        </p:spPr>
      </p:pic>
      <p:pic>
        <p:nvPicPr>
          <p:cNvPr id="9" name="chart_gt60_trend">
            <a:extLst>
              <a:ext uri="{FF2B5EF4-FFF2-40B4-BE49-F238E27FC236}">
                <a16:creationId xmlns:a16="http://schemas.microsoft.com/office/drawing/2014/main" id="{029CC8CE-8479-334D-822B-5334F5C10950}"/>
              </a:ext>
            </a:extLst>
          </p:cNvPr>
          <p:cNvPicPr>
            <a:picLocks noChangeAspect="1"/>
          </p:cNvPicPr>
          <p:nvPr/>
        </p:nvPicPr>
        <p:blipFill>
          <a:blip r:embed="rId4"/>
          <a:stretch>
            <a:fillRect/>
          </a:stretch>
        </p:blipFill>
        <p:spPr>
          <a:xfrm>
            <a:off x="5361518" y="1617951"/>
            <a:ext cx="5959012" cy="3050111"/>
          </a:xfrm>
          <a:prstGeom prst="rect">
            <a:avLst/>
          </a:prstGeom>
        </p:spPr>
      </p:pic>
    </p:spTree>
    <p:extLst>
      <p:ext uri="{BB962C8B-B14F-4D97-AF65-F5344CB8AC3E}">
        <p14:creationId xmlns:p14="http://schemas.microsoft.com/office/powerpoint/2010/main" val="11887365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A144E420-0626-9DB5-DAE8-D88D35D0EF1C}"/>
              </a:ext>
            </a:extLst>
          </p:cNvPr>
          <p:cNvSpPr>
            <a:spLocks noGrp="1"/>
          </p:cNvSpPr>
          <p:nvPr>
            <p:ph type="title"/>
          </p:nvPr>
        </p:nvSpPr>
        <p:spPr>
          <a:xfrm>
            <a:off x="450047" y="89483"/>
            <a:ext cx="7546350" cy="925853"/>
          </a:xfrm>
        </p:spPr>
        <p:txBody>
          <a:bodyPr/>
          <a:lstStyle/>
          <a:p>
            <a:r>
              <a:rPr lang="en-US" sz="2800"/>
              <a:t>Forward Risk: Next 30 Days Likely to Roll</a:t>
            </a:r>
          </a:p>
        </p:txBody>
      </p:sp>
      <p:sp>
        <p:nvSpPr>
          <p:cNvPr id="5" name="Slide Number Placeholder 4">
            <a:extLst>
              <a:ext uri="{FF2B5EF4-FFF2-40B4-BE49-F238E27FC236}">
                <a16:creationId xmlns:a16="http://schemas.microsoft.com/office/drawing/2014/main" id="{3F30057D-83E3-714C-25AC-45EEDA361DD1}"/>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2C81908-5748-4B49-BD68-6D330C2291A9}" type="slidenum">
              <a:rPr kumimoji="0" lang="en-GB" sz="1100" b="1" i="0" u="none" strike="noStrike" kern="1200" cap="none" spc="0" normalizeH="0" baseline="0" noProof="0" smtClean="0">
                <a:ln>
                  <a:noFill/>
                </a:ln>
                <a:solidFill>
                  <a:srgbClr val="020202"/>
                </a:solidFill>
                <a:effectLst/>
                <a:uLnTx/>
                <a:uFillTx/>
                <a:latin typeface="Franklin Gothic Book" panose="020B05030201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GB" sz="1100" b="1" i="0" u="none" strike="noStrike" kern="1200" cap="none" spc="0" normalizeH="0" baseline="0" noProof="0">
              <a:ln>
                <a:noFill/>
              </a:ln>
              <a:solidFill>
                <a:srgbClr val="020202"/>
              </a:solidFill>
              <a:effectLst/>
              <a:uLnTx/>
              <a:uFillTx/>
              <a:latin typeface="Franklin Gothic Book" panose="020B0503020102020204"/>
              <a:ea typeface="+mn-ea"/>
              <a:cs typeface="+mn-cs"/>
            </a:endParaRPr>
          </a:p>
        </p:txBody>
      </p:sp>
      <p:sp>
        <p:nvSpPr>
          <p:cNvPr id="4" name="Subtitle 17">
            <a:extLst>
              <a:ext uri="{FF2B5EF4-FFF2-40B4-BE49-F238E27FC236}">
                <a16:creationId xmlns:a16="http://schemas.microsoft.com/office/drawing/2014/main" id="{EB403A06-D436-D0C3-A648-0A83F7AE3DA7}"/>
              </a:ext>
            </a:extLst>
          </p:cNvPr>
          <p:cNvSpPr txBox="1">
            <a:spLocks/>
          </p:cNvSpPr>
          <p:nvPr/>
        </p:nvSpPr>
        <p:spPr>
          <a:xfrm>
            <a:off x="450047" y="832206"/>
            <a:ext cx="6562086" cy="353192"/>
          </a:xfrm>
          <a:prstGeom prst="rect">
            <a:avLst/>
          </a:prstGeom>
        </p:spPr>
        <p:txBody>
          <a:bodyPr vert="horz" lIns="0" tIns="0" rIns="91440" bIns="0" rtlCol="0" anchor="t">
            <a:noAutofit/>
          </a:bodyPr>
          <a:lstStyle>
            <a:lvl1pPr marL="0" indent="0" algn="l" defTabSz="914400" rtl="0" eaLnBrk="1" latinLnBrk="0" hangingPunct="1">
              <a:lnSpc>
                <a:spcPts val="2400"/>
              </a:lnSpc>
              <a:spcBef>
                <a:spcPts val="0"/>
              </a:spcBef>
              <a:spcAft>
                <a:spcPts val="0"/>
              </a:spcAft>
              <a:buClr>
                <a:schemeClr val="accent2"/>
              </a:buClr>
              <a:buFont typeface="Wingdings" pitchFamily="2" charset="2"/>
              <a:buNone/>
              <a:tabLst/>
              <a:defRPr sz="2400" kern="1200">
                <a:solidFill>
                  <a:schemeClr val="accent4"/>
                </a:solidFill>
                <a:latin typeface="+mn-lt"/>
                <a:ea typeface="+mn-ea"/>
                <a:cs typeface="+mn-cs"/>
              </a:defRPr>
            </a:lvl1pPr>
            <a:lvl2pPr marL="457200" indent="0" algn="ctr" defTabSz="914400" rtl="0" eaLnBrk="1" latinLnBrk="0" hangingPunct="1">
              <a:lnSpc>
                <a:spcPct val="100000"/>
              </a:lnSpc>
              <a:spcBef>
                <a:spcPts val="0"/>
              </a:spcBef>
              <a:spcAft>
                <a:spcPts val="600"/>
              </a:spcAft>
              <a:buClr>
                <a:schemeClr val="accent3"/>
              </a:buClr>
              <a:buFont typeface="Wingdings" pitchFamily="2" charset="2"/>
              <a:buNone/>
              <a:tabLst/>
              <a:defRPr sz="2000" kern="1200">
                <a:solidFill>
                  <a:schemeClr val="accent1"/>
                </a:solidFill>
                <a:latin typeface="+mn-lt"/>
                <a:ea typeface="+mn-ea"/>
                <a:cs typeface="+mn-cs"/>
              </a:defRPr>
            </a:lvl2pPr>
            <a:lvl3pPr marL="914400" indent="0" algn="ctr" defTabSz="914400" rtl="0" eaLnBrk="1" latinLnBrk="0" hangingPunct="1">
              <a:lnSpc>
                <a:spcPct val="100000"/>
              </a:lnSpc>
              <a:spcBef>
                <a:spcPts val="0"/>
              </a:spcBef>
              <a:spcAft>
                <a:spcPts val="600"/>
              </a:spcAft>
              <a:buFont typeface="Wingdings" pitchFamily="2" charset="2"/>
              <a:buNone/>
              <a:tabLst/>
              <a:defRPr sz="1800" kern="1200">
                <a:solidFill>
                  <a:schemeClr val="accent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accent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accent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t>Top 4 Accounts Likely to Roll within 30 Days</a:t>
            </a:r>
          </a:p>
        </p:txBody>
      </p:sp>
      <p:graphicFrame>
        <p:nvGraphicFramePr>
          <p:cNvPr id="2" name="Diagram 1">
            <a:extLst>
              <a:ext uri="{FF2B5EF4-FFF2-40B4-BE49-F238E27FC236}">
                <a16:creationId xmlns:a16="http://schemas.microsoft.com/office/drawing/2014/main" id="{D85E86B4-BF77-6E50-233D-9DC3F6A19587}"/>
              </a:ext>
            </a:extLst>
          </p:cNvPr>
          <p:cNvGraphicFramePr/>
          <p:nvPr>
            <p:extLst>
              <p:ext uri="{D42A27DB-BD31-4B8C-83A1-F6EECF244321}">
                <p14:modId xmlns:p14="http://schemas.microsoft.com/office/powerpoint/2010/main" val="3845631703"/>
              </p:ext>
            </p:extLst>
          </p:nvPr>
        </p:nvGraphicFramePr>
        <p:xfrm>
          <a:off x="1147113" y="1287153"/>
          <a:ext cx="9897603" cy="51222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6" name="chart_upcoming_to_60" descr="A blue circle with numbers and a red circle&#10;&#10;AI-generated content may be incorrect.">
            <a:extLst>
              <a:ext uri="{FF2B5EF4-FFF2-40B4-BE49-F238E27FC236}">
                <a16:creationId xmlns:a16="http://schemas.microsoft.com/office/drawing/2014/main" id="{FC8CBB72-D7A7-3EED-7E24-F418703632D0}"/>
              </a:ext>
            </a:extLst>
          </p:cNvPr>
          <p:cNvPicPr>
            <a:picLocks noChangeAspect="1"/>
          </p:cNvPicPr>
          <p:nvPr/>
        </p:nvPicPr>
        <p:blipFill>
          <a:blip r:embed="rId7"/>
          <a:stretch>
            <a:fillRect/>
          </a:stretch>
        </p:blipFill>
        <p:spPr>
          <a:xfrm>
            <a:off x="9364209" y="93662"/>
            <a:ext cx="1682297" cy="1490890"/>
          </a:xfrm>
          <a:prstGeom prst="rect">
            <a:avLst/>
          </a:prstGeom>
        </p:spPr>
      </p:pic>
    </p:spTree>
    <p:extLst>
      <p:ext uri="{BB962C8B-B14F-4D97-AF65-F5344CB8AC3E}">
        <p14:creationId xmlns:p14="http://schemas.microsoft.com/office/powerpoint/2010/main" val="31334903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6D209-68AA-6329-D26D-5537E8002936}"/>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7BEB42F8-BE07-D71C-4ECC-9C7EA22AB21D}"/>
              </a:ext>
            </a:extLst>
          </p:cNvPr>
          <p:cNvSpPr>
            <a:spLocks noGrp="1"/>
          </p:cNvSpPr>
          <p:nvPr>
            <p:ph type="title"/>
          </p:nvPr>
        </p:nvSpPr>
        <p:spPr>
          <a:xfrm>
            <a:off x="454" y="217535"/>
            <a:ext cx="8153644" cy="694944"/>
          </a:xfrm>
        </p:spPr>
        <p:txBody>
          <a:bodyPr vert="horz" lIns="91440" tIns="45720" rIns="91440" bIns="45720" rtlCol="0" anchor="t">
            <a:normAutofit/>
          </a:bodyPr>
          <a:lstStyle/>
          <a:p>
            <a:r>
              <a:rPr lang="en-US" sz="2800"/>
              <a:t>Current Risk: &gt;60 Days Past Due Top 10 Customers</a:t>
            </a:r>
          </a:p>
        </p:txBody>
      </p:sp>
      <p:graphicFrame>
        <p:nvGraphicFramePr>
          <p:cNvPr id="13" name="Table 12">
            <a:extLst>
              <a:ext uri="{FF2B5EF4-FFF2-40B4-BE49-F238E27FC236}">
                <a16:creationId xmlns:a16="http://schemas.microsoft.com/office/drawing/2014/main" id="{77ADAFB7-06DD-0817-3FD4-97C8643A93CD}"/>
              </a:ext>
            </a:extLst>
          </p:cNvPr>
          <p:cNvGraphicFramePr>
            <a:graphicFrameLocks noGrp="1"/>
          </p:cNvGraphicFramePr>
          <p:nvPr>
            <p:extLst>
              <p:ext uri="{D42A27DB-BD31-4B8C-83A1-F6EECF244321}">
                <p14:modId xmlns:p14="http://schemas.microsoft.com/office/powerpoint/2010/main" val="2019940236"/>
              </p:ext>
            </p:extLst>
          </p:nvPr>
        </p:nvGraphicFramePr>
        <p:xfrm>
          <a:off x="240936" y="916215"/>
          <a:ext cx="11948568" cy="5973807"/>
        </p:xfrm>
        <a:graphic>
          <a:graphicData uri="http://schemas.openxmlformats.org/drawingml/2006/table">
            <a:tbl>
              <a:tblPr/>
              <a:tblGrid>
                <a:gridCol w="1412582">
                  <a:extLst>
                    <a:ext uri="{9D8B030D-6E8A-4147-A177-3AD203B41FA5}">
                      <a16:colId xmlns:a16="http://schemas.microsoft.com/office/drawing/2014/main" val="387751828"/>
                    </a:ext>
                  </a:extLst>
                </a:gridCol>
                <a:gridCol w="693987">
                  <a:extLst>
                    <a:ext uri="{9D8B030D-6E8A-4147-A177-3AD203B41FA5}">
                      <a16:colId xmlns:a16="http://schemas.microsoft.com/office/drawing/2014/main" val="3195371532"/>
                    </a:ext>
                  </a:extLst>
                </a:gridCol>
                <a:gridCol w="1812079">
                  <a:extLst>
                    <a:ext uri="{9D8B030D-6E8A-4147-A177-3AD203B41FA5}">
                      <a16:colId xmlns:a16="http://schemas.microsoft.com/office/drawing/2014/main" val="4294670584"/>
                    </a:ext>
                  </a:extLst>
                </a:gridCol>
                <a:gridCol w="1529342">
                  <a:extLst>
                    <a:ext uri="{9D8B030D-6E8A-4147-A177-3AD203B41FA5}">
                      <a16:colId xmlns:a16="http://schemas.microsoft.com/office/drawing/2014/main" val="3591506005"/>
                    </a:ext>
                  </a:extLst>
                </a:gridCol>
                <a:gridCol w="1034555">
                  <a:extLst>
                    <a:ext uri="{9D8B030D-6E8A-4147-A177-3AD203B41FA5}">
                      <a16:colId xmlns:a16="http://schemas.microsoft.com/office/drawing/2014/main" val="499280199"/>
                    </a:ext>
                  </a:extLst>
                </a:gridCol>
                <a:gridCol w="873910">
                  <a:extLst>
                    <a:ext uri="{9D8B030D-6E8A-4147-A177-3AD203B41FA5}">
                      <a16:colId xmlns:a16="http://schemas.microsoft.com/office/drawing/2014/main" val="4005455265"/>
                    </a:ext>
                  </a:extLst>
                </a:gridCol>
                <a:gridCol w="4592113">
                  <a:extLst>
                    <a:ext uri="{9D8B030D-6E8A-4147-A177-3AD203B41FA5}">
                      <a16:colId xmlns:a16="http://schemas.microsoft.com/office/drawing/2014/main" val="4255211462"/>
                    </a:ext>
                  </a:extLst>
                </a:gridCol>
              </a:tblGrid>
              <a:tr h="358450">
                <a:tc>
                  <a:txBody>
                    <a:bodyPr/>
                    <a:lstStyle/>
                    <a:p>
                      <a:pPr algn="ctr" fontAlgn="b"/>
                      <a:r>
                        <a:rPr lang="en-US" sz="750" b="1" i="0" u="none" strike="noStrike">
                          <a:solidFill>
                            <a:srgbClr val="FFFFFF"/>
                          </a:solidFill>
                          <a:effectLst/>
                          <a:latin typeface="Arial"/>
                          <a:cs typeface="Arial"/>
                        </a:rPr>
                        <a:t>Customer</a:t>
                      </a:r>
                    </a:p>
                  </a:txBody>
                  <a:tcPr marL="2879" marR="2879" marT="287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E2841"/>
                    </a:solidFill>
                  </a:tcPr>
                </a:tc>
                <a:tc>
                  <a:txBody>
                    <a:bodyPr/>
                    <a:lstStyle/>
                    <a:p>
                      <a:pPr algn="ctr" fontAlgn="b"/>
                      <a:r>
                        <a:rPr lang="en-US" sz="750" b="1" i="0" u="none" strike="noStrike">
                          <a:solidFill>
                            <a:srgbClr val="FFFFFF"/>
                          </a:solidFill>
                          <a:effectLst/>
                          <a:latin typeface="Arial"/>
                          <a:cs typeface="Arial"/>
                        </a:rPr>
                        <a:t>Aged AR Exposure</a:t>
                      </a:r>
                    </a:p>
                  </a:txBody>
                  <a:tcPr marL="2879" marR="2879" marT="287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E2841"/>
                    </a:solidFill>
                  </a:tcPr>
                </a:tc>
                <a:tc>
                  <a:txBody>
                    <a:bodyPr/>
                    <a:lstStyle/>
                    <a:p>
                      <a:pPr algn="ctr" fontAlgn="b"/>
                      <a:r>
                        <a:rPr lang="en-US" sz="750" b="1" i="0" u="none" strike="noStrike">
                          <a:solidFill>
                            <a:srgbClr val="FFFFFF"/>
                          </a:solidFill>
                          <a:effectLst/>
                          <a:latin typeface="Arial"/>
                          <a:cs typeface="Arial"/>
                        </a:rPr>
                        <a:t>Current Status</a:t>
                      </a:r>
                    </a:p>
                  </a:txBody>
                  <a:tcPr marL="2879" marR="2879" marT="287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E2841"/>
                    </a:solidFill>
                  </a:tcPr>
                </a:tc>
                <a:tc>
                  <a:txBody>
                    <a:bodyPr/>
                    <a:lstStyle/>
                    <a:p>
                      <a:pPr algn="ctr" fontAlgn="b"/>
                      <a:r>
                        <a:rPr lang="en-US" sz="750" b="1" i="0" u="none" strike="noStrike">
                          <a:solidFill>
                            <a:srgbClr val="FFFFFF"/>
                          </a:solidFill>
                          <a:effectLst/>
                          <a:latin typeface="Arial"/>
                          <a:cs typeface="Arial"/>
                        </a:rPr>
                        <a:t>Root Cause</a:t>
                      </a:r>
                    </a:p>
                  </a:txBody>
                  <a:tcPr marL="2879" marR="2879" marT="287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E2841"/>
                    </a:solidFill>
                  </a:tcPr>
                </a:tc>
                <a:tc>
                  <a:txBody>
                    <a:bodyPr/>
                    <a:lstStyle/>
                    <a:p>
                      <a:pPr algn="ctr" fontAlgn="b"/>
                      <a:r>
                        <a:rPr lang="en-US" sz="750" b="1" i="0" u="none" strike="noStrike">
                          <a:solidFill>
                            <a:srgbClr val="FFFFFF"/>
                          </a:solidFill>
                          <a:effectLst/>
                          <a:latin typeface="Arial"/>
                          <a:cs typeface="Arial"/>
                        </a:rPr>
                        <a:t>LOB/GM Owner</a:t>
                      </a:r>
                    </a:p>
                  </a:txBody>
                  <a:tcPr marL="2879" marR="2879" marT="287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7132"/>
                    </a:solidFill>
                  </a:tcPr>
                </a:tc>
                <a:tc>
                  <a:txBody>
                    <a:bodyPr/>
                    <a:lstStyle/>
                    <a:p>
                      <a:pPr algn="ctr" fontAlgn="b"/>
                      <a:r>
                        <a:rPr lang="en-US" sz="750" b="1" i="0" u="none" strike="noStrike">
                          <a:solidFill>
                            <a:srgbClr val="FFFFFF"/>
                          </a:solidFill>
                          <a:effectLst/>
                          <a:latin typeface="Arial"/>
                          <a:cs typeface="Arial"/>
                        </a:rPr>
                        <a:t> Collection Timeline</a:t>
                      </a:r>
                    </a:p>
                  </a:txBody>
                  <a:tcPr marL="2879" marR="2879" marT="287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7132"/>
                    </a:solidFill>
                  </a:tcPr>
                </a:tc>
                <a:tc>
                  <a:txBody>
                    <a:bodyPr/>
                    <a:lstStyle/>
                    <a:p>
                      <a:pPr algn="ctr" fontAlgn="b"/>
                      <a:r>
                        <a:rPr lang="en-US" sz="750" b="1" i="0" u="none" strike="noStrike">
                          <a:solidFill>
                            <a:srgbClr val="FFFFFF"/>
                          </a:solidFill>
                          <a:effectLst/>
                          <a:latin typeface="Arial"/>
                          <a:cs typeface="Arial"/>
                        </a:rPr>
                        <a:t>                                                                                                                                                </a:t>
                      </a:r>
                      <a:endParaRPr lang="en-US" sz="750">
                        <a:latin typeface="Arial"/>
                        <a:cs typeface="Arial"/>
                      </a:endParaRPr>
                    </a:p>
                    <a:p>
                      <a:pPr lvl="0" algn="ctr">
                        <a:buNone/>
                      </a:pPr>
                      <a:r>
                        <a:rPr lang="en-US" sz="750" b="1" i="0" u="none" strike="noStrike">
                          <a:solidFill>
                            <a:srgbClr val="FFFFFF"/>
                          </a:solidFill>
                          <a:effectLst/>
                          <a:latin typeface="Arial"/>
                          <a:cs typeface="Arial"/>
                        </a:rPr>
                        <a:t>Next Action/Blockers/Help Needed</a:t>
                      </a:r>
                    </a:p>
                  </a:txBody>
                  <a:tcPr marL="2879" marR="2879" marT="287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7132"/>
                    </a:solidFill>
                  </a:tcPr>
                </a:tc>
                <a:extLst>
                  <a:ext uri="{0D108BD9-81ED-4DB2-BD59-A6C34878D82A}">
                    <a16:rowId xmlns:a16="http://schemas.microsoft.com/office/drawing/2014/main" val="3080581189"/>
                  </a:ext>
                </a:extLst>
              </a:tr>
              <a:tr h="438103">
                <a:tc>
                  <a:txBody>
                    <a:bodyPr/>
                    <a:lstStyle/>
                    <a:p>
                      <a:pPr lvl="0" algn="l">
                        <a:lnSpc>
                          <a:spcPct val="100000"/>
                        </a:lnSpc>
                        <a:spcBef>
                          <a:spcPts val="0"/>
                        </a:spcBef>
                        <a:spcAft>
                          <a:spcPts val="0"/>
                        </a:spcAft>
                        <a:buNone/>
                      </a:pPr>
                      <a:r>
                        <a:rPr lang="pt-BR" sz="750" b="0" i="0" u="none" strike="noStrike" noProof="0">
                          <a:solidFill>
                            <a:srgbClr val="020202"/>
                          </a:solidFill>
                          <a:latin typeface="Franklin Gothic Book"/>
                        </a:rPr>
                        <a:t>Mars </a:t>
                      </a:r>
                      <a:r>
                        <a:rPr lang="pt-BR" sz="750" b="0" i="0" u="none" strike="noStrike" noProof="0" err="1">
                          <a:solidFill>
                            <a:srgbClr val="020202"/>
                          </a:solidFill>
                          <a:latin typeface="Franklin Gothic Book"/>
                        </a:rPr>
                        <a:t>Information</a:t>
                      </a:r>
                      <a:r>
                        <a:rPr lang="pt-BR" sz="750" b="0" i="0" u="none" strike="noStrike" noProof="0">
                          <a:solidFill>
                            <a:srgbClr val="020202"/>
                          </a:solidFill>
                          <a:latin typeface="Franklin Gothic Book"/>
                        </a:rPr>
                        <a:t> Systems</a:t>
                      </a:r>
                      <a:endParaRPr lang="en-US"/>
                    </a:p>
                  </a:txBody>
                  <a:tcPr marL="2878" marR="2878" marT="2878"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ctr">
                        <a:buNone/>
                      </a:pPr>
                      <a:r>
                        <a:rPr lang="en-US" sz="750" b="0" i="0" u="none" strike="noStrike" noProof="0">
                          <a:solidFill>
                            <a:srgbClr val="020202"/>
                          </a:solidFill>
                          <a:latin typeface="Franklin Gothic Book"/>
                        </a:rPr>
                        <a:t>$252K</a:t>
                      </a:r>
                    </a:p>
                  </a:txBody>
                  <a:tcPr marL="2878" marR="2878" marT="2878"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l">
                        <a:lnSpc>
                          <a:spcPct val="100000"/>
                        </a:lnSpc>
                        <a:spcBef>
                          <a:spcPts val="0"/>
                        </a:spcBef>
                        <a:spcAft>
                          <a:spcPts val="0"/>
                        </a:spcAft>
                        <a:buNone/>
                      </a:pPr>
                      <a:r>
                        <a:rPr lang="en-US" sz="750" b="0" i="0" u="none" strike="noStrike" noProof="0">
                          <a:solidFill>
                            <a:schemeClr val="tx1"/>
                          </a:solidFill>
                          <a:highlight>
                            <a:srgbClr val="FFFFFF"/>
                          </a:highlight>
                          <a:latin typeface="Franklin Gothic Book"/>
                        </a:rPr>
                        <a:t>Payment Promised</a:t>
                      </a:r>
                      <a:endParaRPr lang="en-US">
                        <a:solidFill>
                          <a:schemeClr val="tx1"/>
                        </a:solidFill>
                      </a:endParaRPr>
                    </a:p>
                  </a:txBody>
                  <a:tcPr marL="2878" marR="2878" marT="2878"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l">
                        <a:lnSpc>
                          <a:spcPct val="100000"/>
                        </a:lnSpc>
                        <a:spcBef>
                          <a:spcPts val="0"/>
                        </a:spcBef>
                        <a:spcAft>
                          <a:spcPts val="0"/>
                        </a:spcAft>
                        <a:buNone/>
                      </a:pPr>
                      <a:r>
                        <a:rPr lang="en-US" sz="750" b="0" i="0" u="none" strike="noStrike" noProof="0">
                          <a:solidFill>
                            <a:schemeClr val="tx1"/>
                          </a:solidFill>
                          <a:latin typeface="Franklin Gothic Book"/>
                        </a:rPr>
                        <a:t>Portal upload/ procurement misalignment</a:t>
                      </a:r>
                    </a:p>
                  </a:txBody>
                  <a:tcPr marL="2878" marR="2878" marT="2878"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ctr">
                        <a:lnSpc>
                          <a:spcPct val="100000"/>
                        </a:lnSpc>
                        <a:spcBef>
                          <a:spcPts val="0"/>
                        </a:spcBef>
                        <a:spcAft>
                          <a:spcPts val="0"/>
                        </a:spcAft>
                        <a:buNone/>
                      </a:pPr>
                      <a:r>
                        <a:rPr lang="en-US" sz="750" b="0" i="0" u="none" strike="noStrike" noProof="0">
                          <a:solidFill>
                            <a:schemeClr val="tx1"/>
                          </a:solidFill>
                          <a:effectLst/>
                          <a:highlight>
                            <a:srgbClr val="FFFFFF"/>
                          </a:highlight>
                          <a:latin typeface="Franklin Gothic Book"/>
                        </a:rPr>
                        <a:t>Eric/Phil</a:t>
                      </a:r>
                      <a:endParaRPr lang="en-US">
                        <a:solidFill>
                          <a:schemeClr val="tx1"/>
                        </a:solidFill>
                      </a:endParaRPr>
                    </a:p>
                  </a:txBody>
                  <a:tcPr marL="2878" marR="2878" marT="2878"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ctr">
                        <a:lnSpc>
                          <a:spcPct val="100000"/>
                        </a:lnSpc>
                        <a:spcBef>
                          <a:spcPts val="0"/>
                        </a:spcBef>
                        <a:spcAft>
                          <a:spcPts val="0"/>
                        </a:spcAft>
                        <a:buNone/>
                      </a:pPr>
                      <a:r>
                        <a:rPr lang="en-US" sz="750" b="0" i="0" u="none" strike="noStrike" noProof="0">
                          <a:solidFill>
                            <a:schemeClr val="tx1"/>
                          </a:solidFill>
                          <a:effectLst/>
                          <a:latin typeface="Franklin Gothic Book"/>
                        </a:rPr>
                        <a:t>EOM</a:t>
                      </a:r>
                    </a:p>
                  </a:txBody>
                  <a:tcPr marL="2878" marR="2878" marT="2878"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l">
                        <a:lnSpc>
                          <a:spcPct val="100000"/>
                        </a:lnSpc>
                        <a:spcBef>
                          <a:spcPts val="0"/>
                        </a:spcBef>
                        <a:spcAft>
                          <a:spcPts val="0"/>
                        </a:spcAft>
                        <a:buNone/>
                      </a:pPr>
                      <a:r>
                        <a:rPr lang="en-US" sz="750" b="0" i="0" u="none" strike="noStrike" kern="1200" noProof="0">
                          <a:solidFill>
                            <a:schemeClr val="tx1"/>
                          </a:solidFill>
                          <a:highlight>
                            <a:srgbClr val="FFFFFF"/>
                          </a:highlight>
                          <a:latin typeface="Franklin Gothic Book"/>
                          <a:ea typeface="+mn-ea"/>
                          <a:cs typeface="Segoe UI"/>
                        </a:rPr>
                        <a:t>5/20 The consolidated invoice was issued on 1/9 and uploaded to the portal on 2/11, where it was initially rejected due to tax being included. After receiving the customer’s tax exemption documentation, the invoice was credited, corrected, and re‑uploaded on 3/11. The customer has confirmed that payment is scheduled to be processed on May 20.</a:t>
                      </a:r>
                      <a:endParaRPr lang="en-US" sz="750">
                        <a:solidFill>
                          <a:schemeClr val="tx1"/>
                        </a:solidFill>
                        <a:latin typeface="Franklin Gothic Book"/>
                      </a:endParaRPr>
                    </a:p>
                  </a:txBody>
                  <a:tcPr marL="2878" marR="2878" marT="2878"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874066105"/>
                  </a:ext>
                </a:extLst>
              </a:tr>
              <a:tr h="438104">
                <a:tc>
                  <a:txBody>
                    <a:bodyPr/>
                    <a:lstStyle/>
                    <a:p>
                      <a:pPr lvl="0" algn="l">
                        <a:lnSpc>
                          <a:spcPct val="100000"/>
                        </a:lnSpc>
                        <a:spcBef>
                          <a:spcPts val="0"/>
                        </a:spcBef>
                        <a:spcAft>
                          <a:spcPts val="0"/>
                        </a:spcAft>
                        <a:buNone/>
                      </a:pPr>
                      <a:r>
                        <a:rPr lang="pt-BR" sz="800" b="0" i="0" u="none" strike="noStrike" noProof="0">
                          <a:solidFill>
                            <a:schemeClr val="tx1"/>
                          </a:solidFill>
                          <a:latin typeface="Franklin Gothic Book"/>
                        </a:rPr>
                        <a:t>Nelt Group</a:t>
                      </a:r>
                      <a:endParaRPr lang="pt-BR" sz="800" b="0" i="0" u="none" strike="noStrike" noProof="0" err="1">
                        <a:solidFill>
                          <a:srgbClr val="020202"/>
                        </a:solidFill>
                        <a:latin typeface="Franklin Gothic Book"/>
                      </a:endParaRPr>
                    </a:p>
                  </a:txBody>
                  <a:tcPr marL="2879" marR="2879" marT="287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750" b="0">
                          <a:solidFill>
                            <a:schemeClr val="tx1"/>
                          </a:solidFill>
                          <a:latin typeface="Franklin Gothic Book"/>
                        </a:rPr>
                        <a:t>$</a:t>
                      </a:r>
                      <a:r>
                        <a:rPr lang="en-US" sz="750" b="0" i="0" u="none" strike="noStrike" noProof="0">
                          <a:solidFill>
                            <a:schemeClr val="tx1"/>
                          </a:solidFill>
                          <a:latin typeface="Franklin Gothic Book"/>
                        </a:rPr>
                        <a:t>190K</a:t>
                      </a:r>
                      <a:endParaRPr lang="en-US" sz="750" b="0">
                        <a:solidFill>
                          <a:schemeClr val="tx1"/>
                        </a:solidFill>
                        <a:latin typeface="Franklin Gothic Book"/>
                      </a:endParaRPr>
                    </a:p>
                  </a:txBody>
                  <a:tcPr marL="2879" marR="2879" marT="287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800" b="0" i="0" u="none" strike="noStrike" noProof="0">
                          <a:solidFill>
                            <a:schemeClr val="tx1"/>
                          </a:solidFill>
                          <a:highlight>
                            <a:srgbClr val="FFFFFF"/>
                          </a:highlight>
                          <a:latin typeface="Franklin Gothic Book"/>
                        </a:rPr>
                        <a:t>Payment in progress/ remaining dispute resolution in progess</a:t>
                      </a:r>
                      <a:endParaRPr lang="en-US">
                        <a:solidFill>
                          <a:schemeClr val="tx1"/>
                        </a:solidFill>
                      </a:endParaRPr>
                    </a:p>
                    <a:p>
                      <a:pPr lvl="0" algn="l">
                        <a:lnSpc>
                          <a:spcPct val="100000"/>
                        </a:lnSpc>
                        <a:spcBef>
                          <a:spcPts val="0"/>
                        </a:spcBef>
                        <a:spcAft>
                          <a:spcPts val="0"/>
                        </a:spcAft>
                        <a:buNone/>
                      </a:pPr>
                      <a:endParaRPr lang="en-US" sz="750" b="0" i="0" u="none" strike="noStrike" noProof="0">
                        <a:solidFill>
                          <a:schemeClr val="tx1"/>
                        </a:solidFill>
                        <a:highlight>
                          <a:srgbClr val="FFFFFF"/>
                        </a:highlight>
                        <a:latin typeface="Franklin Gothic Book"/>
                      </a:endParaRPr>
                    </a:p>
                  </a:txBody>
                  <a:tcPr marL="2879" marR="2879" marT="287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800" b="0" i="0" u="none" strike="noStrike" noProof="0">
                          <a:solidFill>
                            <a:schemeClr val="tx1"/>
                          </a:solidFill>
                          <a:latin typeface="Franklin Gothic Book"/>
                        </a:rPr>
                        <a:t>Customer historically slow to submit payment regardless of dispute</a:t>
                      </a:r>
                    </a:p>
                  </a:txBody>
                  <a:tcPr marL="2879" marR="2879" marT="287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800" b="0" i="0" u="none" strike="noStrike" noProof="0">
                          <a:solidFill>
                            <a:schemeClr val="tx1"/>
                          </a:solidFill>
                          <a:effectLst/>
                          <a:highlight>
                            <a:srgbClr val="FFFFFF"/>
                          </a:highlight>
                          <a:latin typeface="Franklin Gothic Book"/>
                        </a:rPr>
                        <a:t>Penn High</a:t>
                      </a:r>
                    </a:p>
                  </a:txBody>
                  <a:tcPr marL="2879" marR="2879" marT="287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750" b="0" i="0" u="none" strike="noStrike" noProof="0">
                          <a:solidFill>
                            <a:schemeClr val="tx1"/>
                          </a:solidFill>
                          <a:effectLst/>
                          <a:latin typeface="Franklin Gothic Book"/>
                        </a:rPr>
                        <a:t>EOQ</a:t>
                      </a:r>
                    </a:p>
                  </a:txBody>
                  <a:tcPr marL="2879" marR="2879" marT="287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750" b="0" i="0" u="none" strike="noStrike" noProof="0">
                          <a:solidFill>
                            <a:schemeClr val="tx1"/>
                          </a:solidFill>
                          <a:highlight>
                            <a:srgbClr val="FFFFFF"/>
                          </a:highlight>
                          <a:latin typeface="Franklin Gothic Book"/>
                          <a:cs typeface="Segoe UI"/>
                        </a:rPr>
                        <a:t>5/21 Most customer disputes have now been resolved. The customer confirmed that the $111K invoice has been submitted for payment, with expected receipt within the next 10 days. A payment of $26K was received on 5/15. The Advantive team continues to work toward resolution of any remaining disputed invoices to support full payment of the outstanding balance.</a:t>
                      </a:r>
                      <a:endParaRPr lang="en-US" sz="750">
                        <a:solidFill>
                          <a:schemeClr val="tx1"/>
                        </a:solidFill>
                        <a:latin typeface="Franklin Gothic Book"/>
                      </a:endParaRPr>
                    </a:p>
                  </a:txBody>
                  <a:tcPr marL="2879" marR="2879" marT="287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52059578"/>
                  </a:ext>
                </a:extLst>
              </a:tr>
              <a:tr h="589208">
                <a:tc>
                  <a:txBody>
                    <a:bodyPr/>
                    <a:lstStyle/>
                    <a:p>
                      <a:pPr lvl="0" algn="l">
                        <a:lnSpc>
                          <a:spcPct val="100000"/>
                        </a:lnSpc>
                        <a:spcBef>
                          <a:spcPts val="0"/>
                        </a:spcBef>
                        <a:spcAft>
                          <a:spcPts val="0"/>
                        </a:spcAft>
                        <a:buNone/>
                      </a:pPr>
                      <a:r>
                        <a:rPr lang="pt-BR" sz="800" b="0" i="0" u="none" strike="noStrike" noProof="0">
                          <a:solidFill>
                            <a:schemeClr val="tx1"/>
                          </a:solidFill>
                          <a:latin typeface="Arial"/>
                          <a:cs typeface="Arial"/>
                        </a:rPr>
                        <a:t>Bjornstad Construction Supply</a:t>
                      </a:r>
                      <a:endParaRPr lang="pt-BR" sz="800" b="0" i="0" u="none" strike="noStrike" noProof="0" err="1">
                        <a:solidFill>
                          <a:srgbClr val="020202"/>
                        </a:solidFill>
                        <a:latin typeface="Arial"/>
                        <a:cs typeface="Arial"/>
                      </a:endParaRPr>
                    </a:p>
                  </a:txBody>
                  <a:tcPr marL="2879" marR="2879" marT="2879"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750" b="0" i="0" u="none" strike="noStrike" noProof="0">
                          <a:solidFill>
                            <a:schemeClr val="tx1"/>
                          </a:solidFill>
                          <a:latin typeface="Franklin Gothic Book"/>
                        </a:rPr>
                        <a:t>$166K</a:t>
                      </a:r>
                    </a:p>
                  </a:txBody>
                  <a:tcPr marL="2879" marR="2879" marT="287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800" b="0" i="0" u="none" strike="noStrike" noProof="0">
                          <a:solidFill>
                            <a:schemeClr val="tx1"/>
                          </a:solidFill>
                          <a:highlight>
                            <a:srgbClr val="FFFFFF"/>
                          </a:highlight>
                          <a:latin typeface="Franklin Gothic Book"/>
                        </a:rPr>
                        <a:t>Demand Letter sent/ potential settlement negotiations</a:t>
                      </a:r>
                      <a:endParaRPr lang="en-US" sz="800" b="0" i="0" u="none" strike="noStrike" noProof="0">
                        <a:solidFill>
                          <a:schemeClr val="tx1"/>
                        </a:solidFill>
                        <a:latin typeface="Franklin Gothic Book"/>
                      </a:endParaRPr>
                    </a:p>
                  </a:txBody>
                  <a:tcPr marL="2879" marR="2879" marT="287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800" b="0" i="0" u="none" strike="noStrike" noProof="0">
                          <a:solidFill>
                            <a:schemeClr val="tx1"/>
                          </a:solidFill>
                          <a:latin typeface="Franklin Gothic Book"/>
                        </a:rPr>
                        <a:t>Customer unresponsive to outreach regarding implementation and past due balance</a:t>
                      </a:r>
                    </a:p>
                    <a:p>
                      <a:pPr lvl="0" algn="l">
                        <a:lnSpc>
                          <a:spcPct val="100000"/>
                        </a:lnSpc>
                        <a:spcBef>
                          <a:spcPts val="0"/>
                        </a:spcBef>
                        <a:spcAft>
                          <a:spcPts val="0"/>
                        </a:spcAft>
                        <a:buNone/>
                      </a:pPr>
                      <a:endParaRPr lang="en-US" sz="750" b="0" i="0" u="none" strike="noStrike" noProof="0">
                        <a:solidFill>
                          <a:srgbClr val="FF0000"/>
                        </a:solidFill>
                        <a:latin typeface="Franklin Gothic Book"/>
                      </a:endParaRPr>
                    </a:p>
                  </a:txBody>
                  <a:tcPr marL="2879" marR="2879" marT="287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750" b="0" i="0" u="none" strike="noStrike" noProof="0">
                          <a:solidFill>
                            <a:schemeClr val="tx1"/>
                          </a:solidFill>
                          <a:effectLst/>
                          <a:highlight>
                            <a:srgbClr val="FFFFFF"/>
                          </a:highlight>
                          <a:latin typeface="Franklin Gothic Book"/>
                        </a:rPr>
                        <a:t>Penn High</a:t>
                      </a:r>
                      <a:endParaRPr lang="en-US" sz="750">
                        <a:solidFill>
                          <a:schemeClr val="tx1"/>
                        </a:solidFill>
                      </a:endParaRPr>
                    </a:p>
                  </a:txBody>
                  <a:tcPr marL="2879" marR="2879" marT="287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ctr">
                        <a:buNone/>
                      </a:pPr>
                      <a:r>
                        <a:rPr lang="en-US" sz="750" b="0" i="0" u="none" strike="noStrike">
                          <a:solidFill>
                            <a:schemeClr val="tx1"/>
                          </a:solidFill>
                          <a:effectLst/>
                          <a:latin typeface="Franklin Gothic Book"/>
                          <a:cs typeface="Arial"/>
                        </a:rPr>
                        <a:t>TBD</a:t>
                      </a:r>
                    </a:p>
                  </a:txBody>
                  <a:tcPr marL="2879" marR="2879" marT="287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750" b="0" i="0" u="none" strike="noStrike" noProof="0">
                          <a:solidFill>
                            <a:schemeClr val="tx1"/>
                          </a:solidFill>
                          <a:highlight>
                            <a:srgbClr val="FFFFFF"/>
                          </a:highlight>
                          <a:latin typeface="Franklin Gothic Book"/>
                          <a:cs typeface="Segoe UI"/>
                        </a:rPr>
                        <a:t>5/21 A demand and termination letter was issued on 5/6. The customer responded requesting a detailed breakdown of expenses incurred by Advantive to date; however, this request was reviewed by Legal and denied. On 5/20, Jordan Duke initiated outreach to negotiate a potential settlement and requested confirmation of the customer’s intent to either proceed with or cancel the implementation. The team is currently awaiting the customer’s response to determine next steps.</a:t>
                      </a:r>
                      <a:endParaRPr lang="en-US" sz="750">
                        <a:solidFill>
                          <a:schemeClr val="tx1"/>
                        </a:solidFill>
                        <a:latin typeface="Franklin Gothic Book"/>
                      </a:endParaRPr>
                    </a:p>
                  </a:txBody>
                  <a:tcPr marL="2879" marR="2879" marT="2879"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64193"/>
                  </a:ext>
                </a:extLst>
              </a:tr>
              <a:tr h="539232">
                <a:tc>
                  <a:txBody>
                    <a:bodyPr/>
                    <a:lstStyle/>
                    <a:p>
                      <a:pPr lvl="0" algn="l">
                        <a:lnSpc>
                          <a:spcPct val="100000"/>
                        </a:lnSpc>
                        <a:spcBef>
                          <a:spcPts val="0"/>
                        </a:spcBef>
                        <a:spcAft>
                          <a:spcPts val="0"/>
                        </a:spcAft>
                        <a:buNone/>
                      </a:pPr>
                      <a:r>
                        <a:rPr lang="pt-BR" sz="800" b="0" i="0" u="none" strike="noStrike" noProof="0">
                          <a:solidFill>
                            <a:schemeClr val="tx1"/>
                          </a:solidFill>
                          <a:highlight>
                            <a:srgbClr val="FFFFFF"/>
                          </a:highlight>
                          <a:latin typeface="Arial"/>
                          <a:cs typeface="Arial"/>
                        </a:rPr>
                        <a:t>Leadersoft (Xuhui,31)</a:t>
                      </a:r>
                      <a:endParaRPr lang="pt-BR" sz="750" b="0" i="0" u="none" strike="noStrike" noProof="0" err="1">
                        <a:solidFill>
                          <a:schemeClr val="tx1"/>
                        </a:solidFill>
                        <a:latin typeface="Arial"/>
                        <a:cs typeface="Arial"/>
                      </a:endParaRPr>
                    </a:p>
                  </a:txBody>
                  <a:tcPr marL="2878" marR="2878" marT="2878"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ctr">
                        <a:buNone/>
                      </a:pPr>
                      <a:r>
                        <a:rPr lang="en-US" sz="750" b="0">
                          <a:solidFill>
                            <a:schemeClr val="tx1"/>
                          </a:solidFill>
                          <a:latin typeface="Franklin Gothic Book"/>
                        </a:rPr>
                        <a:t>$129K</a:t>
                      </a:r>
                    </a:p>
                  </a:txBody>
                  <a:tcPr marL="2878" marR="2878" marT="28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800" b="0" i="0" u="none" strike="noStrike" noProof="0">
                          <a:solidFill>
                            <a:schemeClr val="tx1"/>
                          </a:solidFill>
                          <a:highlight>
                            <a:srgbClr val="FFFFFF"/>
                          </a:highlight>
                          <a:latin typeface="Franklin Gothic Book"/>
                        </a:rPr>
                        <a:t>Requested documents and USB drives in progress to be shipped to customer</a:t>
                      </a:r>
                    </a:p>
                  </a:txBody>
                  <a:tcPr marL="2878" marR="2878" marT="28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800" b="0" i="0" u="none" strike="noStrike" kern="1200" noProof="0">
                          <a:solidFill>
                            <a:schemeClr val="tx1"/>
                          </a:solidFill>
                          <a:latin typeface="Franklin Gothic Book"/>
                        </a:rPr>
                        <a:t>Government requirement for invoice payment</a:t>
                      </a:r>
                    </a:p>
                  </a:txBody>
                  <a:tcPr marL="2878" marR="2878" marT="28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800" b="0" i="0" u="none" strike="noStrike" noProof="0">
                          <a:solidFill>
                            <a:schemeClr val="tx1"/>
                          </a:solidFill>
                          <a:effectLst/>
                          <a:highlight>
                            <a:srgbClr val="FFFFFF"/>
                          </a:highlight>
                          <a:latin typeface="Franklin Gothic Book"/>
                        </a:rPr>
                        <a:t>Kevin Keene</a:t>
                      </a:r>
                    </a:p>
                    <a:p>
                      <a:pPr lvl="0" algn="ctr">
                        <a:lnSpc>
                          <a:spcPct val="100000"/>
                        </a:lnSpc>
                        <a:spcBef>
                          <a:spcPts val="0"/>
                        </a:spcBef>
                        <a:spcAft>
                          <a:spcPts val="0"/>
                        </a:spcAft>
                        <a:buNone/>
                      </a:pPr>
                      <a:endParaRPr lang="en-US" sz="750" b="0" i="0" u="none" strike="noStrike" noProof="0">
                        <a:solidFill>
                          <a:srgbClr val="FF0000"/>
                        </a:solidFill>
                        <a:effectLst/>
                        <a:highlight>
                          <a:srgbClr val="FFFFFF"/>
                        </a:highlight>
                        <a:latin typeface="Franklin Gothic Book"/>
                      </a:endParaRPr>
                    </a:p>
                  </a:txBody>
                  <a:tcPr marL="2878" marR="2878" marT="28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ctr">
                        <a:buNone/>
                      </a:pPr>
                      <a:r>
                        <a:rPr lang="en-US" sz="750" b="0" i="0" u="none" strike="noStrike" noProof="0">
                          <a:solidFill>
                            <a:schemeClr val="tx1"/>
                          </a:solidFill>
                          <a:effectLst/>
                          <a:latin typeface="Franklin Gothic Book"/>
                          <a:cs typeface="Arial"/>
                        </a:rPr>
                        <a:t>EOQ</a:t>
                      </a:r>
                    </a:p>
                  </a:txBody>
                  <a:tcPr marL="2879" marR="2879" marT="287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750" b="0" i="0" u="none" strike="noStrike" noProof="0">
                          <a:solidFill>
                            <a:schemeClr val="tx1"/>
                          </a:solidFill>
                          <a:highlight>
                            <a:srgbClr val="FFFFFF"/>
                          </a:highlight>
                          <a:latin typeface="Franklin Gothic Book"/>
                        </a:rPr>
                        <a:t>5/21 </a:t>
                      </a:r>
                      <a:r>
                        <a:rPr lang="en-US" sz="750" b="0" i="0" u="none" strike="noStrike" noProof="0">
                          <a:solidFill>
                            <a:schemeClr val="tx1"/>
                          </a:solidFill>
                          <a:highlight>
                            <a:srgbClr val="FFFFFF"/>
                          </a:highlight>
                          <a:latin typeface="Franklin Gothic Book"/>
                          <a:cs typeface="Segoe UI"/>
                        </a:rPr>
                        <a:t>Jordan is preparing shipment materials, including two USB drives, two commercial invoices, two invoices, and the required customs declaration paperwork for each package. On 5/20, Jordan confirmed to the customer that all materials will be completed and shipped by end of week, with tracking details to be provided upon dispatch.</a:t>
                      </a:r>
                      <a:endParaRPr lang="en-US" sz="750" b="0" i="0" u="none" strike="noStrike" noProof="0">
                        <a:solidFill>
                          <a:schemeClr val="tx1"/>
                        </a:solidFill>
                        <a:highlight>
                          <a:srgbClr val="FFFFFF"/>
                        </a:highlight>
                        <a:latin typeface="Franklin Gothic Book"/>
                      </a:endParaRPr>
                    </a:p>
                  </a:txBody>
                  <a:tcPr marL="2879" marR="2879" marT="2879"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3261336"/>
                  </a:ext>
                </a:extLst>
              </a:tr>
              <a:tr h="463639">
                <a:tc>
                  <a:txBody>
                    <a:bodyPr/>
                    <a:lstStyle/>
                    <a:p>
                      <a:pPr lvl="0" algn="l">
                        <a:lnSpc>
                          <a:spcPct val="100000"/>
                        </a:lnSpc>
                        <a:spcBef>
                          <a:spcPts val="0"/>
                        </a:spcBef>
                        <a:spcAft>
                          <a:spcPts val="0"/>
                        </a:spcAft>
                        <a:buNone/>
                      </a:pPr>
                      <a:r>
                        <a:rPr lang="pt-BR" sz="800" b="0" i="0" u="none" strike="noStrike" noProof="0">
                          <a:solidFill>
                            <a:srgbClr val="000000"/>
                          </a:solidFill>
                          <a:highlight>
                            <a:srgbClr val="FFFFFF"/>
                          </a:highlight>
                          <a:latin typeface="Arial"/>
                          <a:cs typeface="Arial"/>
                        </a:rPr>
                        <a:t>Mondelez International</a:t>
                      </a:r>
                      <a:endParaRPr lang="pt-BR" sz="800" b="0" i="0" u="none" strike="noStrike" noProof="0" err="1">
                        <a:solidFill>
                          <a:srgbClr val="020202"/>
                        </a:solidFill>
                        <a:highlight>
                          <a:srgbClr val="FFFFFF"/>
                        </a:highlight>
                        <a:latin typeface="Arial"/>
                        <a:cs typeface="Arial"/>
                      </a:endParaRPr>
                    </a:p>
                  </a:txBody>
                  <a:tcPr marL="2878" marR="2878" marT="2878"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750" b="0" i="0" u="none" strike="noStrike" noProof="0">
                          <a:solidFill>
                            <a:srgbClr val="020202"/>
                          </a:solidFill>
                          <a:latin typeface="Franklin Gothic Book"/>
                        </a:rPr>
                        <a:t>$116K</a:t>
                      </a:r>
                    </a:p>
                  </a:txBody>
                  <a:tcPr marL="2878" marR="2878" marT="28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800" b="0" i="0" u="none" strike="noStrike" noProof="0">
                          <a:solidFill>
                            <a:schemeClr val="tx1"/>
                          </a:solidFill>
                          <a:highlight>
                            <a:srgbClr val="FFFFFF"/>
                          </a:highlight>
                          <a:latin typeface="Franklin Gothic Book"/>
                        </a:rPr>
                        <a:t>Multiple Accounts, various issues moving toward resolution</a:t>
                      </a:r>
                      <a:endParaRPr lang="en-US" sz="800" b="0" i="0" u="none" strike="noStrike" noProof="0">
                        <a:solidFill>
                          <a:srgbClr val="020202"/>
                        </a:solidFill>
                        <a:highlight>
                          <a:srgbClr val="FFFFFF"/>
                        </a:highlight>
                        <a:latin typeface="Franklin Gothic Book"/>
                      </a:endParaRPr>
                    </a:p>
                  </a:txBody>
                  <a:tcPr marL="2878" marR="2878" marT="28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800" b="0" i="0" u="none" strike="noStrike" noProof="0">
                          <a:solidFill>
                            <a:schemeClr val="tx1"/>
                          </a:solidFill>
                          <a:latin typeface="Franklin Gothic Book"/>
                        </a:rPr>
                        <a:t>Tax, Portal Issues, Invoices delivery Issues, terms discrepancy, GR customer side issues</a:t>
                      </a:r>
                      <a:endParaRPr lang="en-US" sz="800" b="0" i="0" u="none" strike="noStrike" noProof="0">
                        <a:solidFill>
                          <a:srgbClr val="020202"/>
                        </a:solidFill>
                        <a:latin typeface="Franklin Gothic Book"/>
                      </a:endParaRPr>
                    </a:p>
                  </a:txBody>
                  <a:tcPr marL="2878" marR="2878" marT="28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800" b="0" i="0" u="none" strike="noStrike" noProof="0">
                          <a:solidFill>
                            <a:schemeClr val="tx1"/>
                          </a:solidFill>
                          <a:effectLst/>
                          <a:highlight>
                            <a:srgbClr val="FFFFFF"/>
                          </a:highlight>
                          <a:latin typeface="Franklin Gothic Book"/>
                        </a:rPr>
                        <a:t>Eric/Phil</a:t>
                      </a:r>
                      <a:endParaRPr lang="en-US" sz="800" b="0" i="0" u="none" strike="noStrike" noProof="0">
                        <a:solidFill>
                          <a:srgbClr val="020202"/>
                        </a:solidFill>
                        <a:effectLst/>
                        <a:highlight>
                          <a:srgbClr val="FFFFFF"/>
                        </a:highlight>
                        <a:latin typeface="Franklin Gothic Book"/>
                      </a:endParaRPr>
                    </a:p>
                  </a:txBody>
                  <a:tcPr marL="2878" marR="2878" marT="28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750" b="0" i="0" u="none" strike="noStrike" noProof="0">
                          <a:solidFill>
                            <a:schemeClr val="tx1"/>
                          </a:solidFill>
                          <a:effectLst/>
                          <a:latin typeface="Franklin Gothic Book"/>
                        </a:rPr>
                        <a:t>EOQ</a:t>
                      </a:r>
                    </a:p>
                  </a:txBody>
                  <a:tcPr marL="2878" marR="2878" marT="28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800" b="0" i="0" u="none" strike="noStrike" noProof="0">
                          <a:solidFill>
                            <a:schemeClr val="tx1"/>
                          </a:solidFill>
                          <a:highlight>
                            <a:srgbClr val="FFFFFF"/>
                          </a:highlight>
                          <a:latin typeface="Franklin Gothic Book"/>
                        </a:rPr>
                        <a:t>5/20 Mondelez delinquency is widely dispersed, GR/approval gaps, and portal/PO setup issues, with active escalations, and customer side urgent payment actions underway.  PE Declaration and FORM 41 holding up payment on Mdlz India, SF Case to Legal for forms; Missing $13K payment from Mdlz US, working to get reissued.</a:t>
                      </a:r>
                    </a:p>
                  </a:txBody>
                  <a:tcPr marL="2878" marR="2878" marT="2878"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6048456"/>
                  </a:ext>
                </a:extLst>
              </a:tr>
              <a:tr h="560916">
                <a:tc>
                  <a:txBody>
                    <a:bodyPr/>
                    <a:lstStyle/>
                    <a:p>
                      <a:pPr lvl="0" algn="l">
                        <a:lnSpc>
                          <a:spcPct val="100000"/>
                        </a:lnSpc>
                        <a:spcBef>
                          <a:spcPts val="0"/>
                        </a:spcBef>
                        <a:spcAft>
                          <a:spcPts val="0"/>
                        </a:spcAft>
                        <a:buNone/>
                      </a:pPr>
                      <a:r>
                        <a:rPr lang="pt-BR" sz="750" b="0" i="0" u="none" strike="noStrike" noProof="0">
                          <a:solidFill>
                            <a:srgbClr val="000000"/>
                          </a:solidFill>
                          <a:highlight>
                            <a:srgbClr val="FFFFFF"/>
                          </a:highlight>
                          <a:latin typeface="Arial"/>
                          <a:cs typeface="Arial"/>
                        </a:rPr>
                        <a:t>International Motors</a:t>
                      </a:r>
                      <a:endParaRPr lang="en-US"/>
                    </a:p>
                  </a:txBody>
                  <a:tcPr marL="2878" marR="2878" marT="2878"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noFill/>
                  </a:tcPr>
                </a:tc>
                <a:tc>
                  <a:txBody>
                    <a:bodyPr/>
                    <a:lstStyle/>
                    <a:p>
                      <a:pPr lvl="0" algn="ctr">
                        <a:lnSpc>
                          <a:spcPct val="100000"/>
                        </a:lnSpc>
                        <a:spcBef>
                          <a:spcPts val="0"/>
                        </a:spcBef>
                        <a:spcAft>
                          <a:spcPts val="0"/>
                        </a:spcAft>
                        <a:buNone/>
                      </a:pPr>
                      <a:r>
                        <a:rPr lang="en-US" sz="750" b="0" i="0" u="none" strike="noStrike" noProof="0">
                          <a:solidFill>
                            <a:schemeClr val="tx1"/>
                          </a:solidFill>
                          <a:latin typeface="Franklin Gothic Book"/>
                        </a:rPr>
                        <a:t>$115K</a:t>
                      </a:r>
                    </a:p>
                  </a:txBody>
                  <a:tcPr marL="2878" marR="2878" marT="28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noFill/>
                  </a:tcPr>
                </a:tc>
                <a:tc>
                  <a:txBody>
                    <a:bodyPr/>
                    <a:lstStyle/>
                    <a:p>
                      <a:pPr lvl="0" algn="l">
                        <a:lnSpc>
                          <a:spcPct val="100000"/>
                        </a:lnSpc>
                        <a:spcBef>
                          <a:spcPts val="0"/>
                        </a:spcBef>
                        <a:spcAft>
                          <a:spcPts val="0"/>
                        </a:spcAft>
                        <a:buNone/>
                      </a:pPr>
                      <a:r>
                        <a:rPr lang="en-US" sz="750" b="0" i="0" u="none" strike="noStrike" noProof="0">
                          <a:solidFill>
                            <a:srgbClr val="43661D"/>
                          </a:solidFill>
                          <a:highlight>
                            <a:srgbClr val="FFFFFF"/>
                          </a:highlight>
                          <a:latin typeface="Franklin Gothic Book"/>
                        </a:rPr>
                        <a:t>Paid</a:t>
                      </a:r>
                      <a:endParaRPr lang="en-US">
                        <a:solidFill>
                          <a:srgbClr val="43661D"/>
                        </a:solidFill>
                      </a:endParaRPr>
                    </a:p>
                  </a:txBody>
                  <a:tcPr marL="2878" marR="2878" marT="28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noFill/>
                  </a:tcPr>
                </a:tc>
                <a:tc>
                  <a:txBody>
                    <a:bodyPr/>
                    <a:lstStyle/>
                    <a:p>
                      <a:pPr lvl="0" algn="l">
                        <a:lnSpc>
                          <a:spcPct val="100000"/>
                        </a:lnSpc>
                        <a:spcBef>
                          <a:spcPts val="0"/>
                        </a:spcBef>
                        <a:spcAft>
                          <a:spcPts val="0"/>
                        </a:spcAft>
                        <a:buNone/>
                      </a:pPr>
                      <a:r>
                        <a:rPr lang="en-US" sz="750" b="0" i="0" u="none" strike="noStrike" kern="1200" noProof="0">
                          <a:solidFill>
                            <a:schemeClr val="tx1"/>
                          </a:solidFill>
                          <a:latin typeface="Franklin Gothic Book"/>
                        </a:rPr>
                        <a:t>Portal Issues</a:t>
                      </a:r>
                    </a:p>
                  </a:txBody>
                  <a:tcPr marL="2878" marR="2878" marT="28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noFill/>
                  </a:tcPr>
                </a:tc>
                <a:tc>
                  <a:txBody>
                    <a:bodyPr/>
                    <a:lstStyle/>
                    <a:p>
                      <a:pPr lvl="0" algn="ctr">
                        <a:lnSpc>
                          <a:spcPct val="100000"/>
                        </a:lnSpc>
                        <a:spcBef>
                          <a:spcPts val="0"/>
                        </a:spcBef>
                        <a:spcAft>
                          <a:spcPts val="0"/>
                        </a:spcAft>
                        <a:buNone/>
                      </a:pPr>
                      <a:r>
                        <a:rPr lang="en-US" sz="750" b="0" i="0" u="none" strike="noStrike" noProof="0">
                          <a:solidFill>
                            <a:schemeClr val="tx1"/>
                          </a:solidFill>
                          <a:effectLst/>
                          <a:highlight>
                            <a:srgbClr val="FFFFFF"/>
                          </a:highlight>
                          <a:latin typeface="Franklin Gothic Book"/>
                        </a:rPr>
                        <a:t>Eric/Phil</a:t>
                      </a:r>
                    </a:p>
                  </a:txBody>
                  <a:tcPr marL="2878" marR="2878" marT="28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noFill/>
                  </a:tcPr>
                </a:tc>
                <a:tc>
                  <a:txBody>
                    <a:bodyPr/>
                    <a:lstStyle/>
                    <a:p>
                      <a:pPr lvl="0" algn="ctr">
                        <a:lnSpc>
                          <a:spcPct val="100000"/>
                        </a:lnSpc>
                        <a:spcBef>
                          <a:spcPts val="0"/>
                        </a:spcBef>
                        <a:spcAft>
                          <a:spcPts val="0"/>
                        </a:spcAft>
                        <a:buNone/>
                      </a:pPr>
                      <a:r>
                        <a:rPr lang="en-US" sz="750" b="0" i="0" u="none" strike="noStrike" noProof="0">
                          <a:solidFill>
                            <a:schemeClr val="tx1"/>
                          </a:solidFill>
                          <a:effectLst/>
                          <a:latin typeface="Franklin Gothic Book"/>
                          <a:cs typeface="Arial"/>
                        </a:rPr>
                        <a:t>EOM</a:t>
                      </a:r>
                    </a:p>
                  </a:txBody>
                  <a:tcPr marL="2878" marR="2878" marT="28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noFill/>
                  </a:tcPr>
                </a:tc>
                <a:tc>
                  <a:txBody>
                    <a:bodyPr/>
                    <a:lstStyle/>
                    <a:p>
                      <a:pPr lvl="0" algn="l">
                        <a:lnSpc>
                          <a:spcPct val="100000"/>
                        </a:lnSpc>
                        <a:spcBef>
                          <a:spcPts val="0"/>
                        </a:spcBef>
                        <a:spcAft>
                          <a:spcPts val="0"/>
                        </a:spcAft>
                        <a:buNone/>
                      </a:pPr>
                      <a:r>
                        <a:rPr lang="en-US" sz="750" b="0" i="0" u="none" strike="noStrike" noProof="0">
                          <a:solidFill>
                            <a:schemeClr val="tx1"/>
                          </a:solidFill>
                          <a:highlight>
                            <a:srgbClr val="FFFFFF"/>
                          </a:highlight>
                          <a:latin typeface="Franklin Gothic Book"/>
                        </a:rPr>
                        <a:t>5/21 received payment 5/20</a:t>
                      </a:r>
                      <a:endParaRPr lang="en-US" sz="750" b="0" i="0" u="none" strike="noStrike" noProof="0">
                        <a:solidFill>
                          <a:schemeClr val="tx1"/>
                        </a:solidFill>
                        <a:highlight>
                          <a:srgbClr val="FFFFFF"/>
                        </a:highlight>
                        <a:latin typeface="Franklin Gothic Book"/>
                        <a:cs typeface="Segoe UI"/>
                      </a:endParaRPr>
                    </a:p>
                  </a:txBody>
                  <a:tcPr marL="2878" marR="2878" marT="2878"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a:solidFill>
                        <a:schemeClr val="tx1"/>
                      </a:solidFill>
                    </a:lnB>
                    <a:noFill/>
                  </a:tcPr>
                </a:tc>
                <a:extLst>
                  <a:ext uri="{0D108BD9-81ED-4DB2-BD59-A6C34878D82A}">
                    <a16:rowId xmlns:a16="http://schemas.microsoft.com/office/drawing/2014/main" val="1772701059"/>
                  </a:ext>
                </a:extLst>
              </a:tr>
              <a:tr h="550333">
                <a:tc>
                  <a:txBody>
                    <a:bodyPr/>
                    <a:lstStyle/>
                    <a:p>
                      <a:pPr lvl="0" algn="l">
                        <a:lnSpc>
                          <a:spcPct val="100000"/>
                        </a:lnSpc>
                        <a:spcBef>
                          <a:spcPts val="0"/>
                        </a:spcBef>
                        <a:spcAft>
                          <a:spcPts val="0"/>
                        </a:spcAft>
                        <a:buNone/>
                      </a:pPr>
                      <a:r>
                        <a:rPr lang="pt-BR" sz="750" b="0" i="0" u="none" strike="noStrike" noProof="0">
                          <a:solidFill>
                            <a:srgbClr val="020202"/>
                          </a:solidFill>
                          <a:highlight>
                            <a:srgbClr val="FFFFFF"/>
                          </a:highlight>
                          <a:latin typeface="Franklin Gothic Book"/>
                        </a:rPr>
                        <a:t> DS Smith PLC</a:t>
                      </a:r>
                      <a:endParaRPr lang="pt-BR" sz="750" b="0" i="0" u="none" strike="noStrike" noProof="0">
                        <a:solidFill>
                          <a:srgbClr val="000000"/>
                        </a:solidFill>
                        <a:latin typeface="Franklin Gothic Book"/>
                      </a:endParaRPr>
                    </a:p>
                  </a:txBody>
                  <a:tcPr marL="2878" marR="2878" marT="2878"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750" b="0" i="0" u="none" strike="noStrike" noProof="0">
                          <a:solidFill>
                            <a:schemeClr val="tx1"/>
                          </a:solidFill>
                          <a:latin typeface="Franklin Gothic Book"/>
                        </a:rPr>
                        <a:t>$85K</a:t>
                      </a:r>
                      <a:endParaRPr lang="en-US" sz="750" b="0" i="0" u="none" strike="noStrike" noProof="0">
                        <a:solidFill>
                          <a:srgbClr val="020202"/>
                        </a:solidFill>
                        <a:latin typeface="Franklin Gothic Book"/>
                      </a:endParaRPr>
                    </a:p>
                  </a:txBody>
                  <a:tcPr marL="2878" marR="2878" marT="28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750" b="0" i="0" u="none" strike="noStrike" noProof="0">
                          <a:solidFill>
                            <a:schemeClr val="tx1"/>
                          </a:solidFill>
                          <a:latin typeface="Franklin Gothic Book"/>
                        </a:rPr>
                        <a:t> Disputed Invoices</a:t>
                      </a:r>
                    </a:p>
                  </a:txBody>
                  <a:tcPr marL="2878" marR="2878" marT="28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750" b="0" i="0" u="none" strike="noStrike" noProof="0">
                          <a:solidFill>
                            <a:schemeClr val="tx1"/>
                          </a:solidFill>
                          <a:latin typeface="Franklin Gothic Book"/>
                        </a:rPr>
                        <a:t> Implementation Issues</a:t>
                      </a:r>
                    </a:p>
                  </a:txBody>
                  <a:tcPr marL="2878" marR="2878" marT="28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750" b="0" i="0" u="none" strike="noStrike" noProof="0">
                          <a:solidFill>
                            <a:schemeClr val="tx1"/>
                          </a:solidFill>
                          <a:effectLst/>
                          <a:highlight>
                            <a:srgbClr val="FFFFFF"/>
                          </a:highlight>
                          <a:latin typeface="Franklin Gothic Book"/>
                        </a:rPr>
                        <a:t>Penn High</a:t>
                      </a:r>
                    </a:p>
                  </a:txBody>
                  <a:tcPr marL="2878" marR="2878" marT="28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750" b="0" i="0" u="none" strike="noStrike" noProof="0">
                          <a:solidFill>
                            <a:schemeClr val="tx1"/>
                          </a:solidFill>
                          <a:effectLst/>
                          <a:latin typeface="Franklin Gothic Book"/>
                        </a:rPr>
                        <a:t>EOQ</a:t>
                      </a:r>
                    </a:p>
                  </a:txBody>
                  <a:tcPr marL="2878" marR="2878" marT="28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750" b="0" i="0" u="none" strike="noStrike" noProof="0">
                          <a:solidFill>
                            <a:schemeClr val="tx1"/>
                          </a:solidFill>
                          <a:highlight>
                            <a:srgbClr val="FFFFFF"/>
                          </a:highlight>
                          <a:latin typeface="Franklin Gothic Book"/>
                        </a:rPr>
                        <a:t> </a:t>
                      </a:r>
                      <a:r>
                        <a:rPr lang="sk" sz="800" b="0" i="0" u="none" strike="noStrike" noProof="0">
                          <a:solidFill>
                            <a:schemeClr val="tx1"/>
                          </a:solidFill>
                          <a:highlight>
                            <a:srgbClr val="FFFFFF"/>
                          </a:highlight>
                          <a:latin typeface="Franklin Gothic Book"/>
                        </a:rPr>
                        <a:t>5/21 P2P $55K DSS Martin from Roman, payment will clear most of the 60+ past due for DSS; </a:t>
                      </a:r>
                      <a:r>
                        <a:rPr lang="en-US" sz="800" b="0" i="0" u="none" strike="noStrike" noProof="0">
                          <a:solidFill>
                            <a:schemeClr val="tx1"/>
                          </a:solidFill>
                          <a:highlight>
                            <a:srgbClr val="FFFFFF"/>
                          </a:highlight>
                          <a:latin typeface="Franklin Gothic Book"/>
                        </a:rPr>
                        <a:t>5/20 </a:t>
                      </a:r>
                      <a:r>
                        <a:rPr lang="en-US" sz="800" b="0" i="0" u="none" strike="noStrike" noProof="0">
                          <a:solidFill>
                            <a:schemeClr val="tx1"/>
                          </a:solidFill>
                          <a:highlight>
                            <a:srgbClr val="FFFFFF"/>
                          </a:highlight>
                          <a:latin typeface="Franklin Gothic Book"/>
                          <a:cs typeface="Segoe UI"/>
                        </a:rPr>
                        <a:t>UK Caerphilly €30K, Howard A. (DSS) replied w/ cancelation for sites sent February; Slovakia €35K Customer claims </a:t>
                      </a:r>
                      <a:r>
                        <a:rPr lang="sk" sz="800" b="0" i="0" u="none" strike="noStrike" noProof="0">
                          <a:solidFill>
                            <a:schemeClr val="tx1"/>
                          </a:solidFill>
                          <a:highlight>
                            <a:srgbClr val="FFFFFF"/>
                          </a:highlight>
                          <a:latin typeface="Franklin Gothic Book"/>
                          <a:cs typeface="Segoe UI"/>
                        </a:rPr>
                        <a:t>QMS &amp; TSS moduls not in live in Martin, refusal to pay  S&amp;M, escalated to David Loftus to address w/ Roman, following up in bi-weekly meet w/ SAM. </a:t>
                      </a:r>
                    </a:p>
                  </a:txBody>
                  <a:tcPr marL="2878" marR="2878" marT="2878"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7591035"/>
                  </a:ext>
                </a:extLst>
              </a:tr>
              <a:tr h="360426">
                <a:tc>
                  <a:txBody>
                    <a:bodyPr/>
                    <a:lstStyle/>
                    <a:p>
                      <a:pPr lvl="0" algn="l">
                        <a:lnSpc>
                          <a:spcPct val="100000"/>
                        </a:lnSpc>
                        <a:spcBef>
                          <a:spcPts val="0"/>
                        </a:spcBef>
                        <a:spcAft>
                          <a:spcPts val="0"/>
                        </a:spcAft>
                        <a:buNone/>
                      </a:pPr>
                      <a:r>
                        <a:rPr lang="pt-BR" sz="750" b="0" i="0" u="none" strike="noStrike" noProof="0">
                          <a:solidFill>
                            <a:schemeClr val="tx1"/>
                          </a:solidFill>
                          <a:latin typeface="Franklin Gothic Book"/>
                        </a:rPr>
                        <a:t>Marx Foods</a:t>
                      </a:r>
                    </a:p>
                    <a:p>
                      <a:pPr lvl="0" algn="l">
                        <a:lnSpc>
                          <a:spcPct val="100000"/>
                        </a:lnSpc>
                        <a:spcBef>
                          <a:spcPts val="0"/>
                        </a:spcBef>
                        <a:spcAft>
                          <a:spcPts val="0"/>
                        </a:spcAft>
                        <a:buNone/>
                      </a:pPr>
                      <a:endParaRPr lang="pt-BR" sz="750" b="0" i="0" u="none" strike="noStrike" noProof="0">
                        <a:solidFill>
                          <a:srgbClr val="FF0000"/>
                        </a:solidFill>
                        <a:latin typeface="Franklin Gothic Book"/>
                      </a:endParaRPr>
                    </a:p>
                  </a:txBody>
                  <a:tcPr marL="2878" marR="2878" marT="2878"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750" b="0" i="0" u="none" strike="noStrike" noProof="0">
                          <a:solidFill>
                            <a:schemeClr val="tx1"/>
                          </a:solidFill>
                          <a:latin typeface="Franklin Gothic Book"/>
                        </a:rPr>
                        <a:t>$82K</a:t>
                      </a:r>
                    </a:p>
                  </a:txBody>
                  <a:tcPr marL="2878" marR="2878" marT="2878"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750" b="0" i="0" u="none" strike="noStrike" noProof="0">
                          <a:solidFill>
                            <a:schemeClr val="tx1"/>
                          </a:solidFill>
                          <a:latin typeface="Franklin Gothic Book"/>
                          <a:cs typeface="Segoe UI"/>
                        </a:rPr>
                        <a:t>Demand letter sent 4/6</a:t>
                      </a:r>
                    </a:p>
                    <a:p>
                      <a:pPr lvl="0" algn="l">
                        <a:lnSpc>
                          <a:spcPct val="100000"/>
                        </a:lnSpc>
                        <a:spcBef>
                          <a:spcPts val="0"/>
                        </a:spcBef>
                        <a:spcAft>
                          <a:spcPts val="0"/>
                        </a:spcAft>
                        <a:buNone/>
                      </a:pPr>
                      <a:endParaRPr lang="en-US" sz="750" b="0" i="0" u="none" strike="noStrike" noProof="0">
                        <a:solidFill>
                          <a:srgbClr val="FF0000"/>
                        </a:solidFill>
                        <a:latin typeface="Franklin Gothic Book"/>
                      </a:endParaRPr>
                    </a:p>
                  </a:txBody>
                  <a:tcPr marL="2878" marR="2878" marT="2878"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750" b="0" i="0" u="none" strike="noStrike" noProof="0">
                          <a:solidFill>
                            <a:schemeClr val="tx1"/>
                          </a:solidFill>
                          <a:latin typeface="Franklin Gothic Book"/>
                        </a:rPr>
                        <a:t>Implementation dispute</a:t>
                      </a:r>
                    </a:p>
                  </a:txBody>
                  <a:tcPr marL="2878" marR="2878" marT="2878"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800" b="0" i="0" u="none" strike="noStrike" noProof="0">
                          <a:solidFill>
                            <a:schemeClr val="tx1"/>
                          </a:solidFill>
                          <a:effectLst/>
                          <a:highlight>
                            <a:srgbClr val="FFFFFF"/>
                          </a:highlight>
                          <a:latin typeface="Franklin Gothic Book"/>
                          <a:ea typeface="Open Sans"/>
                          <a:cs typeface="Open Sans"/>
                        </a:rPr>
                        <a:t>Kevin Keene</a:t>
                      </a:r>
                    </a:p>
                  </a:txBody>
                  <a:tcPr marL="2878" marR="2878" marT="2878"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750" b="0" i="0" u="none" strike="noStrike" noProof="0">
                          <a:solidFill>
                            <a:schemeClr val="tx1"/>
                          </a:solidFill>
                          <a:effectLst/>
                          <a:latin typeface="Franklin Gothic Book"/>
                        </a:rPr>
                        <a:t>TBD</a:t>
                      </a:r>
                    </a:p>
                    <a:p>
                      <a:pPr lvl="0" algn="ctr">
                        <a:lnSpc>
                          <a:spcPct val="100000"/>
                        </a:lnSpc>
                        <a:spcBef>
                          <a:spcPts val="0"/>
                        </a:spcBef>
                        <a:spcAft>
                          <a:spcPts val="0"/>
                        </a:spcAft>
                        <a:buNone/>
                      </a:pPr>
                      <a:endParaRPr lang="en-US" sz="750" b="0" i="0" u="none" strike="noStrike" noProof="0">
                        <a:solidFill>
                          <a:srgbClr val="FF0000"/>
                        </a:solidFill>
                        <a:effectLst/>
                        <a:latin typeface="Franklin Gothic Book"/>
                      </a:endParaRPr>
                    </a:p>
                  </a:txBody>
                  <a:tcPr marL="2878" marR="2878" marT="2878"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750">
                          <a:latin typeface="Franklin Gothic Book"/>
                          <a:cs typeface="Segoe UI"/>
                        </a:rPr>
                        <a:t>5/21 A demand and termination letter was issued on 4/6. The customer’s legal team responded disputing the outstanding balance, citing implementation delays and alleging breach of contract, and denied payment. A settlement offer was presented on 5/8; however, the customer rejected the proposal and submitted a counterclaim requesting reimbursement of prior payments. On 5/20, Legal (Suketa) formally rejected the reimbursement demand and issued a final request for full payment within 10 days, advising that failure to comply may result in referral to a third‑party collections agency.</a:t>
                      </a:r>
                      <a:endParaRPr lang="en-US" sz="750">
                        <a:latin typeface="Franklin Gothic Book"/>
                      </a:endParaRPr>
                    </a:p>
                  </a:txBody>
                  <a:tcPr marL="2878" marR="2878" marT="2878"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38679660"/>
                  </a:ext>
                </a:extLst>
              </a:tr>
              <a:tr h="473298">
                <a:tc>
                  <a:txBody>
                    <a:bodyPr/>
                    <a:lstStyle/>
                    <a:p>
                      <a:pPr lvl="0" algn="l">
                        <a:lnSpc>
                          <a:spcPct val="100000"/>
                        </a:lnSpc>
                        <a:spcBef>
                          <a:spcPts val="0"/>
                        </a:spcBef>
                        <a:spcAft>
                          <a:spcPts val="0"/>
                        </a:spcAft>
                        <a:buNone/>
                      </a:pPr>
                      <a:r>
                        <a:rPr lang="pt-BR" sz="800" b="0" i="0" u="none" strike="noStrike" noProof="0">
                          <a:solidFill>
                            <a:schemeClr val="tx1"/>
                          </a:solidFill>
                          <a:latin typeface="Franklin Gothic Book"/>
                        </a:rPr>
                        <a:t>Auto One</a:t>
                      </a:r>
                      <a:endParaRPr lang="pt-BR" sz="800" b="0" i="0" u="none" strike="noStrike" noProof="0" err="1">
                        <a:solidFill>
                          <a:srgbClr val="020202"/>
                        </a:solidFill>
                        <a:latin typeface="Franklin Gothic Book"/>
                      </a:endParaRPr>
                    </a:p>
                  </a:txBody>
                  <a:tcPr marL="2878" marR="2878" marT="2878"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750" b="0" i="0" u="none" strike="noStrike" noProof="0">
                          <a:solidFill>
                            <a:schemeClr val="tx1"/>
                          </a:solidFill>
                          <a:latin typeface="Franklin Gothic Book"/>
                        </a:rPr>
                        <a:t>$81K</a:t>
                      </a:r>
                    </a:p>
                    <a:p>
                      <a:pPr lvl="0" algn="ctr">
                        <a:buNone/>
                      </a:pPr>
                      <a:endParaRPr lang="en-US" sz="750" b="0">
                        <a:solidFill>
                          <a:srgbClr val="FF0000"/>
                        </a:solidFill>
                        <a:latin typeface="Franklin Gothic Book"/>
                      </a:endParaRPr>
                    </a:p>
                  </a:txBody>
                  <a:tcPr marL="2878" marR="2878" marT="2878"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800" b="0" i="0" u="none" strike="noStrike" noProof="0">
                          <a:solidFill>
                            <a:schemeClr val="tx1"/>
                          </a:solidFill>
                          <a:latin typeface="Franklin Gothic Book"/>
                        </a:rPr>
                        <a:t>Customer disputing billed products due to unclear information provided during the sales process; Solution pending customer approval</a:t>
                      </a:r>
                    </a:p>
                  </a:txBody>
                  <a:tcPr marL="2878" marR="2878" marT="2878"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800" b="0" i="0" u="none" strike="noStrike" noProof="0">
                          <a:solidFill>
                            <a:schemeClr val="tx1"/>
                          </a:solidFill>
                          <a:latin typeface="Franklin Gothic Book"/>
                        </a:rPr>
                        <a:t>IProduct dispute</a:t>
                      </a:r>
                    </a:p>
                  </a:txBody>
                  <a:tcPr marL="2878" marR="2878" marT="2878"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800" b="0" i="0" u="none" strike="noStrike" noProof="0">
                          <a:solidFill>
                            <a:schemeClr val="tx1"/>
                          </a:solidFill>
                          <a:effectLst/>
                          <a:highlight>
                            <a:srgbClr val="FFFFFF"/>
                          </a:highlight>
                          <a:latin typeface="Franklin Gothic Book"/>
                          <a:ea typeface="Open Sans"/>
                          <a:cs typeface="Open Sans"/>
                        </a:rPr>
                        <a:t>Eric/ Phil</a:t>
                      </a:r>
                    </a:p>
                  </a:txBody>
                  <a:tcPr marL="2878" marR="2878" marT="2878"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750" b="0" i="0" u="none" strike="noStrike" noProof="0">
                          <a:solidFill>
                            <a:schemeClr val="tx1"/>
                          </a:solidFill>
                          <a:effectLst/>
                          <a:latin typeface="Franklin Gothic Book"/>
                        </a:rPr>
                        <a:t>TBD</a:t>
                      </a:r>
                    </a:p>
                  </a:txBody>
                  <a:tcPr marL="2878" marR="2878" marT="2878"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750" b="0" i="0" u="none" strike="noStrike" kern="1200" noProof="0">
                          <a:solidFill>
                            <a:schemeClr val="tx1"/>
                          </a:solidFill>
                          <a:highlight>
                            <a:srgbClr val="FFFFFF"/>
                          </a:highlight>
                          <a:latin typeface="Franklin Gothic Book"/>
                          <a:ea typeface="+mn-ea"/>
                          <a:cs typeface="Segoe UI"/>
                        </a:rPr>
                        <a:t>5/21 legacy Commerce Vision account continues to challenge the value of the MAF platform due to its dependency on the eCommerce solution not being clearly communicated prior to the transition to Advantive. On 5/6, Customer Success presented a proposal offering a 50% credit on the past‑due balance in exchange for a 24‑month renewal, with the remaining balance payable. The proposal remains pending customer approval. Accounts Receivable has followed up multiple times, most recently on 5/20, but there has been limited responsiveness from Customer Success (Andrew Harvey), delaying visibility into the customer’s position and next steps.</a:t>
                      </a:r>
                      <a:endParaRPr lang="en-US" sz="750">
                        <a:solidFill>
                          <a:schemeClr val="tx1"/>
                        </a:solidFill>
                        <a:latin typeface="Franklin Gothic Book"/>
                      </a:endParaRPr>
                    </a:p>
                  </a:txBody>
                  <a:tcPr marL="2878" marR="2878" marT="2878"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96240251"/>
                  </a:ext>
                </a:extLst>
              </a:tr>
              <a:tr h="473297">
                <a:tc>
                  <a:txBody>
                    <a:bodyPr/>
                    <a:lstStyle/>
                    <a:p>
                      <a:pPr lvl="0" algn="l">
                        <a:lnSpc>
                          <a:spcPct val="100000"/>
                        </a:lnSpc>
                        <a:spcBef>
                          <a:spcPts val="0"/>
                        </a:spcBef>
                        <a:spcAft>
                          <a:spcPts val="0"/>
                        </a:spcAft>
                        <a:buNone/>
                      </a:pPr>
                      <a:r>
                        <a:rPr lang="pt-BR" sz="800" b="0" i="0" u="none" strike="noStrike" noProof="0">
                          <a:solidFill>
                            <a:schemeClr val="tx1"/>
                          </a:solidFill>
                          <a:latin typeface="Franklin Gothic Book"/>
                        </a:rPr>
                        <a:t>AVID Logistics</a:t>
                      </a:r>
                      <a:endParaRPr lang="pt-BR" sz="800" b="0" i="0" u="none" strike="noStrike" noProof="0">
                        <a:solidFill>
                          <a:srgbClr val="020202"/>
                        </a:solidFill>
                        <a:latin typeface="Franklin Gothic Book"/>
                      </a:endParaRPr>
                    </a:p>
                    <a:p>
                      <a:pPr lvl="0" algn="l">
                        <a:lnSpc>
                          <a:spcPct val="100000"/>
                        </a:lnSpc>
                        <a:spcBef>
                          <a:spcPts val="0"/>
                        </a:spcBef>
                        <a:spcAft>
                          <a:spcPts val="0"/>
                        </a:spcAft>
                        <a:buNone/>
                      </a:pPr>
                      <a:endParaRPr lang="pt-BR" sz="750" b="0" i="0" u="none" strike="noStrike" noProof="0">
                        <a:solidFill>
                          <a:schemeClr val="tx1"/>
                        </a:solidFill>
                        <a:latin typeface="Franklin Gothic Book"/>
                      </a:endParaRPr>
                    </a:p>
                  </a:txBody>
                  <a:tcPr marL="2878" marR="2878" marT="2878"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750" b="0">
                          <a:solidFill>
                            <a:schemeClr val="tx1"/>
                          </a:solidFill>
                          <a:latin typeface="Franklin Gothic Book"/>
                        </a:rPr>
                        <a:t>$67K</a:t>
                      </a:r>
                    </a:p>
                  </a:txBody>
                  <a:tcPr marL="2878" marR="2878" marT="2878"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800" b="0" i="0" u="none" strike="noStrike" noProof="0">
                          <a:solidFill>
                            <a:schemeClr val="tx1"/>
                          </a:solidFill>
                          <a:latin typeface="Franklin Gothic Book"/>
                        </a:rPr>
                        <a:t>Demand Letter Sent</a:t>
                      </a:r>
                    </a:p>
                    <a:p>
                      <a:pPr lvl="0" algn="l">
                        <a:lnSpc>
                          <a:spcPct val="100000"/>
                        </a:lnSpc>
                        <a:spcBef>
                          <a:spcPts val="0"/>
                        </a:spcBef>
                        <a:spcAft>
                          <a:spcPts val="0"/>
                        </a:spcAft>
                        <a:buNone/>
                      </a:pPr>
                      <a:endParaRPr lang="en-US" sz="750" b="0" i="0" u="none" strike="noStrike" noProof="0">
                        <a:solidFill>
                          <a:srgbClr val="FF0000"/>
                        </a:solidFill>
                        <a:latin typeface="Franklin Gothic Book"/>
                      </a:endParaRPr>
                    </a:p>
                  </a:txBody>
                  <a:tcPr marL="2878" marR="2878" marT="2878"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800" b="0" i="0" u="none" strike="noStrike" noProof="0">
                          <a:solidFill>
                            <a:schemeClr val="tx1"/>
                          </a:solidFill>
                          <a:latin typeface="Franklin Gothic Book"/>
                        </a:rPr>
                        <a:t>unresponsive</a:t>
                      </a:r>
                    </a:p>
                    <a:p>
                      <a:pPr lvl="0" algn="l">
                        <a:lnSpc>
                          <a:spcPct val="100000"/>
                        </a:lnSpc>
                        <a:spcBef>
                          <a:spcPts val="0"/>
                        </a:spcBef>
                        <a:spcAft>
                          <a:spcPts val="0"/>
                        </a:spcAft>
                        <a:buNone/>
                      </a:pPr>
                      <a:endParaRPr lang="en-US" sz="750" b="0" i="0" u="none" strike="noStrike" noProof="0">
                        <a:solidFill>
                          <a:srgbClr val="FF0000"/>
                        </a:solidFill>
                        <a:latin typeface="Franklin Gothic Book"/>
                      </a:endParaRPr>
                    </a:p>
                  </a:txBody>
                  <a:tcPr marL="2878" marR="2878" marT="2878"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800" b="0" i="0" u="none" strike="noStrike" noProof="0">
                          <a:solidFill>
                            <a:schemeClr val="tx1"/>
                          </a:solidFill>
                          <a:effectLst/>
                          <a:highlight>
                            <a:srgbClr val="FFFFFF"/>
                          </a:highlight>
                          <a:latin typeface="Franklin Gothic Book"/>
                          <a:ea typeface="Open Sans"/>
                          <a:cs typeface="Open Sans"/>
                        </a:rPr>
                        <a:t>Eric/ Phil</a:t>
                      </a:r>
                    </a:p>
                    <a:p>
                      <a:pPr lvl="0" algn="ctr">
                        <a:lnSpc>
                          <a:spcPct val="100000"/>
                        </a:lnSpc>
                        <a:spcBef>
                          <a:spcPts val="0"/>
                        </a:spcBef>
                        <a:spcAft>
                          <a:spcPts val="0"/>
                        </a:spcAft>
                        <a:buNone/>
                      </a:pPr>
                      <a:endParaRPr lang="en-US" sz="800" b="0" i="0" u="none" strike="noStrike" noProof="0">
                        <a:solidFill>
                          <a:srgbClr val="FF0000"/>
                        </a:solidFill>
                        <a:effectLst/>
                        <a:highlight>
                          <a:srgbClr val="FFFFFF"/>
                        </a:highlight>
                        <a:latin typeface="Franklin Gothic Book"/>
                        <a:ea typeface="Open Sans"/>
                        <a:cs typeface="Open Sans"/>
                      </a:endParaRPr>
                    </a:p>
                  </a:txBody>
                  <a:tcPr marL="2878" marR="2878" marT="2878"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800" b="0" i="0" u="none" strike="noStrike" noProof="0">
                          <a:solidFill>
                            <a:schemeClr val="tx1"/>
                          </a:solidFill>
                          <a:effectLst/>
                          <a:latin typeface="Franklin Gothic Book"/>
                        </a:rPr>
                        <a:t>TBD</a:t>
                      </a:r>
                      <a:endParaRPr lang="en-US">
                        <a:solidFill>
                          <a:schemeClr val="tx1"/>
                        </a:solidFill>
                      </a:endParaRPr>
                    </a:p>
                  </a:txBody>
                  <a:tcPr marL="2878" marR="2878" marT="2878"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800" b="0" i="0" u="none" strike="noStrike" kern="1200" noProof="0">
                          <a:solidFill>
                            <a:schemeClr val="tx1"/>
                          </a:solidFill>
                          <a:highlight>
                            <a:srgbClr val="FFFFFF"/>
                          </a:highlight>
                          <a:latin typeface="Franklin Gothic Book"/>
                          <a:ea typeface="+mn-ea"/>
                          <a:cs typeface="Segoe UI"/>
                        </a:rPr>
                        <a:t>5/21 -  Customer placed with 3rd party collections</a:t>
                      </a:r>
                    </a:p>
                  </a:txBody>
                  <a:tcPr marL="2878" marR="2878" marT="2878"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102014472"/>
                  </a:ext>
                </a:extLst>
              </a:tr>
            </a:tbl>
          </a:graphicData>
        </a:graphic>
      </p:graphicFrame>
      <p:pic>
        <p:nvPicPr>
          <p:cNvPr id="8" name="Picture 7">
            <a:extLst>
              <a:ext uri="{FF2B5EF4-FFF2-40B4-BE49-F238E27FC236}">
                <a16:creationId xmlns:a16="http://schemas.microsoft.com/office/drawing/2014/main" id="{4D0DEDD2-2292-D78C-6A25-77D190E6DF12}"/>
              </a:ext>
            </a:extLst>
          </p:cNvPr>
          <p:cNvPicPr>
            <a:picLocks noChangeAspect="1"/>
          </p:cNvPicPr>
          <p:nvPr/>
        </p:nvPicPr>
        <p:blipFill>
          <a:blip r:embed="rId3"/>
          <a:stretch>
            <a:fillRect/>
          </a:stretch>
        </p:blipFill>
        <p:spPr>
          <a:xfrm>
            <a:off x="11050588" y="215446"/>
            <a:ext cx="1130754" cy="712108"/>
          </a:xfrm>
          <a:prstGeom prst="rect">
            <a:avLst/>
          </a:prstGeom>
        </p:spPr>
      </p:pic>
    </p:spTree>
    <p:extLst>
      <p:ext uri="{BB962C8B-B14F-4D97-AF65-F5344CB8AC3E}">
        <p14:creationId xmlns:p14="http://schemas.microsoft.com/office/powerpoint/2010/main" val="18209795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10DD8-5A0B-CB8E-E9A1-64356EBD9CF4}"/>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40D51C4-6A87-E16E-940D-3A2473BBC71F}"/>
              </a:ext>
            </a:extLst>
          </p:cNvPr>
          <p:cNvSpPr>
            <a:spLocks noGrp="1"/>
          </p:cNvSpPr>
          <p:nvPr>
            <p:ph type="sldNum" sz="quarter" idx="4"/>
          </p:nvPr>
        </p:nvSpPr>
        <p:spPr/>
        <p:txBody>
          <a:bodyPr/>
          <a:lstStyle/>
          <a:p>
            <a:fld id="{A2C81908-5748-4B49-BD68-6D330C2291A9}" type="slidenum">
              <a:rPr lang="en-GB" smtClean="0"/>
              <a:pPr/>
              <a:t>7</a:t>
            </a:fld>
            <a:endParaRPr lang="en-GB"/>
          </a:p>
        </p:txBody>
      </p:sp>
      <p:sp>
        <p:nvSpPr>
          <p:cNvPr id="47" name="Content Placeholder 9">
            <a:extLst>
              <a:ext uri="{FF2B5EF4-FFF2-40B4-BE49-F238E27FC236}">
                <a16:creationId xmlns:a16="http://schemas.microsoft.com/office/drawing/2014/main" id="{CD104CAA-2BCD-887C-0FAD-6189E4889238}"/>
              </a:ext>
            </a:extLst>
          </p:cNvPr>
          <p:cNvSpPr>
            <a:spLocks noGrp="1"/>
          </p:cNvSpPr>
          <p:nvPr>
            <p:ph sz="quarter" idx="15"/>
          </p:nvPr>
        </p:nvSpPr>
        <p:spPr>
          <a:xfrm>
            <a:off x="8091708" y="1140925"/>
            <a:ext cx="4105509" cy="4088365"/>
          </a:xfrm>
        </p:spPr>
        <p:txBody>
          <a:bodyPr vert="horz" lIns="0" tIns="0" rIns="91440" bIns="0" rtlCol="0" anchor="t">
            <a:noAutofit/>
          </a:bodyPr>
          <a:lstStyle/>
          <a:p>
            <a:pPr marL="285750" indent="-285750">
              <a:buFont typeface="Arial"/>
              <a:buChar char="•"/>
            </a:pPr>
            <a:r>
              <a:rPr lang="en-US" sz="1800">
                <a:solidFill>
                  <a:srgbClr val="000000"/>
                </a:solidFill>
                <a:ea typeface="+mn-lt"/>
                <a:cs typeface="+mn-lt"/>
              </a:rPr>
              <a:t>Top 3 Causes</a:t>
            </a:r>
          </a:p>
          <a:p>
            <a:pPr marL="514350" lvl="1" indent="-285750">
              <a:buFont typeface="Arial"/>
              <a:buChar char="•"/>
            </a:pPr>
            <a:r>
              <a:rPr lang="en-US" sz="1600">
                <a:solidFill>
                  <a:srgbClr val="000000"/>
                </a:solidFill>
                <a:ea typeface="+mn-lt"/>
                <a:cs typeface="+mn-lt"/>
              </a:rPr>
              <a:t>Billing Errors – Incorrect product/ service</a:t>
            </a:r>
          </a:p>
          <a:p>
            <a:pPr marL="514350" lvl="1" indent="-285750">
              <a:buFont typeface="Arial"/>
              <a:buChar char="•"/>
            </a:pPr>
            <a:r>
              <a:rPr lang="en-US" sz="1600">
                <a:solidFill>
                  <a:srgbClr val="000000"/>
                </a:solidFill>
                <a:ea typeface="+mn-lt"/>
                <a:cs typeface="+mn-lt"/>
              </a:rPr>
              <a:t>Product/service delivery dispute</a:t>
            </a:r>
          </a:p>
          <a:p>
            <a:pPr marL="514350" lvl="1" indent="-285750">
              <a:buFont typeface="Arial"/>
              <a:buChar char="•"/>
            </a:pPr>
            <a:r>
              <a:rPr lang="en-US" sz="1600">
                <a:solidFill>
                  <a:srgbClr val="000000"/>
                </a:solidFill>
                <a:ea typeface="+mn-lt"/>
                <a:cs typeface="+mn-lt"/>
              </a:rPr>
              <a:t>Customer unaware of invoice</a:t>
            </a:r>
          </a:p>
          <a:p>
            <a:pPr marL="514350" lvl="1" indent="-285750">
              <a:buClr>
                <a:srgbClr val="ABDCFF"/>
              </a:buClr>
              <a:buFont typeface="Arial"/>
              <a:buChar char="•"/>
            </a:pPr>
            <a:endParaRPr lang="en-US" sz="1600">
              <a:solidFill>
                <a:srgbClr val="000000"/>
              </a:solidFill>
              <a:ea typeface="+mn-lt"/>
              <a:cs typeface="+mn-lt"/>
            </a:endParaRPr>
          </a:p>
          <a:p>
            <a:pPr marL="285750" indent="-285750">
              <a:buFont typeface="Arial"/>
              <a:buChar char="•"/>
            </a:pPr>
            <a:r>
              <a:rPr lang="en-US" sz="1800">
                <a:solidFill>
                  <a:srgbClr val="000000"/>
                </a:solidFill>
                <a:ea typeface="+mn-lt"/>
                <a:cs typeface="+mn-lt"/>
              </a:rPr>
              <a:t>What Changed This Week</a:t>
            </a:r>
          </a:p>
          <a:p>
            <a:pPr marL="514350" lvl="1" indent="-285750">
              <a:buFont typeface="Arial"/>
              <a:buChar char="•"/>
            </a:pPr>
            <a:r>
              <a:rPr lang="en-US">
                <a:solidFill>
                  <a:schemeClr val="tx1"/>
                </a:solidFill>
              </a:rPr>
              <a:t>Increase to Billing Errors related to first of month billing</a:t>
            </a:r>
          </a:p>
          <a:p>
            <a:pPr marL="514350" lvl="1" indent="-285750">
              <a:buFont typeface="Arial"/>
              <a:buChar char="•"/>
            </a:pPr>
            <a:r>
              <a:rPr lang="en-US">
                <a:solidFill>
                  <a:schemeClr val="tx1"/>
                </a:solidFill>
              </a:rPr>
              <a:t>Decreases to other buckets this week as we work through issues</a:t>
            </a:r>
          </a:p>
          <a:p>
            <a:pPr marL="514350" lvl="1" indent="-285750">
              <a:buClr>
                <a:srgbClr val="ABDCFF"/>
              </a:buClr>
              <a:buFont typeface="Arial"/>
              <a:buChar char="•"/>
            </a:pPr>
            <a:endParaRPr lang="en-US">
              <a:solidFill>
                <a:srgbClr val="020202"/>
              </a:solidFill>
              <a:ea typeface="+mn-lt"/>
              <a:cs typeface="+mn-lt"/>
            </a:endParaRPr>
          </a:p>
          <a:p>
            <a:pPr marL="285750" indent="-285750">
              <a:buFont typeface="Arial"/>
              <a:buChar char="•"/>
            </a:pPr>
            <a:r>
              <a:rPr lang="en-US" sz="1800">
                <a:solidFill>
                  <a:srgbClr val="000000"/>
                </a:solidFill>
                <a:ea typeface="+mn-lt"/>
                <a:cs typeface="+mn-lt"/>
              </a:rPr>
              <a:t>ELT/Cross-Functional Ask</a:t>
            </a:r>
            <a:endParaRPr lang="en-US" sz="1800">
              <a:solidFill>
                <a:srgbClr val="000000"/>
              </a:solidFill>
              <a:ea typeface="+mn-lt"/>
              <a:cs typeface="Calibri"/>
            </a:endParaRPr>
          </a:p>
          <a:p>
            <a:pPr lvl="1">
              <a:buFont typeface="Arial"/>
              <a:buChar char="•"/>
            </a:pPr>
            <a:r>
              <a:rPr lang="en-US">
                <a:solidFill>
                  <a:srgbClr val="000000"/>
                </a:solidFill>
                <a:ea typeface="+mn-lt"/>
                <a:cs typeface="+mn-lt"/>
              </a:rPr>
              <a:t>Continued cross functional collaboration to research, action, and resolve product and service billing discrepancies.</a:t>
            </a:r>
          </a:p>
          <a:p>
            <a:pPr marL="285750" indent="-285750">
              <a:buClr>
                <a:srgbClr val="FF5F00"/>
              </a:buClr>
              <a:buFont typeface="Arial"/>
              <a:buChar char="•"/>
            </a:pPr>
            <a:endParaRPr lang="en-US">
              <a:solidFill>
                <a:srgbClr val="000000"/>
              </a:solidFill>
              <a:ea typeface="+mn-lt"/>
              <a:cs typeface="+mn-lt"/>
            </a:endParaRPr>
          </a:p>
        </p:txBody>
      </p:sp>
      <p:sp>
        <p:nvSpPr>
          <p:cNvPr id="4" name="Title 7">
            <a:extLst>
              <a:ext uri="{FF2B5EF4-FFF2-40B4-BE49-F238E27FC236}">
                <a16:creationId xmlns:a16="http://schemas.microsoft.com/office/drawing/2014/main" id="{553CD316-033B-C44B-3A0D-5FD2F9B3F1A3}"/>
              </a:ext>
            </a:extLst>
          </p:cNvPr>
          <p:cNvSpPr>
            <a:spLocks noGrp="1"/>
          </p:cNvSpPr>
          <p:nvPr>
            <p:ph type="title"/>
          </p:nvPr>
        </p:nvSpPr>
        <p:spPr>
          <a:xfrm>
            <a:off x="435614" y="122231"/>
            <a:ext cx="7603742" cy="694944"/>
          </a:xfrm>
        </p:spPr>
        <p:txBody>
          <a:bodyPr/>
          <a:lstStyle/>
          <a:p>
            <a:r>
              <a:rPr lang="en-US" sz="2800"/>
              <a:t>Root Causes: What’s Driving Non-Payment + What We’re Doing</a:t>
            </a:r>
          </a:p>
        </p:txBody>
      </p:sp>
      <p:pic>
        <p:nvPicPr>
          <p:cNvPr id="3" name="chart_root_cause">
            <a:extLst>
              <a:ext uri="{FF2B5EF4-FFF2-40B4-BE49-F238E27FC236}">
                <a16:creationId xmlns:a16="http://schemas.microsoft.com/office/drawing/2014/main" id="{17C6CCBD-EB32-CF45-9B2C-72F57F30D037}"/>
              </a:ext>
            </a:extLst>
          </p:cNvPr>
          <p:cNvPicPr>
            <a:picLocks noChangeAspect="1"/>
          </p:cNvPicPr>
          <p:nvPr/>
        </p:nvPicPr>
        <p:blipFill>
          <a:blip r:embed="rId2"/>
          <a:stretch>
            <a:fillRect/>
          </a:stretch>
        </p:blipFill>
        <p:spPr>
          <a:xfrm>
            <a:off x="298422" y="1578122"/>
            <a:ext cx="7603742" cy="3784075"/>
          </a:xfrm>
          <a:prstGeom prst="rect">
            <a:avLst/>
          </a:prstGeom>
        </p:spPr>
      </p:pic>
    </p:spTree>
    <p:extLst>
      <p:ext uri="{BB962C8B-B14F-4D97-AF65-F5344CB8AC3E}">
        <p14:creationId xmlns:p14="http://schemas.microsoft.com/office/powerpoint/2010/main" val="24098071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2D347-88A4-63A9-A8D8-D9B9FFFBC4B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0367FF5-0CA0-BB09-6CAB-86B2870D23F2}"/>
              </a:ext>
            </a:extLst>
          </p:cNvPr>
          <p:cNvSpPr>
            <a:spLocks noGrp="1"/>
          </p:cNvSpPr>
          <p:nvPr>
            <p:ph type="title"/>
          </p:nvPr>
        </p:nvSpPr>
        <p:spPr>
          <a:xfrm>
            <a:off x="6238875" y="2940973"/>
            <a:ext cx="4818008" cy="546100"/>
          </a:xfrm>
        </p:spPr>
        <p:txBody>
          <a:bodyPr/>
          <a:lstStyle/>
          <a:p>
            <a:r>
              <a:rPr lang="en-GB"/>
              <a:t>Appendix</a:t>
            </a:r>
          </a:p>
        </p:txBody>
      </p:sp>
      <p:pic>
        <p:nvPicPr>
          <p:cNvPr id="12" name="Picture Placeholder 11" descr="A person wearing headphones and using a computer&#10;&#10;Description automatically generated with low confidence">
            <a:extLst>
              <a:ext uri="{FF2B5EF4-FFF2-40B4-BE49-F238E27FC236}">
                <a16:creationId xmlns:a16="http://schemas.microsoft.com/office/drawing/2014/main" id="{9298CADC-A739-FBB9-8897-130273AF7A45}"/>
              </a:ext>
            </a:extLst>
          </p:cNvPr>
          <p:cNvPicPr>
            <a:picLocks noGrp="1" noChangeAspect="1"/>
          </p:cNvPicPr>
          <p:nvPr>
            <p:ph type="pic" sz="quarter" idx="10"/>
          </p:nvPr>
        </p:nvPicPr>
        <p:blipFill>
          <a:blip r:embed="rId3"/>
          <a:srcRect l="14769" r="14769"/>
          <a:stretch>
            <a:fillRect/>
          </a:stretch>
        </p:blipFill>
        <p:spPr/>
      </p:pic>
      <p:sp>
        <p:nvSpPr>
          <p:cNvPr id="8" name="Slide Number Placeholder 5">
            <a:extLst>
              <a:ext uri="{FF2B5EF4-FFF2-40B4-BE49-F238E27FC236}">
                <a16:creationId xmlns:a16="http://schemas.microsoft.com/office/drawing/2014/main" id="{A3C12BC9-2797-A84E-6E45-7F776EB8A006}"/>
              </a:ext>
            </a:extLst>
          </p:cNvPr>
          <p:cNvSpPr>
            <a:spLocks noGrp="1"/>
          </p:cNvSpPr>
          <p:nvPr>
            <p:ph type="sldNum" sz="quarter" idx="4"/>
          </p:nvPr>
        </p:nvSpPr>
        <p:spPr>
          <a:xfrm>
            <a:off x="11194428" y="6217920"/>
            <a:ext cx="353550" cy="365125"/>
          </a:xfrm>
          <a:prstGeom prst="rect">
            <a:avLst/>
          </a:prstGeom>
        </p:spPr>
        <p:txBody>
          <a:bodyPr vert="horz" lIns="0" tIns="0" rIns="0" bIns="0" rtlCol="0" anchor="ctr"/>
          <a:lstStyle>
            <a:lvl1pPr algn="l">
              <a:defRPr sz="1100" b="1">
                <a:solidFill>
                  <a:schemeClr val="bg1"/>
                </a:solidFill>
              </a:defRPr>
            </a:lvl1pPr>
          </a:lstStyle>
          <a:p>
            <a:fld id="{A2C81908-5748-4B49-BD68-6D330C2291A9}" type="slidenum">
              <a:rPr lang="en-GB" smtClean="0"/>
              <a:pPr/>
              <a:t>8</a:t>
            </a:fld>
            <a:endParaRPr lang="en-GB"/>
          </a:p>
        </p:txBody>
      </p:sp>
    </p:spTree>
    <p:extLst>
      <p:ext uri="{BB962C8B-B14F-4D97-AF65-F5344CB8AC3E}">
        <p14:creationId xmlns:p14="http://schemas.microsoft.com/office/powerpoint/2010/main" val="31166038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04E96-4ABC-9FBF-15B6-F48B7F0EDBFA}"/>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43058BF-3FE2-3C6E-8309-0B807275E588}"/>
              </a:ext>
            </a:extLst>
          </p:cNvPr>
          <p:cNvSpPr>
            <a:spLocks noGrp="1"/>
          </p:cNvSpPr>
          <p:nvPr>
            <p:ph type="sldNum" sz="quarter" idx="4"/>
          </p:nvPr>
        </p:nvSpPr>
        <p:spPr/>
        <p:txBody>
          <a:bodyPr/>
          <a:lstStyle/>
          <a:p>
            <a:fld id="{A2C81908-5748-4B49-BD68-6D330C2291A9}" type="slidenum">
              <a:rPr lang="en-GB" smtClean="0"/>
              <a:pPr/>
              <a:t>9</a:t>
            </a:fld>
            <a:endParaRPr lang="en-GB"/>
          </a:p>
        </p:txBody>
      </p:sp>
      <p:sp>
        <p:nvSpPr>
          <p:cNvPr id="7" name="Title 1">
            <a:extLst>
              <a:ext uri="{FF2B5EF4-FFF2-40B4-BE49-F238E27FC236}">
                <a16:creationId xmlns:a16="http://schemas.microsoft.com/office/drawing/2014/main" id="{DE674A01-C60A-87D9-A662-A14AE8A3EB22}"/>
              </a:ext>
            </a:extLst>
          </p:cNvPr>
          <p:cNvSpPr>
            <a:spLocks noGrp="1"/>
          </p:cNvSpPr>
          <p:nvPr>
            <p:ph type="title"/>
          </p:nvPr>
        </p:nvSpPr>
        <p:spPr>
          <a:xfrm>
            <a:off x="453708" y="416036"/>
            <a:ext cx="9107601" cy="695325"/>
          </a:xfrm>
        </p:spPr>
        <p:txBody>
          <a:bodyPr/>
          <a:lstStyle/>
          <a:p>
            <a:r>
              <a:rPr lang="en-US" sz="2800"/>
              <a:t>Scoreboard: Cash vs Plan (MTD / QTD + Drivers)</a:t>
            </a:r>
          </a:p>
        </p:txBody>
      </p:sp>
      <p:sp>
        <p:nvSpPr>
          <p:cNvPr id="18" name="Content Placeholder 3">
            <a:extLst>
              <a:ext uri="{FF2B5EF4-FFF2-40B4-BE49-F238E27FC236}">
                <a16:creationId xmlns:a16="http://schemas.microsoft.com/office/drawing/2014/main" id="{FF198501-8520-EF70-9DE0-0ADF628420A1}"/>
              </a:ext>
            </a:extLst>
          </p:cNvPr>
          <p:cNvSpPr>
            <a:spLocks noGrp="1"/>
          </p:cNvSpPr>
          <p:nvPr>
            <p:ph sz="quarter" idx="15"/>
          </p:nvPr>
        </p:nvSpPr>
        <p:spPr>
          <a:xfrm>
            <a:off x="7908289" y="2482944"/>
            <a:ext cx="3989827" cy="3108858"/>
          </a:xfrm>
        </p:spPr>
        <p:txBody>
          <a:bodyPr vert="horz" lIns="0" tIns="0" rIns="91440" bIns="0" rtlCol="0" anchor="t">
            <a:noAutofit/>
          </a:bodyPr>
          <a:lstStyle/>
          <a:p>
            <a:pPr marL="0" indent="0">
              <a:buNone/>
            </a:pPr>
            <a:r>
              <a:rPr lang="en-US" b="1">
                <a:solidFill>
                  <a:schemeClr val="tx1"/>
                </a:solidFill>
                <a:ea typeface="+mn-lt"/>
                <a:cs typeface="+mn-lt"/>
              </a:rPr>
              <a:t>Highlights:</a:t>
            </a:r>
          </a:p>
          <a:p>
            <a:pPr>
              <a:buFont typeface="Arial" panose="020B0604020202020204" pitchFamily="34" charset="0"/>
              <a:buChar char="•"/>
            </a:pPr>
            <a:r>
              <a:rPr lang="en-US">
                <a:solidFill>
                  <a:schemeClr val="tx1"/>
                </a:solidFill>
                <a:ea typeface="+mn-lt"/>
                <a:cs typeface="+mn-lt"/>
              </a:rPr>
              <a:t>May Daily average: $561k</a:t>
            </a:r>
            <a:r>
              <a:rPr lang="en-US">
                <a:solidFill>
                  <a:schemeClr val="tx1"/>
                </a:solidFill>
              </a:rPr>
              <a:t/>
            </a:r>
          </a:p>
          <a:p>
            <a:pPr>
              <a:buFont typeface="Arial" panose="020B0604020202020204" pitchFamily="34" charset="0"/>
              <a:buChar char="•"/>
            </a:pPr>
            <a:r>
              <a:rPr lang="en-US">
                <a:solidFill>
                  <a:srgbClr val="000000"/>
                </a:solidFill>
              </a:rPr>
              <a:t>Top Movers</a:t>
            </a:r>
          </a:p>
          <a:p>
            <a:pPr marL="752475" lvl="2" indent="-285750">
              <a:buFont typeface="Arial" panose="020B0604020202020204" pitchFamily="34" charset="0"/>
              <a:buChar char="•"/>
            </a:pPr>
            <a:r>
              <a:rPr lang="en-US" sz="1400">
                <a:solidFill>
                  <a:srgbClr val="000000"/>
                </a:solidFill>
                <a:ea typeface="+mn-lt"/>
                <a:cs typeface="+mn-lt"/>
              </a:rPr>
              <a:t>Hallmark - $434k</a:t>
            </a:r>
          </a:p>
          <a:p>
            <a:pPr marL="752475" lvl="2" indent="-285750">
              <a:buFont typeface="Arial" panose="020B0604020202020204" pitchFamily="34" charset="0"/>
              <a:buChar char="•"/>
            </a:pPr>
            <a:r>
              <a:rPr lang="en-US" sz="1400" err="1">
                <a:solidFill>
                  <a:srgbClr val="000000"/>
                </a:solidFill>
              </a:rPr>
              <a:t>Mpact</a:t>
            </a:r>
            <a:r>
              <a:rPr lang="en-US" sz="1400">
                <a:solidFill>
                  <a:srgbClr val="000000"/>
                </a:solidFill>
              </a:rPr>
              <a:t> Operations - $228k</a:t>
            </a:r>
          </a:p>
          <a:p>
            <a:pPr marL="752475" lvl="2" indent="-285750">
              <a:buFont typeface="Arial" panose="020B0604020202020204" pitchFamily="34" charset="0"/>
              <a:buChar char="•"/>
            </a:pPr>
            <a:r>
              <a:rPr lang="en-US" sz="1400">
                <a:solidFill>
                  <a:srgbClr val="000000"/>
                </a:solidFill>
              </a:rPr>
              <a:t>Crown Bakeries - $196k</a:t>
            </a:r>
          </a:p>
          <a:p>
            <a:pPr marL="752475" lvl="2" indent="-285750">
              <a:buFont typeface="Wingdings" panose="020B0604020202020204" pitchFamily="34" charset="0"/>
              <a:buChar char="§"/>
            </a:pPr>
            <a:endParaRPr lang="en-US" sz="1600">
              <a:solidFill>
                <a:srgbClr val="000000"/>
              </a:solidFill>
            </a:endParaRPr>
          </a:p>
          <a:p>
            <a:pPr marL="466725" lvl="2" indent="0">
              <a:buNone/>
            </a:pPr>
            <a:endParaRPr lang="en-US" sz="1600">
              <a:solidFill>
                <a:srgbClr val="000000"/>
              </a:solidFill>
            </a:endParaRPr>
          </a:p>
        </p:txBody>
      </p:sp>
      <p:sp>
        <p:nvSpPr>
          <p:cNvPr id="19" name="Subtitle 2">
            <a:extLst>
              <a:ext uri="{FF2B5EF4-FFF2-40B4-BE49-F238E27FC236}">
                <a16:creationId xmlns:a16="http://schemas.microsoft.com/office/drawing/2014/main" id="{D3318196-4221-E759-254B-5A061C6A063B}"/>
              </a:ext>
            </a:extLst>
          </p:cNvPr>
          <p:cNvSpPr txBox="1">
            <a:spLocks/>
          </p:cNvSpPr>
          <p:nvPr/>
        </p:nvSpPr>
        <p:spPr>
          <a:xfrm>
            <a:off x="7908289" y="1211050"/>
            <a:ext cx="4193464" cy="944972"/>
          </a:xfrm>
          <a:prstGeom prst="rect">
            <a:avLst/>
          </a:prstGeom>
        </p:spPr>
        <p:txBody>
          <a:bodyPr vert="horz" lIns="0" tIns="0" rIns="91440" bIns="0" rtlCol="0" anchor="t">
            <a:noAutofit/>
          </a:bodyPr>
          <a:lstStyle>
            <a:lvl1pPr marL="0" indent="0" algn="l" defTabSz="914400" rtl="0" eaLnBrk="1" latinLnBrk="0" hangingPunct="1">
              <a:lnSpc>
                <a:spcPts val="2400"/>
              </a:lnSpc>
              <a:spcBef>
                <a:spcPts val="0"/>
              </a:spcBef>
              <a:spcAft>
                <a:spcPts val="0"/>
              </a:spcAft>
              <a:buClr>
                <a:schemeClr val="accent2"/>
              </a:buClr>
              <a:buFont typeface="Wingdings" pitchFamily="2" charset="2"/>
              <a:buNone/>
              <a:tabLst/>
              <a:defRPr sz="2400" kern="1200">
                <a:solidFill>
                  <a:schemeClr val="accent4"/>
                </a:solidFill>
                <a:latin typeface="+mn-lt"/>
                <a:ea typeface="+mn-ea"/>
                <a:cs typeface="+mn-cs"/>
              </a:defRPr>
            </a:lvl1pPr>
            <a:lvl2pPr marL="457200" indent="0" algn="ctr" defTabSz="914400" rtl="0" eaLnBrk="1" latinLnBrk="0" hangingPunct="1">
              <a:lnSpc>
                <a:spcPct val="100000"/>
              </a:lnSpc>
              <a:spcBef>
                <a:spcPts val="0"/>
              </a:spcBef>
              <a:spcAft>
                <a:spcPts val="600"/>
              </a:spcAft>
              <a:buClr>
                <a:schemeClr val="accent3"/>
              </a:buClr>
              <a:buFont typeface="Wingdings" pitchFamily="2" charset="2"/>
              <a:buNone/>
              <a:tabLst/>
              <a:defRPr sz="2000" kern="1200">
                <a:solidFill>
                  <a:schemeClr val="accent1"/>
                </a:solidFill>
                <a:latin typeface="+mn-lt"/>
                <a:ea typeface="+mn-ea"/>
                <a:cs typeface="+mn-cs"/>
              </a:defRPr>
            </a:lvl2pPr>
            <a:lvl3pPr marL="914400" indent="0" algn="ctr" defTabSz="914400" rtl="0" eaLnBrk="1" latinLnBrk="0" hangingPunct="1">
              <a:lnSpc>
                <a:spcPct val="100000"/>
              </a:lnSpc>
              <a:spcBef>
                <a:spcPts val="0"/>
              </a:spcBef>
              <a:spcAft>
                <a:spcPts val="600"/>
              </a:spcAft>
              <a:buFont typeface="Wingdings" pitchFamily="2" charset="2"/>
              <a:buNone/>
              <a:tabLst/>
              <a:defRPr sz="1800" kern="1200">
                <a:solidFill>
                  <a:schemeClr val="accent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accent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accent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a:ea typeface="+mn-lt"/>
              <a:cs typeface="+mn-lt"/>
            </a:endParaRPr>
          </a:p>
          <a:p>
            <a:r>
              <a:rPr lang="en-US">
                <a:ea typeface="+mn-lt"/>
                <a:cs typeface="+mn-lt"/>
              </a:rPr>
              <a:t>May: 47% MTD Attainment</a:t>
            </a:r>
            <a:endParaRPr lang="en-US">
              <a:solidFill>
                <a:srgbClr val="000000"/>
              </a:solidFill>
              <a:ea typeface="+mn-lt"/>
              <a:cs typeface="+mn-lt"/>
            </a:endParaRPr>
          </a:p>
          <a:p>
            <a:r>
              <a:rPr lang="en-US"/>
              <a:t>Q2: 51% QTD Attainment</a:t>
            </a:r>
          </a:p>
        </p:txBody>
      </p:sp>
      <p:sp>
        <p:nvSpPr>
          <p:cNvPr id="4" name="TextBox 3">
            <a:extLst>
              <a:ext uri="{FF2B5EF4-FFF2-40B4-BE49-F238E27FC236}">
                <a16:creationId xmlns:a16="http://schemas.microsoft.com/office/drawing/2014/main" id="{72AA3984-A1D6-3DF9-AC71-12A59BBEE2D0}"/>
              </a:ext>
            </a:extLst>
          </p:cNvPr>
          <p:cNvSpPr txBox="1"/>
          <p:nvPr/>
        </p:nvSpPr>
        <p:spPr>
          <a:xfrm>
            <a:off x="5296520" y="1029334"/>
            <a:ext cx="200911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Payment Methods</a:t>
            </a:r>
          </a:p>
        </p:txBody>
      </p:sp>
      <p:pic>
        <p:nvPicPr>
          <p:cNvPr id="9" name="chart_payment_methods" descr="A pie chart with different colored circles&#10;&#10;AI-generated content may be incorrect.">
            <a:extLst>
              <a:ext uri="{FF2B5EF4-FFF2-40B4-BE49-F238E27FC236}">
                <a16:creationId xmlns:a16="http://schemas.microsoft.com/office/drawing/2014/main" id="{A030D295-4C84-60AA-194E-3C69DD82E264}"/>
              </a:ext>
            </a:extLst>
          </p:cNvPr>
          <p:cNvPicPr>
            <a:picLocks noChangeAspect="1"/>
          </p:cNvPicPr>
          <p:nvPr/>
        </p:nvPicPr>
        <p:blipFill>
          <a:blip r:embed="rId3"/>
          <a:stretch>
            <a:fillRect/>
          </a:stretch>
        </p:blipFill>
        <p:spPr>
          <a:xfrm>
            <a:off x="4728322" y="1517558"/>
            <a:ext cx="2735356" cy="2511798"/>
          </a:xfrm>
          <a:prstGeom prst="rect">
            <a:avLst/>
          </a:prstGeom>
        </p:spPr>
      </p:pic>
      <p:pic>
        <p:nvPicPr>
          <p:cNvPr id="5" name="Picture 4">
            <a:extLst>
              <a:ext uri="{FF2B5EF4-FFF2-40B4-BE49-F238E27FC236}">
                <a16:creationId xmlns:a16="http://schemas.microsoft.com/office/drawing/2014/main" id="{164CD360-1BB3-0D06-8F37-10AB5D3DFE9C}"/>
              </a:ext>
            </a:extLst>
          </p:cNvPr>
          <p:cNvPicPr>
            <a:picLocks noChangeAspect="1"/>
          </p:cNvPicPr>
          <p:nvPr/>
        </p:nvPicPr>
        <p:blipFill>
          <a:blip r:embed="rId4"/>
          <a:stretch>
            <a:fillRect/>
          </a:stretch>
        </p:blipFill>
        <p:spPr>
          <a:xfrm>
            <a:off x="214990" y="953427"/>
            <a:ext cx="3970019" cy="1310640"/>
          </a:xfrm>
          <a:prstGeom prst="rect">
            <a:avLst/>
          </a:prstGeom>
        </p:spPr>
      </p:pic>
      <p:pic>
        <p:nvPicPr>
          <p:cNvPr id="10" name="chart_cash_target_vs_actual_2">
            <a:extLst>
              <a:ext uri="{FF2B5EF4-FFF2-40B4-BE49-F238E27FC236}">
                <a16:creationId xmlns:a16="http://schemas.microsoft.com/office/drawing/2014/main" id="{D264D9D4-4B17-8A0E-4154-8A5134D36C53}"/>
              </a:ext>
            </a:extLst>
          </p:cNvPr>
          <p:cNvPicPr>
            <a:picLocks noChangeAspect="1"/>
          </p:cNvPicPr>
          <p:nvPr/>
        </p:nvPicPr>
        <p:blipFill>
          <a:blip r:embed="rId5"/>
          <a:stretch>
            <a:fillRect/>
          </a:stretch>
        </p:blipFill>
        <p:spPr>
          <a:xfrm>
            <a:off x="214990" y="4148247"/>
            <a:ext cx="7248688" cy="2201753"/>
          </a:xfrm>
          <a:prstGeom prst="rect">
            <a:avLst/>
          </a:prstGeom>
        </p:spPr>
      </p:pic>
      <p:pic>
        <p:nvPicPr>
          <p:cNvPr id="14" name="Picture 13">
            <a:extLst>
              <a:ext uri="{FF2B5EF4-FFF2-40B4-BE49-F238E27FC236}">
                <a16:creationId xmlns:a16="http://schemas.microsoft.com/office/drawing/2014/main" id="{8FE5358C-C58B-3D15-9D09-60A728494904}"/>
              </a:ext>
            </a:extLst>
          </p:cNvPr>
          <p:cNvPicPr>
            <a:picLocks noChangeAspect="1"/>
          </p:cNvPicPr>
          <p:nvPr/>
        </p:nvPicPr>
        <p:blipFill>
          <a:blip r:embed="rId6"/>
          <a:stretch>
            <a:fillRect/>
          </a:stretch>
        </p:blipFill>
        <p:spPr>
          <a:xfrm>
            <a:off x="214989" y="2264067"/>
            <a:ext cx="3970019" cy="1848587"/>
          </a:xfrm>
          <a:prstGeom prst="rect">
            <a:avLst/>
          </a:prstGeom>
        </p:spPr>
      </p:pic>
    </p:spTree>
    <p:extLst>
      <p:ext uri="{BB962C8B-B14F-4D97-AF65-F5344CB8AC3E}">
        <p14:creationId xmlns:p14="http://schemas.microsoft.com/office/powerpoint/2010/main" val="6797342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9CE2E-56F1-E412-9410-0F15E0414841}"/>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C2BCB48-6FE6-67FF-9CAF-577DD59FC0AD}"/>
              </a:ext>
            </a:extLst>
          </p:cNvPr>
          <p:cNvSpPr>
            <a:spLocks noGrp="1"/>
          </p:cNvSpPr>
          <p:nvPr>
            <p:ph type="subTitle" idx="1"/>
          </p:nvPr>
        </p:nvSpPr>
        <p:spPr>
          <a:xfrm>
            <a:off x="178666" y="761169"/>
            <a:ext cx="5504688" cy="361950"/>
          </a:xfrm>
        </p:spPr>
        <p:txBody>
          <a:bodyPr vert="horz" lIns="0" tIns="0" rIns="91440" bIns="0" rtlCol="0" anchor="t">
            <a:noAutofit/>
          </a:bodyPr>
          <a:lstStyle/>
          <a:p>
            <a:r>
              <a:rPr lang="en-US"/>
              <a:t>Decreased from $1.62M to $1.40M</a:t>
            </a:r>
          </a:p>
        </p:txBody>
      </p:sp>
      <p:sp>
        <p:nvSpPr>
          <p:cNvPr id="6" name="Slide Number Placeholder 5">
            <a:extLst>
              <a:ext uri="{FF2B5EF4-FFF2-40B4-BE49-F238E27FC236}">
                <a16:creationId xmlns:a16="http://schemas.microsoft.com/office/drawing/2014/main" id="{0DD0C010-71D0-35BB-FD71-A16084FFC04C}"/>
              </a:ext>
            </a:extLst>
          </p:cNvPr>
          <p:cNvSpPr>
            <a:spLocks noGrp="1"/>
          </p:cNvSpPr>
          <p:nvPr>
            <p:ph type="sldNum" sz="quarter" idx="4"/>
          </p:nvPr>
        </p:nvSpPr>
        <p:spPr/>
        <p:txBody>
          <a:bodyPr/>
          <a:lstStyle/>
          <a:p>
            <a:fld id="{A2C81908-5748-4B49-BD68-6D330C2291A9}" type="slidenum">
              <a:rPr lang="en-GB" smtClean="0"/>
              <a:pPr/>
              <a:t>10</a:t>
            </a:fld>
            <a:endParaRPr lang="en-GB"/>
          </a:p>
        </p:txBody>
      </p:sp>
      <p:sp>
        <p:nvSpPr>
          <p:cNvPr id="7" name="Title 1">
            <a:extLst>
              <a:ext uri="{FF2B5EF4-FFF2-40B4-BE49-F238E27FC236}">
                <a16:creationId xmlns:a16="http://schemas.microsoft.com/office/drawing/2014/main" id="{138E43C1-FE7A-C342-2D99-6E8870746007}"/>
              </a:ext>
            </a:extLst>
          </p:cNvPr>
          <p:cNvSpPr>
            <a:spLocks noGrp="1"/>
          </p:cNvSpPr>
          <p:nvPr>
            <p:ph type="title"/>
          </p:nvPr>
        </p:nvSpPr>
        <p:spPr>
          <a:xfrm>
            <a:off x="178666" y="164376"/>
            <a:ext cx="9107601" cy="695325"/>
          </a:xfrm>
        </p:spPr>
        <p:txBody>
          <a:bodyPr/>
          <a:lstStyle/>
          <a:p>
            <a:r>
              <a:rPr lang="en-US" sz="2800"/>
              <a:t>Aging Control: &gt;90 Balance vs Target + Movement</a:t>
            </a:r>
          </a:p>
        </p:txBody>
      </p:sp>
      <p:sp>
        <p:nvSpPr>
          <p:cNvPr id="26" name="Subtitle 2">
            <a:extLst>
              <a:ext uri="{FF2B5EF4-FFF2-40B4-BE49-F238E27FC236}">
                <a16:creationId xmlns:a16="http://schemas.microsoft.com/office/drawing/2014/main" id="{EDAF07D3-3D5C-8EA5-9E22-FE8AFFED6BE7}"/>
              </a:ext>
            </a:extLst>
          </p:cNvPr>
          <p:cNvSpPr txBox="1">
            <a:spLocks/>
          </p:cNvSpPr>
          <p:nvPr/>
        </p:nvSpPr>
        <p:spPr>
          <a:xfrm>
            <a:off x="9411522" y="93980"/>
            <a:ext cx="2976744" cy="361950"/>
          </a:xfrm>
          <a:prstGeom prst="rect">
            <a:avLst/>
          </a:prstGeom>
        </p:spPr>
        <p:txBody>
          <a:bodyPr vert="horz" lIns="0" tIns="0" rIns="91440" bIns="0" rtlCol="0" anchor="t">
            <a:noAutofit/>
          </a:bodyPr>
          <a:lstStyle>
            <a:lvl1pPr marL="0" indent="0" algn="l" defTabSz="914400" rtl="0" eaLnBrk="1" latinLnBrk="0" hangingPunct="1">
              <a:lnSpc>
                <a:spcPts val="2400"/>
              </a:lnSpc>
              <a:spcBef>
                <a:spcPts val="0"/>
              </a:spcBef>
              <a:spcAft>
                <a:spcPts val="0"/>
              </a:spcAft>
              <a:buClr>
                <a:schemeClr val="accent2"/>
              </a:buClr>
              <a:buFont typeface="Wingdings" pitchFamily="2" charset="2"/>
              <a:buNone/>
              <a:tabLst/>
              <a:defRPr sz="2400" kern="1200">
                <a:solidFill>
                  <a:schemeClr val="accent4"/>
                </a:solidFill>
                <a:latin typeface="+mn-lt"/>
                <a:ea typeface="+mn-ea"/>
                <a:cs typeface="+mn-cs"/>
              </a:defRPr>
            </a:lvl1pPr>
            <a:lvl2pPr marL="457200" indent="0" algn="ctr" defTabSz="914400" rtl="0" eaLnBrk="1" latinLnBrk="0" hangingPunct="1">
              <a:lnSpc>
                <a:spcPct val="100000"/>
              </a:lnSpc>
              <a:spcBef>
                <a:spcPts val="0"/>
              </a:spcBef>
              <a:spcAft>
                <a:spcPts val="600"/>
              </a:spcAft>
              <a:buClr>
                <a:schemeClr val="accent3"/>
              </a:buClr>
              <a:buFont typeface="Wingdings" pitchFamily="2" charset="2"/>
              <a:buNone/>
              <a:tabLst/>
              <a:defRPr sz="2000" kern="1200">
                <a:solidFill>
                  <a:schemeClr val="accent1"/>
                </a:solidFill>
                <a:latin typeface="+mn-lt"/>
                <a:ea typeface="+mn-ea"/>
                <a:cs typeface="+mn-cs"/>
              </a:defRPr>
            </a:lvl2pPr>
            <a:lvl3pPr marL="914400" indent="0" algn="ctr" defTabSz="914400" rtl="0" eaLnBrk="1" latinLnBrk="0" hangingPunct="1">
              <a:lnSpc>
                <a:spcPct val="100000"/>
              </a:lnSpc>
              <a:spcBef>
                <a:spcPts val="0"/>
              </a:spcBef>
              <a:spcAft>
                <a:spcPts val="600"/>
              </a:spcAft>
              <a:buFont typeface="Wingdings" pitchFamily="2" charset="2"/>
              <a:buNone/>
              <a:tabLst/>
              <a:defRPr sz="1800" kern="1200">
                <a:solidFill>
                  <a:schemeClr val="accent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accent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accent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t>Q2 Target = &lt;&lt;$2.28M</a:t>
            </a:r>
          </a:p>
        </p:txBody>
      </p:sp>
      <p:graphicFrame>
        <p:nvGraphicFramePr>
          <p:cNvPr id="8" name="Table 7">
            <a:extLst>
              <a:ext uri="{FF2B5EF4-FFF2-40B4-BE49-F238E27FC236}">
                <a16:creationId xmlns:a16="http://schemas.microsoft.com/office/drawing/2014/main" id="{6F018625-90F5-E250-4F51-81C38358B3A1}"/>
              </a:ext>
            </a:extLst>
          </p:cNvPr>
          <p:cNvGraphicFramePr>
            <a:graphicFrameLocks noGrp="1"/>
          </p:cNvGraphicFramePr>
          <p:nvPr>
            <p:extLst>
              <p:ext uri="{D42A27DB-BD31-4B8C-83A1-F6EECF244321}">
                <p14:modId xmlns:p14="http://schemas.microsoft.com/office/powerpoint/2010/main" val="4055204308"/>
              </p:ext>
            </p:extLst>
          </p:nvPr>
        </p:nvGraphicFramePr>
        <p:xfrm>
          <a:off x="178666" y="2098334"/>
          <a:ext cx="5425310" cy="2763520"/>
        </p:xfrm>
        <a:graphic>
          <a:graphicData uri="http://schemas.openxmlformats.org/drawingml/2006/table">
            <a:tbl>
              <a:tblPr firstRow="1" bandRow="1">
                <a:tableStyleId>{5C22544A-7EE6-4342-B048-85BDC9FD1C3A}</a:tableStyleId>
              </a:tblPr>
              <a:tblGrid>
                <a:gridCol w="1783919">
                  <a:extLst>
                    <a:ext uri="{9D8B030D-6E8A-4147-A177-3AD203B41FA5}">
                      <a16:colId xmlns:a16="http://schemas.microsoft.com/office/drawing/2014/main" val="2789579519"/>
                    </a:ext>
                  </a:extLst>
                </a:gridCol>
                <a:gridCol w="3641391">
                  <a:extLst>
                    <a:ext uri="{9D8B030D-6E8A-4147-A177-3AD203B41FA5}">
                      <a16:colId xmlns:a16="http://schemas.microsoft.com/office/drawing/2014/main" val="3730144083"/>
                    </a:ext>
                  </a:extLst>
                </a:gridCol>
              </a:tblGrid>
              <a:tr h="370840">
                <a:tc>
                  <a:txBody>
                    <a:bodyPr/>
                    <a:lstStyle/>
                    <a:p>
                      <a:r>
                        <a:rPr lang="en-US"/>
                        <a:t>Aging Controls</a:t>
                      </a:r>
                    </a:p>
                  </a:txBody>
                  <a:tcPr/>
                </a:tc>
                <a:tc>
                  <a:txBody>
                    <a:bodyPr/>
                    <a:lstStyle/>
                    <a:p>
                      <a:r>
                        <a:rPr lang="en-US"/>
                        <a:t>Results</a:t>
                      </a:r>
                    </a:p>
                  </a:txBody>
                  <a:tcPr/>
                </a:tc>
                <a:extLst>
                  <a:ext uri="{0D108BD9-81ED-4DB2-BD59-A6C34878D82A}">
                    <a16:rowId xmlns:a16="http://schemas.microsoft.com/office/drawing/2014/main" val="3049175634"/>
                  </a:ext>
                </a:extLst>
              </a:tr>
              <a:tr h="370840">
                <a:tc>
                  <a:txBody>
                    <a:bodyPr/>
                    <a:lstStyle/>
                    <a:p>
                      <a:r>
                        <a:rPr lang="en-US"/>
                        <a:t>Starting &gt;90</a:t>
                      </a:r>
                    </a:p>
                  </a:txBody>
                  <a:tcPr/>
                </a:tc>
                <a:tc>
                  <a:txBody>
                    <a:bodyPr/>
                    <a:lstStyle/>
                    <a:p>
                      <a:pPr algn="r"/>
                      <a:r>
                        <a:rPr lang="en-US"/>
                        <a:t>$1.62M</a:t>
                      </a:r>
                    </a:p>
                  </a:txBody>
                  <a:tcPr/>
                </a:tc>
                <a:extLst>
                  <a:ext uri="{0D108BD9-81ED-4DB2-BD59-A6C34878D82A}">
                    <a16:rowId xmlns:a16="http://schemas.microsoft.com/office/drawing/2014/main" val="1448505535"/>
                  </a:ext>
                </a:extLst>
              </a:tr>
              <a:tr h="370840">
                <a:tc>
                  <a:txBody>
                    <a:bodyPr/>
                    <a:lstStyle/>
                    <a:p>
                      <a:r>
                        <a:rPr lang="en-US"/>
                        <a:t>Rolled into &gt;90</a:t>
                      </a:r>
                    </a:p>
                  </a:txBody>
                  <a:tcPr/>
                </a:tc>
                <a:tc>
                  <a:txBody>
                    <a:bodyPr/>
                    <a:lstStyle/>
                    <a:p>
                      <a:pPr algn="r"/>
                      <a:r>
                        <a:rPr lang="en-US">
                          <a:solidFill>
                            <a:srgbClr val="FF0000"/>
                          </a:solidFill>
                        </a:rPr>
                        <a:t>$84k</a:t>
                      </a:r>
                    </a:p>
                  </a:txBody>
                  <a:tcPr/>
                </a:tc>
                <a:extLst>
                  <a:ext uri="{0D108BD9-81ED-4DB2-BD59-A6C34878D82A}">
                    <a16:rowId xmlns:a16="http://schemas.microsoft.com/office/drawing/2014/main" val="649935533"/>
                  </a:ext>
                </a:extLst>
              </a:tr>
              <a:tr h="0">
                <a:tc>
                  <a:txBody>
                    <a:bodyPr/>
                    <a:lstStyle/>
                    <a:p>
                      <a:r>
                        <a:rPr lang="en-US"/>
                        <a:t>Collected from &gt;90</a:t>
                      </a:r>
                    </a:p>
                  </a:txBody>
                  <a:tcPr/>
                </a:tc>
                <a:tc>
                  <a:txBody>
                    <a:bodyPr/>
                    <a:lstStyle/>
                    <a:p>
                      <a:pPr algn="r"/>
                      <a:r>
                        <a:rPr lang="en-US">
                          <a:solidFill>
                            <a:srgbClr val="00B050"/>
                          </a:solidFill>
                        </a:rPr>
                        <a:t>$297k</a:t>
                      </a:r>
                      <a:endParaRPr lang="en-US"/>
                    </a:p>
                  </a:txBody>
                  <a:tcPr/>
                </a:tc>
                <a:extLst>
                  <a:ext uri="{0D108BD9-81ED-4DB2-BD59-A6C34878D82A}">
                    <a16:rowId xmlns:a16="http://schemas.microsoft.com/office/drawing/2014/main" val="3448661983"/>
                  </a:ext>
                </a:extLst>
              </a:tr>
              <a:tr h="635373">
                <a:tc>
                  <a:txBody>
                    <a:bodyPr/>
                    <a:lstStyle/>
                    <a:p>
                      <a:r>
                        <a:rPr lang="en-US"/>
                        <a:t>Credits/Write-offs</a:t>
                      </a:r>
                    </a:p>
                  </a:txBody>
                  <a:tcPr/>
                </a:tc>
                <a:tc>
                  <a:txBody>
                    <a:bodyPr/>
                    <a:lstStyle/>
                    <a:p>
                      <a:pPr algn="r"/>
                      <a:r>
                        <a:rPr lang="en-US"/>
                        <a:t>$0</a:t>
                      </a:r>
                    </a:p>
                  </a:txBody>
                  <a:tcPr/>
                </a:tc>
                <a:extLst>
                  <a:ext uri="{0D108BD9-81ED-4DB2-BD59-A6C34878D82A}">
                    <a16:rowId xmlns:a16="http://schemas.microsoft.com/office/drawing/2014/main" val="3594371000"/>
                  </a:ext>
                </a:extLst>
              </a:tr>
              <a:tr h="370840">
                <a:tc>
                  <a:txBody>
                    <a:bodyPr/>
                    <a:lstStyle/>
                    <a:p>
                      <a:r>
                        <a:rPr lang="en-US"/>
                        <a:t>Ending &gt;90</a:t>
                      </a:r>
                    </a:p>
                  </a:txBody>
                  <a:tcPr/>
                </a:tc>
                <a:tc>
                  <a:txBody>
                    <a:bodyPr/>
                    <a:lstStyle/>
                    <a:p>
                      <a:pPr algn="r"/>
                      <a:r>
                        <a:rPr lang="en-US"/>
                        <a:t>$1.40M</a:t>
                      </a:r>
                    </a:p>
                  </a:txBody>
                  <a:tcPr/>
                </a:tc>
                <a:extLst>
                  <a:ext uri="{0D108BD9-81ED-4DB2-BD59-A6C34878D82A}">
                    <a16:rowId xmlns:a16="http://schemas.microsoft.com/office/drawing/2014/main" val="3272514769"/>
                  </a:ext>
                </a:extLst>
              </a:tr>
            </a:tbl>
          </a:graphicData>
        </a:graphic>
      </p:graphicFrame>
      <p:sp>
        <p:nvSpPr>
          <p:cNvPr id="15" name="TextBox 14">
            <a:extLst>
              <a:ext uri="{FF2B5EF4-FFF2-40B4-BE49-F238E27FC236}">
                <a16:creationId xmlns:a16="http://schemas.microsoft.com/office/drawing/2014/main" id="{0FAB917A-A319-EDAB-A596-DE1D5B4A2467}"/>
              </a:ext>
            </a:extLst>
          </p:cNvPr>
          <p:cNvSpPr txBox="1"/>
          <p:nvPr/>
        </p:nvSpPr>
        <p:spPr>
          <a:xfrm>
            <a:off x="6243034" y="1022348"/>
            <a:ext cx="144862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t>FY26</a:t>
            </a:r>
          </a:p>
        </p:txBody>
      </p:sp>
      <p:pic>
        <p:nvPicPr>
          <p:cNvPr id="5" name="chart_payments_against_60">
            <a:extLst>
              <a:ext uri="{FF2B5EF4-FFF2-40B4-BE49-F238E27FC236}">
                <a16:creationId xmlns:a16="http://schemas.microsoft.com/office/drawing/2014/main" id="{BA775B74-96F3-3809-5F80-BBB4C16C93B0}"/>
              </a:ext>
            </a:extLst>
          </p:cNvPr>
          <p:cNvPicPr>
            <a:picLocks noChangeAspect="1"/>
          </p:cNvPicPr>
          <p:nvPr/>
        </p:nvPicPr>
        <p:blipFill>
          <a:blip r:embed="rId3"/>
          <a:stretch>
            <a:fillRect/>
          </a:stretch>
        </p:blipFill>
        <p:spPr>
          <a:xfrm>
            <a:off x="5654297" y="2960107"/>
            <a:ext cx="6515934" cy="1970081"/>
          </a:xfrm>
          <a:prstGeom prst="rect">
            <a:avLst/>
          </a:prstGeom>
        </p:spPr>
      </p:pic>
      <p:pic>
        <p:nvPicPr>
          <p:cNvPr id="12" name="Picture 11">
            <a:extLst>
              <a:ext uri="{FF2B5EF4-FFF2-40B4-BE49-F238E27FC236}">
                <a16:creationId xmlns:a16="http://schemas.microsoft.com/office/drawing/2014/main" id="{8CDF1CEC-0057-4ED4-796E-8F53C605BD1B}"/>
              </a:ext>
            </a:extLst>
          </p:cNvPr>
          <p:cNvPicPr>
            <a:picLocks noChangeAspect="1"/>
          </p:cNvPicPr>
          <p:nvPr/>
        </p:nvPicPr>
        <p:blipFill>
          <a:blip r:embed="rId4"/>
          <a:stretch>
            <a:fillRect/>
          </a:stretch>
        </p:blipFill>
        <p:spPr>
          <a:xfrm>
            <a:off x="5654297" y="1387526"/>
            <a:ext cx="1918480" cy="1316059"/>
          </a:xfrm>
          <a:prstGeom prst="rect">
            <a:avLst/>
          </a:prstGeom>
        </p:spPr>
      </p:pic>
      <p:pic>
        <p:nvPicPr>
          <p:cNvPr id="16" name="chart_gt90_trend">
            <a:extLst>
              <a:ext uri="{FF2B5EF4-FFF2-40B4-BE49-F238E27FC236}">
                <a16:creationId xmlns:a16="http://schemas.microsoft.com/office/drawing/2014/main" id="{70CE63C7-61E0-839F-DA74-AAEBE4FCAB53}"/>
              </a:ext>
            </a:extLst>
          </p:cNvPr>
          <p:cNvPicPr>
            <a:picLocks noChangeAspect="1"/>
          </p:cNvPicPr>
          <p:nvPr/>
        </p:nvPicPr>
        <p:blipFill>
          <a:blip r:embed="rId5"/>
          <a:stretch>
            <a:fillRect/>
          </a:stretch>
        </p:blipFill>
        <p:spPr>
          <a:xfrm>
            <a:off x="8049296" y="980172"/>
            <a:ext cx="3713330" cy="1907006"/>
          </a:xfrm>
          <a:prstGeom prst="rect">
            <a:avLst/>
          </a:prstGeom>
        </p:spPr>
      </p:pic>
      <p:pic>
        <p:nvPicPr>
          <p:cNvPr id="18" name="chart_total_ar_aging_2">
            <a:extLst>
              <a:ext uri="{FF2B5EF4-FFF2-40B4-BE49-F238E27FC236}">
                <a16:creationId xmlns:a16="http://schemas.microsoft.com/office/drawing/2014/main" id="{63CC39BE-8491-D4DB-FADC-53ADB9DDAD09}"/>
              </a:ext>
            </a:extLst>
          </p:cNvPr>
          <p:cNvPicPr>
            <a:picLocks noChangeAspect="1"/>
          </p:cNvPicPr>
          <p:nvPr/>
        </p:nvPicPr>
        <p:blipFill>
          <a:blip r:embed="rId6"/>
          <a:stretch>
            <a:fillRect/>
          </a:stretch>
        </p:blipFill>
        <p:spPr>
          <a:xfrm>
            <a:off x="178666" y="5064941"/>
            <a:ext cx="11863080" cy="1048799"/>
          </a:xfrm>
          <a:prstGeom prst="rect">
            <a:avLst/>
          </a:prstGeom>
        </p:spPr>
      </p:pic>
    </p:spTree>
    <p:extLst>
      <p:ext uri="{BB962C8B-B14F-4D97-AF65-F5344CB8AC3E}">
        <p14:creationId xmlns:p14="http://schemas.microsoft.com/office/powerpoint/2010/main" val="7934040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B526367-4688-C948-7961-B6A4F0706B69}"/>
              </a:ext>
            </a:extLst>
          </p:cNvPr>
          <p:cNvSpPr>
            <a:spLocks noGrp="1"/>
          </p:cNvSpPr>
          <p:nvPr>
            <p:ph type="title"/>
          </p:nvPr>
        </p:nvSpPr>
        <p:spPr>
          <a:xfrm>
            <a:off x="435614" y="122231"/>
            <a:ext cx="8800440" cy="694944"/>
          </a:xfrm>
        </p:spPr>
        <p:txBody>
          <a:bodyPr/>
          <a:lstStyle/>
          <a:p>
            <a:r>
              <a:rPr lang="en-US" sz="2800"/>
              <a:t>Levers: Holds – Yields, Risk &amp; Guardrails</a:t>
            </a:r>
          </a:p>
        </p:txBody>
      </p:sp>
      <p:sp>
        <p:nvSpPr>
          <p:cNvPr id="7" name="Slide Number Placeholder 6">
            <a:extLst>
              <a:ext uri="{FF2B5EF4-FFF2-40B4-BE49-F238E27FC236}">
                <a16:creationId xmlns:a16="http://schemas.microsoft.com/office/drawing/2014/main" id="{F700F1E2-330E-827F-6CAF-E6C980A9FB64}"/>
              </a:ext>
            </a:extLst>
          </p:cNvPr>
          <p:cNvSpPr>
            <a:spLocks noGrp="1"/>
          </p:cNvSpPr>
          <p:nvPr>
            <p:ph type="sldNum" sz="quarter" idx="4"/>
          </p:nvPr>
        </p:nvSpPr>
        <p:spPr/>
        <p:txBody>
          <a:bodyPr/>
          <a:lstStyle/>
          <a:p>
            <a:fld id="{A2C81908-5748-4B49-BD68-6D330C2291A9}" type="slidenum">
              <a:rPr lang="en-GB" smtClean="0"/>
              <a:pPr/>
              <a:t>11</a:t>
            </a:fld>
            <a:endParaRPr lang="en-GB"/>
          </a:p>
        </p:txBody>
      </p:sp>
      <p:graphicFrame>
        <p:nvGraphicFramePr>
          <p:cNvPr id="4" name="Table 3">
            <a:extLst>
              <a:ext uri="{FF2B5EF4-FFF2-40B4-BE49-F238E27FC236}">
                <a16:creationId xmlns:a16="http://schemas.microsoft.com/office/drawing/2014/main" id="{97B810AC-C494-E7C8-D926-32C0E3B4E119}"/>
              </a:ext>
            </a:extLst>
          </p:cNvPr>
          <p:cNvGraphicFramePr>
            <a:graphicFrameLocks noGrp="1"/>
          </p:cNvGraphicFramePr>
          <p:nvPr>
            <p:extLst>
              <p:ext uri="{D42A27DB-BD31-4B8C-83A1-F6EECF244321}">
                <p14:modId xmlns:p14="http://schemas.microsoft.com/office/powerpoint/2010/main" val="1027904865"/>
              </p:ext>
            </p:extLst>
          </p:nvPr>
        </p:nvGraphicFramePr>
        <p:xfrm>
          <a:off x="1854506" y="1110867"/>
          <a:ext cx="8301278" cy="1863408"/>
        </p:xfrm>
        <a:graphic>
          <a:graphicData uri="http://schemas.openxmlformats.org/drawingml/2006/table">
            <a:tbl>
              <a:tblPr firstRow="1" bandRow="1">
                <a:tableStyleId>{5C22544A-7EE6-4342-B048-85BDC9FD1C3A}</a:tableStyleId>
              </a:tblPr>
              <a:tblGrid>
                <a:gridCol w="4150639">
                  <a:extLst>
                    <a:ext uri="{9D8B030D-6E8A-4147-A177-3AD203B41FA5}">
                      <a16:colId xmlns:a16="http://schemas.microsoft.com/office/drawing/2014/main" val="2789579519"/>
                    </a:ext>
                  </a:extLst>
                </a:gridCol>
                <a:gridCol w="4150639">
                  <a:extLst>
                    <a:ext uri="{9D8B030D-6E8A-4147-A177-3AD203B41FA5}">
                      <a16:colId xmlns:a16="http://schemas.microsoft.com/office/drawing/2014/main" val="3730144083"/>
                    </a:ext>
                  </a:extLst>
                </a:gridCol>
              </a:tblGrid>
              <a:tr h="465852">
                <a:tc>
                  <a:txBody>
                    <a:bodyPr/>
                    <a:lstStyle/>
                    <a:p>
                      <a:r>
                        <a:rPr lang="en-US"/>
                        <a:t>Holds</a:t>
                      </a:r>
                    </a:p>
                  </a:txBody>
                  <a:tcPr/>
                </a:tc>
                <a:tc>
                  <a:txBody>
                    <a:bodyPr/>
                    <a:lstStyle/>
                    <a:p>
                      <a:r>
                        <a:rPr lang="en-US"/>
                        <a:t>Results</a:t>
                      </a:r>
                    </a:p>
                  </a:txBody>
                  <a:tcPr/>
                </a:tc>
                <a:extLst>
                  <a:ext uri="{0D108BD9-81ED-4DB2-BD59-A6C34878D82A}">
                    <a16:rowId xmlns:a16="http://schemas.microsoft.com/office/drawing/2014/main" val="3049175634"/>
                  </a:ext>
                </a:extLst>
              </a:tr>
              <a:tr h="465852">
                <a:tc>
                  <a:txBody>
                    <a:bodyPr/>
                    <a:lstStyle/>
                    <a:p>
                      <a:r>
                        <a:rPr lang="en-US"/>
                        <a:t>Under Threat</a:t>
                      </a:r>
                    </a:p>
                  </a:txBody>
                  <a:tcPr/>
                </a:tc>
                <a:tc>
                  <a:txBody>
                    <a:bodyPr/>
                    <a:lstStyle/>
                    <a:p>
                      <a:r>
                        <a:rPr lang="en-US"/>
                        <a:t>77 Accounts</a:t>
                      </a:r>
                    </a:p>
                  </a:txBody>
                  <a:tcPr/>
                </a:tc>
                <a:extLst>
                  <a:ext uri="{0D108BD9-81ED-4DB2-BD59-A6C34878D82A}">
                    <a16:rowId xmlns:a16="http://schemas.microsoft.com/office/drawing/2014/main" val="1448505535"/>
                  </a:ext>
                </a:extLst>
              </a:tr>
              <a:tr h="465852">
                <a:tc>
                  <a:txBody>
                    <a:bodyPr/>
                    <a:lstStyle/>
                    <a:p>
                      <a:r>
                        <a:rPr lang="en-US"/>
                        <a:t>On Hold</a:t>
                      </a:r>
                    </a:p>
                  </a:txBody>
                  <a:tcPr/>
                </a:tc>
                <a:tc>
                  <a:txBody>
                    <a:bodyPr/>
                    <a:lstStyle/>
                    <a:p>
                      <a:r>
                        <a:rPr lang="en-US"/>
                        <a:t>300 Accounts</a:t>
                      </a:r>
                    </a:p>
                  </a:txBody>
                  <a:tcPr/>
                </a:tc>
                <a:extLst>
                  <a:ext uri="{0D108BD9-81ED-4DB2-BD59-A6C34878D82A}">
                    <a16:rowId xmlns:a16="http://schemas.microsoft.com/office/drawing/2014/main" val="649935533"/>
                  </a:ext>
                </a:extLst>
              </a:tr>
              <a:tr h="465852">
                <a:tc>
                  <a:txBody>
                    <a:bodyPr/>
                    <a:lstStyle/>
                    <a:p>
                      <a:r>
                        <a:rPr lang="en-US"/>
                        <a:t>Hold Related Payments</a:t>
                      </a:r>
                    </a:p>
                  </a:txBody>
                  <a:tcPr/>
                </a:tc>
                <a:tc>
                  <a:txBody>
                    <a:bodyPr/>
                    <a:lstStyle/>
                    <a:p>
                      <a:r>
                        <a:rPr lang="en-US">
                          <a:solidFill>
                            <a:schemeClr val="tx1"/>
                          </a:solidFill>
                        </a:rPr>
                        <a:t>$9M</a:t>
                      </a:r>
                    </a:p>
                  </a:txBody>
                  <a:tcPr/>
                </a:tc>
                <a:extLst>
                  <a:ext uri="{0D108BD9-81ED-4DB2-BD59-A6C34878D82A}">
                    <a16:rowId xmlns:a16="http://schemas.microsoft.com/office/drawing/2014/main" val="496896891"/>
                  </a:ext>
                </a:extLst>
              </a:tr>
            </a:tbl>
          </a:graphicData>
        </a:graphic>
      </p:graphicFrame>
      <p:pic>
        <p:nvPicPr>
          <p:cNvPr id="12" name="chart_payments_by_timing_pct">
            <a:extLst>
              <a:ext uri="{FF2B5EF4-FFF2-40B4-BE49-F238E27FC236}">
                <a16:creationId xmlns:a16="http://schemas.microsoft.com/office/drawing/2014/main" id="{E7BE05BE-BA5E-EBBE-FE1D-07EC52EE5E09}"/>
              </a:ext>
            </a:extLst>
          </p:cNvPr>
          <p:cNvPicPr>
            <a:picLocks noChangeAspect="1"/>
          </p:cNvPicPr>
          <p:nvPr/>
        </p:nvPicPr>
        <p:blipFill>
          <a:blip r:embed="rId2"/>
          <a:stretch>
            <a:fillRect/>
          </a:stretch>
        </p:blipFill>
        <p:spPr>
          <a:xfrm>
            <a:off x="6096000" y="3267967"/>
            <a:ext cx="5469031" cy="2741240"/>
          </a:xfrm>
          <a:prstGeom prst="rect">
            <a:avLst/>
          </a:prstGeom>
        </p:spPr>
      </p:pic>
      <p:pic>
        <p:nvPicPr>
          <p:cNvPr id="3" name="chart_payments_by_timing_dollars">
            <a:extLst>
              <a:ext uri="{FF2B5EF4-FFF2-40B4-BE49-F238E27FC236}">
                <a16:creationId xmlns:a16="http://schemas.microsoft.com/office/drawing/2014/main" id="{3A3E8033-5FCD-364E-FF00-9A0C19C122C9}"/>
              </a:ext>
            </a:extLst>
          </p:cNvPr>
          <p:cNvPicPr>
            <a:picLocks noChangeAspect="1"/>
          </p:cNvPicPr>
          <p:nvPr/>
        </p:nvPicPr>
        <p:blipFill>
          <a:blip r:embed="rId3"/>
          <a:stretch>
            <a:fillRect/>
          </a:stretch>
        </p:blipFill>
        <p:spPr>
          <a:xfrm>
            <a:off x="669700" y="3267967"/>
            <a:ext cx="5104327" cy="2741240"/>
          </a:xfrm>
          <a:prstGeom prst="rect">
            <a:avLst/>
          </a:prstGeom>
        </p:spPr>
      </p:pic>
    </p:spTree>
    <p:extLst>
      <p:ext uri="{BB962C8B-B14F-4D97-AF65-F5344CB8AC3E}">
        <p14:creationId xmlns:p14="http://schemas.microsoft.com/office/powerpoint/2010/main" val="80574495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Office Theme">
  <a:themeElements>
    <a:clrScheme name="Advantive">
      <a:dk1>
        <a:srgbClr val="020202"/>
      </a:dk1>
      <a:lt1>
        <a:srgbClr val="FFFFFF"/>
      </a:lt1>
      <a:dk2>
        <a:srgbClr val="333333"/>
      </a:dk2>
      <a:lt2>
        <a:srgbClr val="E7E6E6"/>
      </a:lt2>
      <a:accent1>
        <a:srgbClr val="011E41"/>
      </a:accent1>
      <a:accent2>
        <a:srgbClr val="FF5F00"/>
      </a:accent2>
      <a:accent3>
        <a:srgbClr val="ABDCFF"/>
      </a:accent3>
      <a:accent4>
        <a:srgbClr val="333333"/>
      </a:accent4>
      <a:accent5>
        <a:srgbClr val="999999"/>
      </a:accent5>
      <a:accent6>
        <a:srgbClr val="FAFAFA"/>
      </a:accent6>
      <a:hlink>
        <a:srgbClr val="0563C1"/>
      </a:hlink>
      <a:folHlink>
        <a:srgbClr val="954F72"/>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Advantive">
      <a:dk1>
        <a:srgbClr val="020202"/>
      </a:dk1>
      <a:lt1>
        <a:srgbClr val="FFFFFF"/>
      </a:lt1>
      <a:dk2>
        <a:srgbClr val="333333"/>
      </a:dk2>
      <a:lt2>
        <a:srgbClr val="E7E6E6"/>
      </a:lt2>
      <a:accent1>
        <a:srgbClr val="011E41"/>
      </a:accent1>
      <a:accent2>
        <a:srgbClr val="FF5F00"/>
      </a:accent2>
      <a:accent3>
        <a:srgbClr val="ABDCFF"/>
      </a:accent3>
      <a:accent4>
        <a:srgbClr val="333333"/>
      </a:accent4>
      <a:accent5>
        <a:srgbClr val="999999"/>
      </a:accent5>
      <a:accent6>
        <a:srgbClr val="FAFAFA"/>
      </a:accent6>
      <a:hlink>
        <a:srgbClr val="0563C1"/>
      </a:hlink>
      <a:folHlink>
        <a:srgbClr val="954F72"/>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CCCD02553EDC54E824AE096F352DD31" ma:contentTypeVersion="14" ma:contentTypeDescription="Create a new document." ma:contentTypeScope="" ma:versionID="50f9303850635f93a30a8d432ea67679">
  <xsd:schema xmlns:xsd="http://www.w3.org/2001/XMLSchema" xmlns:xs="http://www.w3.org/2001/XMLSchema" xmlns:p="http://schemas.microsoft.com/office/2006/metadata/properties" xmlns:ns2="1a4bade2-0dad-47cc-a7a6-c9e4304baf45" xmlns:ns3="f61158e8-90a9-4042-905e-0578d3fdd6b4" targetNamespace="http://schemas.microsoft.com/office/2006/metadata/properties" ma:root="true" ma:fieldsID="7730bc64fd8809974c223e08a1ac54ff" ns2:_="" ns3:_="">
    <xsd:import namespace="1a4bade2-0dad-47cc-a7a6-c9e4304baf45"/>
    <xsd:import namespace="f61158e8-90a9-4042-905e-0578d3fdd6b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4bade2-0dad-47cc-a7a6-c9e4304baf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d04debc0-5639-468e-b592-20543aea5a51"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61158e8-90a9-4042-905e-0578d3fdd6b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1d9c08aa-d081-4381-a702-00aacd185d4d}" ma:internalName="TaxCatchAll" ma:showField="CatchAllData" ma:web="f61158e8-90a9-4042-905e-0578d3fdd6b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f61158e8-90a9-4042-905e-0578d3fdd6b4">
      <UserInfo>
        <DisplayName>SharingLinks.8170f97b-63cf-4a31-9e3f-5b727a502d0f.Flexible.fddbaafc-f785-4938-b641-5d06affdc4d7</DisplayName>
        <AccountId>54</AccountId>
        <AccountType/>
      </UserInfo>
      <UserInfo>
        <DisplayName>SharingLinks.998f1a52-9d1e-4228-ad3c-777651ae4870.Flexible.b961e152-3a08-4b06-ac33-9ba1d98bff73</DisplayName>
        <AccountId>107</AccountId>
        <AccountType/>
      </UserInfo>
      <UserInfo>
        <DisplayName>Alex Boytsov</DisplayName>
        <AccountId>99</AccountId>
        <AccountType/>
      </UserInfo>
      <UserInfo>
        <DisplayName>Maulik Datanwala</DisplayName>
        <AccountId>45</AccountId>
        <AccountType/>
      </UserInfo>
    </SharedWithUsers>
    <TaxCatchAll xmlns="f61158e8-90a9-4042-905e-0578d3fdd6b4" xsi:nil="true"/>
    <lcf76f155ced4ddcb4097134ff3c332f xmlns="1a4bade2-0dad-47cc-a7a6-c9e4304baf45">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BE6CD41-2FB9-4A00-B2CA-99052CF73113}">
  <ds:schemaRefs>
    <ds:schemaRef ds:uri="1a4bade2-0dad-47cc-a7a6-c9e4304baf45"/>
    <ds:schemaRef ds:uri="f61158e8-90a9-4042-905e-0578d3fdd6b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2A60E1A-BB9F-4560-A301-E911ECF0C6D2}">
  <ds:schemaRefs>
    <ds:schemaRef ds:uri="1a4bade2-0dad-47cc-a7a6-c9e4304baf45"/>
    <ds:schemaRef ds:uri="f61158e8-90a9-4042-905e-0578d3fdd6b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2057C8DC-FE66-4590-BEE2-0CCF9273C96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TM03457510[[fn=Savon]]</Template>
  <Application>Microsoft Office PowerPoint</Application>
  <PresentationFormat>Widescreen</PresentationFormat>
  <Slides>11</Slides>
  <Notes>6</Notes>
  <HiddenSlides>0</HiddenSlides>
  <ScaleCrop>false</ScaleCrop>
  <HeadingPairs>
    <vt:vector size="4" baseType="variant">
      <vt:variant>
        <vt:lpstr>Theme</vt:lpstr>
      </vt:variant>
      <vt:variant>
        <vt:i4>2</vt:i4>
      </vt:variant>
      <vt:variant>
        <vt:lpstr>Slide Titles</vt:lpstr>
      </vt:variant>
      <vt:variant>
        <vt:i4>11</vt:i4>
      </vt:variant>
    </vt:vector>
  </HeadingPairs>
  <TitlesOfParts>
    <vt:vector size="13" baseType="lpstr">
      <vt:lpstr>Office Theme</vt:lpstr>
      <vt:lpstr>1_Office Theme</vt:lpstr>
      <vt:lpstr>A/R Executive Pulse  Week Ending 5/21/26</vt:lpstr>
      <vt:lpstr>Executive Summary – Week Ending 5/21/26</vt:lpstr>
      <vt:lpstr>Trend: Weekly Cash Run Rate Activity</vt:lpstr>
      <vt:lpstr>Aging Control: &gt;60 Balance vs Target + Movement</vt:lpstr>
      <vt:lpstr>Forward Risk: Next 30 Days Likely to Roll</vt:lpstr>
      <vt:lpstr>Current Risk: &gt;60 Days Past Due Top 10 Customers</vt:lpstr>
      <vt:lpstr>Root Causes: What’s Driving Non-Payment + What We’re Doing</vt:lpstr>
      <vt:lpstr>Appendix</vt:lpstr>
      <vt:lpstr>Scoreboard: Cash vs Plan (MTD / QTD + Drivers)</vt:lpstr>
      <vt:lpstr>Aging Control: &gt;90 Balance vs Target + Movement</vt:lpstr>
      <vt:lpstr>Levers: Holds – Yields, Risk &amp; Guardrails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Briana Fioretti</dc:creator>
  <cp:revision>2</cp:revision>
  <dcterms:created xsi:type="dcterms:W3CDTF">2022-05-26T18:28:17Z</dcterms:created>
  <dcterms:modified xsi:type="dcterms:W3CDTF">2026-06-03T15:44:54Z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0x0101006CCCD02553EDC54E824AE096F352DD31</vt:lpwstr>
  </property>
  <property fmtid="{D5CDD505-2E9C-101B-9397-08002B2CF9AE}" pid="3" name="MediaServiceImageTags">
    <vt:lpwstr/>
  </property>
  <property fmtid="{D5CDD505-2E9C-101B-9397-08002B2CF9AE}" pid="4" name="ComplianceAssetId">
    <vt:lpwstr/>
  </property>
  <property fmtid="{D5CDD505-2E9C-101B-9397-08002B2CF9AE}" pid="5" name="TriggerFlowInfo">
    <vt:lpwstr/>
  </property>
  <property fmtid="{D5CDD505-2E9C-101B-9397-08002B2CF9AE}" pid="6" name="TemplateUrl">
    <vt:lpwstr/>
  </property>
  <property fmtid="{D5CDD505-2E9C-101B-9397-08002B2CF9AE}" pid="7" name="xd_Signature">
    <vt:lpwstr/>
  </property>
  <property fmtid="{D5CDD505-2E9C-101B-9397-08002B2CF9AE}" pid="8" name="xd_ProgID">
    <vt:lpwstr/>
  </property>
</Properties>
</file>